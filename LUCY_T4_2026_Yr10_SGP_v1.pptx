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3" r:id="rId2"/>
    <p:sldId id="279" r:id="rId3"/>
    <p:sldId id="292" r:id="rId4"/>
    <p:sldId id="277" r:id="rId5"/>
    <p:sldId id="290" r:id="rId6"/>
    <p:sldId id="285" r:id="rId7"/>
    <p:sldId id="270" r:id="rId8"/>
    <p:sldId id="288" r:id="rId9"/>
    <p:sldId id="278" r:id="rId10"/>
    <p:sldId id="275" r:id="rId11"/>
    <p:sldId id="284" r:id="rId12"/>
    <p:sldId id="281" r:id="rId13"/>
    <p:sldId id="289" r:id="rId14"/>
    <p:sldId id="287" r:id="rId15"/>
    <p:sldId id="295" r:id="rId16"/>
    <p:sldId id="296" r:id="rId17"/>
    <p:sldId id="297" r:id="rId18"/>
    <p:sldId id="298" r:id="rId25"/>
  </p:sldIdLst>
  <p:sldSz cx="7559675" cy="1069181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DBA426-ED31-4383-A033-9157EBBE30D7}" v="4" dt="2026-07-16T04:59:48.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9" autoAdjust="0"/>
    <p:restoredTop sz="94660"/>
  </p:normalViewPr>
  <p:slideViewPr>
    <p:cSldViewPr snapToGrid="0">
      <p:cViewPr>
        <p:scale>
          <a:sx n="116" d="100"/>
          <a:sy n="116" d="100"/>
        </p:scale>
        <p:origin x="432" y="-3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elie Parker" userId="7d57f269b0755328" providerId="LiveId" clId="{56B2A1D9-F472-4B4B-BE22-5E69862FAE80}"/>
    <pc:docChg chg="undo custSel addSld delSld modSld sldOrd">
      <pc:chgData name="Amelie Parker" userId="7d57f269b0755328" providerId="LiveId" clId="{56B2A1D9-F472-4B4B-BE22-5E69862FAE80}" dt="2026-07-16T05:00:25.177" v="1757" actId="20577"/>
      <pc:docMkLst>
        <pc:docMk/>
      </pc:docMkLst>
      <pc:sldChg chg="modSp mod">
        <pc:chgData name="Amelie Parker" userId="7d57f269b0755328" providerId="LiveId" clId="{56B2A1D9-F472-4B4B-BE22-5E69862FAE80}" dt="2026-07-16T04:59:21.677" v="1747" actId="1076"/>
        <pc:sldMkLst>
          <pc:docMk/>
          <pc:sldMk cId="2618660994" sldId="270"/>
        </pc:sldMkLst>
        <pc:spChg chg="mod">
          <ac:chgData name="Amelie Parker" userId="7d57f269b0755328" providerId="LiveId" clId="{56B2A1D9-F472-4B4B-BE22-5E69862FAE80}" dt="2026-06-30T12:37:12.041" v="731" actId="20577"/>
          <ac:spMkLst>
            <pc:docMk/>
            <pc:sldMk cId="2618660994" sldId="270"/>
            <ac:spMk id="33" creationId="{36BA80D5-6131-A1F9-ED11-8C3CFF10B879}"/>
          </ac:spMkLst>
        </pc:spChg>
        <pc:spChg chg="mod">
          <ac:chgData name="Amelie Parker" userId="7d57f269b0755328" providerId="LiveId" clId="{56B2A1D9-F472-4B4B-BE22-5E69862FAE80}" dt="2026-07-16T04:59:21.677" v="1747" actId="1076"/>
          <ac:spMkLst>
            <pc:docMk/>
            <pc:sldMk cId="2618660994" sldId="270"/>
            <ac:spMk id="36" creationId="{3F031257-2C02-B8D5-05C2-B811A06B65FF}"/>
          </ac:spMkLst>
        </pc:spChg>
        <pc:spChg chg="mod">
          <ac:chgData name="Amelie Parker" userId="7d57f269b0755328" providerId="LiveId" clId="{56B2A1D9-F472-4B4B-BE22-5E69862FAE80}" dt="2026-06-30T12:39:36.125" v="802" actId="20577"/>
          <ac:spMkLst>
            <pc:docMk/>
            <pc:sldMk cId="2618660994" sldId="270"/>
            <ac:spMk id="38" creationId="{5B6D005D-EE64-D806-AEDE-2CB204D187C5}"/>
          </ac:spMkLst>
        </pc:spChg>
        <pc:spChg chg="mod">
          <ac:chgData name="Amelie Parker" userId="7d57f269b0755328" providerId="LiveId" clId="{56B2A1D9-F472-4B4B-BE22-5E69862FAE80}" dt="2026-06-30T12:40:10.926" v="921" actId="20577"/>
          <ac:spMkLst>
            <pc:docMk/>
            <pc:sldMk cId="2618660994" sldId="270"/>
            <ac:spMk id="40" creationId="{16CF8CED-2398-BCC4-2152-7057B2E2F7C1}"/>
          </ac:spMkLst>
        </pc:spChg>
        <pc:spChg chg="mod">
          <ac:chgData name="Amelie Parker" userId="7d57f269b0755328" providerId="LiveId" clId="{56B2A1D9-F472-4B4B-BE22-5E69862FAE80}" dt="2026-06-30T12:44:52.112" v="1083" actId="113"/>
          <ac:spMkLst>
            <pc:docMk/>
            <pc:sldMk cId="2618660994" sldId="270"/>
            <ac:spMk id="42" creationId="{EC022D59-CC14-320B-FDBE-8DEE82DF3A3D}"/>
          </ac:spMkLst>
        </pc:spChg>
        <pc:spChg chg="mod">
          <ac:chgData name="Amelie Parker" userId="7d57f269b0755328" providerId="LiveId" clId="{56B2A1D9-F472-4B4B-BE22-5E69862FAE80}" dt="2026-06-30T12:41:41.349" v="1080" actId="20577"/>
          <ac:spMkLst>
            <pc:docMk/>
            <pc:sldMk cId="2618660994" sldId="270"/>
            <ac:spMk id="44" creationId="{608213EB-DD95-D4C2-F7B2-F8B8DF052EFF}"/>
          </ac:spMkLst>
        </pc:spChg>
        <pc:spChg chg="mod">
          <ac:chgData name="Amelie Parker" userId="7d57f269b0755328" providerId="LiveId" clId="{56B2A1D9-F472-4B4B-BE22-5E69862FAE80}" dt="2026-06-30T12:41:03.557" v="982" actId="20577"/>
          <ac:spMkLst>
            <pc:docMk/>
            <pc:sldMk cId="2618660994" sldId="270"/>
            <ac:spMk id="46" creationId="{6121475D-AB01-786B-2484-7C07A13CDC26}"/>
          </ac:spMkLst>
        </pc:spChg>
        <pc:spChg chg="mod">
          <ac:chgData name="Amelie Parker" userId="7d57f269b0755328" providerId="LiveId" clId="{56B2A1D9-F472-4B4B-BE22-5E69862FAE80}" dt="2026-06-30T12:40:58.567" v="978" actId="20577"/>
          <ac:spMkLst>
            <pc:docMk/>
            <pc:sldMk cId="2618660994" sldId="270"/>
            <ac:spMk id="48" creationId="{09DCD1F5-3AF0-748A-51DE-E9C5E1EC3D43}"/>
          </ac:spMkLst>
        </pc:spChg>
        <pc:spChg chg="mod">
          <ac:chgData name="Amelie Parker" userId="7d57f269b0755328" providerId="LiveId" clId="{56B2A1D9-F472-4B4B-BE22-5E69862FAE80}" dt="2026-06-30T13:08:49.486" v="1305" actId="2711"/>
          <ac:spMkLst>
            <pc:docMk/>
            <pc:sldMk cId="2618660994" sldId="270"/>
            <ac:spMk id="82" creationId="{28BED239-28F2-CDB6-F458-BC525B5715EB}"/>
          </ac:spMkLst>
        </pc:spChg>
        <pc:spChg chg="mod">
          <ac:chgData name="Amelie Parker" userId="7d57f269b0755328" providerId="LiveId" clId="{56B2A1D9-F472-4B4B-BE22-5E69862FAE80}" dt="2026-06-30T13:08:49.486" v="1305" actId="2711"/>
          <ac:spMkLst>
            <pc:docMk/>
            <pc:sldMk cId="2618660994" sldId="270"/>
            <ac:spMk id="88" creationId="{D02143DC-90F4-8935-776B-F0E46C9D728D}"/>
          </ac:spMkLst>
        </pc:spChg>
        <pc:spChg chg="mod">
          <ac:chgData name="Amelie Parker" userId="7d57f269b0755328" providerId="LiveId" clId="{56B2A1D9-F472-4B4B-BE22-5E69862FAE80}" dt="2026-06-30T13:08:49.486" v="1305" actId="2711"/>
          <ac:spMkLst>
            <pc:docMk/>
            <pc:sldMk cId="2618660994" sldId="270"/>
            <ac:spMk id="90" creationId="{E7579CE4-4B27-E89D-461D-548B2B389F7D}"/>
          </ac:spMkLst>
        </pc:spChg>
        <pc:spChg chg="mod">
          <ac:chgData name="Amelie Parker" userId="7d57f269b0755328" providerId="LiveId" clId="{56B2A1D9-F472-4B4B-BE22-5E69862FAE80}" dt="2026-06-30T13:08:49.486" v="1305" actId="2711"/>
          <ac:spMkLst>
            <pc:docMk/>
            <pc:sldMk cId="2618660994" sldId="270"/>
            <ac:spMk id="97" creationId="{FC601826-4320-9699-A416-177BD96B3E35}"/>
          </ac:spMkLst>
        </pc:spChg>
        <pc:spChg chg="mod">
          <ac:chgData name="Amelie Parker" userId="7d57f269b0755328" providerId="LiveId" clId="{56B2A1D9-F472-4B4B-BE22-5E69862FAE80}" dt="2026-06-30T13:08:55.443" v="1306" actId="1076"/>
          <ac:spMkLst>
            <pc:docMk/>
            <pc:sldMk cId="2618660994" sldId="270"/>
            <ac:spMk id="115" creationId="{2AAE0305-AB1C-E581-A266-5D58241F1421}"/>
          </ac:spMkLst>
        </pc:spChg>
        <pc:cxnChg chg="mod">
          <ac:chgData name="Amelie Parker" userId="7d57f269b0755328" providerId="LiveId" clId="{56B2A1D9-F472-4B4B-BE22-5E69862FAE80}" dt="2026-06-30T12:44:43.987" v="1082" actId="14100"/>
          <ac:cxnSpMkLst>
            <pc:docMk/>
            <pc:sldMk cId="2618660994" sldId="270"/>
            <ac:cxnSpMk id="6" creationId="{E09EF930-B8EE-DA19-8861-AE97521C9103}"/>
          </ac:cxnSpMkLst>
        </pc:cxnChg>
      </pc:sldChg>
      <pc:sldChg chg="modSp mod ord">
        <pc:chgData name="Amelie Parker" userId="7d57f269b0755328" providerId="LiveId" clId="{56B2A1D9-F472-4B4B-BE22-5E69862FAE80}" dt="2026-07-14T02:46:07.644" v="1740" actId="20577"/>
        <pc:sldMkLst>
          <pc:docMk/>
          <pc:sldMk cId="3738036891" sldId="273"/>
        </pc:sldMkLst>
        <pc:spChg chg="mod">
          <ac:chgData name="Amelie Parker" userId="7d57f269b0755328" providerId="LiveId" clId="{56B2A1D9-F472-4B4B-BE22-5E69862FAE80}" dt="2026-06-30T09:32:12.455" v="27" actId="1076"/>
          <ac:spMkLst>
            <pc:docMk/>
            <pc:sldMk cId="3738036891" sldId="273"/>
            <ac:spMk id="3" creationId="{B01C927D-699A-9DF7-E558-6A11F8B20380}"/>
          </ac:spMkLst>
        </pc:spChg>
        <pc:spChg chg="mod">
          <ac:chgData name="Amelie Parker" userId="7d57f269b0755328" providerId="LiveId" clId="{56B2A1D9-F472-4B4B-BE22-5E69862FAE80}" dt="2026-06-30T10:21:00.460" v="63" actId="1076"/>
          <ac:spMkLst>
            <pc:docMk/>
            <pc:sldMk cId="3738036891" sldId="273"/>
            <ac:spMk id="7" creationId="{03EC85AC-7B19-1A42-6683-042900A564E5}"/>
          </ac:spMkLst>
        </pc:spChg>
        <pc:spChg chg="mod">
          <ac:chgData name="Amelie Parker" userId="7d57f269b0755328" providerId="LiveId" clId="{56B2A1D9-F472-4B4B-BE22-5E69862FAE80}" dt="2026-06-30T09:32:12.455" v="27" actId="1076"/>
          <ac:spMkLst>
            <pc:docMk/>
            <pc:sldMk cId="3738036891" sldId="273"/>
            <ac:spMk id="8" creationId="{D48F1B1E-F0B9-5960-7983-36B0F338CA0E}"/>
          </ac:spMkLst>
        </pc:spChg>
        <pc:spChg chg="mod">
          <ac:chgData name="Amelie Parker" userId="7d57f269b0755328" providerId="LiveId" clId="{56B2A1D9-F472-4B4B-BE22-5E69862FAE80}" dt="2026-06-30T09:31:55.203" v="24" actId="14100"/>
          <ac:spMkLst>
            <pc:docMk/>
            <pc:sldMk cId="3738036891" sldId="273"/>
            <ac:spMk id="9" creationId="{B14A693B-EF79-6467-C843-E5C21DA4A616}"/>
          </ac:spMkLst>
        </pc:spChg>
        <pc:spChg chg="mod">
          <ac:chgData name="Amelie Parker" userId="7d57f269b0755328" providerId="LiveId" clId="{56B2A1D9-F472-4B4B-BE22-5E69862FAE80}" dt="2026-06-30T09:32:00.065" v="25" actId="1076"/>
          <ac:spMkLst>
            <pc:docMk/>
            <pc:sldMk cId="3738036891" sldId="273"/>
            <ac:spMk id="12" creationId="{9D4C4F2C-9179-B2EB-8D9E-693CB0F3EF6A}"/>
          </ac:spMkLst>
        </pc:spChg>
        <pc:spChg chg="mod">
          <ac:chgData name="Amelie Parker" userId="7d57f269b0755328" providerId="LiveId" clId="{56B2A1D9-F472-4B4B-BE22-5E69862FAE80}" dt="2026-06-30T10:18:53.973" v="39" actId="1076"/>
          <ac:spMkLst>
            <pc:docMk/>
            <pc:sldMk cId="3738036891" sldId="273"/>
            <ac:spMk id="17" creationId="{F3A7F8B4-5191-DE24-414D-A2038000C3E9}"/>
          </ac:spMkLst>
        </pc:spChg>
        <pc:spChg chg="mod">
          <ac:chgData name="Amelie Parker" userId="7d57f269b0755328" providerId="LiveId" clId="{56B2A1D9-F472-4B4B-BE22-5E69862FAE80}" dt="2026-06-30T09:10:26.895" v="5" actId="20577"/>
          <ac:spMkLst>
            <pc:docMk/>
            <pc:sldMk cId="3738036891" sldId="273"/>
            <ac:spMk id="20" creationId="{3B69BAF7-66A1-3E93-2677-09BA3D09A9F4}"/>
          </ac:spMkLst>
        </pc:spChg>
        <pc:spChg chg="mod">
          <ac:chgData name="Amelie Parker" userId="7d57f269b0755328" providerId="LiveId" clId="{56B2A1D9-F472-4B4B-BE22-5E69862FAE80}" dt="2026-06-30T10:18:53.973" v="39" actId="1076"/>
          <ac:spMkLst>
            <pc:docMk/>
            <pc:sldMk cId="3738036891" sldId="273"/>
            <ac:spMk id="22" creationId="{FE7FB884-A288-1ACA-D766-A13332D32903}"/>
          </ac:spMkLst>
        </pc:spChg>
        <pc:spChg chg="mod">
          <ac:chgData name="Amelie Parker" userId="7d57f269b0755328" providerId="LiveId" clId="{56B2A1D9-F472-4B4B-BE22-5E69862FAE80}" dt="2026-06-30T09:32:00.065" v="25" actId="1076"/>
          <ac:spMkLst>
            <pc:docMk/>
            <pc:sldMk cId="3738036891" sldId="273"/>
            <ac:spMk id="23" creationId="{842E2E29-50C6-7E82-BCFE-196E1F875265}"/>
          </ac:spMkLst>
        </pc:spChg>
        <pc:spChg chg="mod">
          <ac:chgData name="Amelie Parker" userId="7d57f269b0755328" providerId="LiveId" clId="{56B2A1D9-F472-4B4B-BE22-5E69862FAE80}" dt="2026-06-30T10:21:17.125" v="65" actId="1076"/>
          <ac:spMkLst>
            <pc:docMk/>
            <pc:sldMk cId="3738036891" sldId="273"/>
            <ac:spMk id="26" creationId="{F61E64B6-3A0E-3409-07D6-660F5D1A02C2}"/>
          </ac:spMkLst>
        </pc:spChg>
        <pc:spChg chg="mod">
          <ac:chgData name="Amelie Parker" userId="7d57f269b0755328" providerId="LiveId" clId="{56B2A1D9-F472-4B4B-BE22-5E69862FAE80}" dt="2026-06-30T10:18:53.973" v="39" actId="1076"/>
          <ac:spMkLst>
            <pc:docMk/>
            <pc:sldMk cId="3738036891" sldId="273"/>
            <ac:spMk id="33" creationId="{9DDEAF73-903C-617F-4559-2E04A53275A1}"/>
          </ac:spMkLst>
        </pc:spChg>
        <pc:spChg chg="mod">
          <ac:chgData name="Amelie Parker" userId="7d57f269b0755328" providerId="LiveId" clId="{56B2A1D9-F472-4B4B-BE22-5E69862FAE80}" dt="2026-06-30T10:18:53.973" v="39" actId="1076"/>
          <ac:spMkLst>
            <pc:docMk/>
            <pc:sldMk cId="3738036891" sldId="273"/>
            <ac:spMk id="34" creationId="{16FD4CE0-DC12-B029-3957-D6A4BA01457C}"/>
          </ac:spMkLst>
        </pc:spChg>
        <pc:spChg chg="mod">
          <ac:chgData name="Amelie Parker" userId="7d57f269b0755328" providerId="LiveId" clId="{56B2A1D9-F472-4B4B-BE22-5E69862FAE80}" dt="2026-06-30T10:18:53.973" v="39" actId="1076"/>
          <ac:spMkLst>
            <pc:docMk/>
            <pc:sldMk cId="3738036891" sldId="273"/>
            <ac:spMk id="36" creationId="{B4A44FCD-BDAA-FFBE-7F4D-3A5EC2AC2CAB}"/>
          </ac:spMkLst>
        </pc:spChg>
        <pc:spChg chg="mod">
          <ac:chgData name="Amelie Parker" userId="7d57f269b0755328" providerId="LiveId" clId="{56B2A1D9-F472-4B4B-BE22-5E69862FAE80}" dt="2026-06-30T10:21:11.102" v="64" actId="1076"/>
          <ac:spMkLst>
            <pc:docMk/>
            <pc:sldMk cId="3738036891" sldId="273"/>
            <ac:spMk id="39" creationId="{C481E6A4-9534-E47B-3B7D-61C5685D5D28}"/>
          </ac:spMkLst>
        </pc:spChg>
        <pc:spChg chg="mod">
          <ac:chgData name="Amelie Parker" userId="7d57f269b0755328" providerId="LiveId" clId="{56B2A1D9-F472-4B4B-BE22-5E69862FAE80}" dt="2026-06-30T10:18:53.973" v="39" actId="1076"/>
          <ac:spMkLst>
            <pc:docMk/>
            <pc:sldMk cId="3738036891" sldId="273"/>
            <ac:spMk id="40" creationId="{C88D618C-DE8C-7608-2400-C1DA32777CAE}"/>
          </ac:spMkLst>
        </pc:spChg>
        <pc:spChg chg="mod">
          <ac:chgData name="Amelie Parker" userId="7d57f269b0755328" providerId="LiveId" clId="{56B2A1D9-F472-4B4B-BE22-5E69862FAE80}" dt="2026-06-30T10:18:58.444" v="40" actId="1076"/>
          <ac:spMkLst>
            <pc:docMk/>
            <pc:sldMk cId="3738036891" sldId="273"/>
            <ac:spMk id="70" creationId="{0B5AE293-E209-ED63-BB0E-5778C6BAD0F9}"/>
          </ac:spMkLst>
        </pc:spChg>
        <pc:spChg chg="mod">
          <ac:chgData name="Amelie Parker" userId="7d57f269b0755328" providerId="LiveId" clId="{56B2A1D9-F472-4B4B-BE22-5E69862FAE80}" dt="2026-06-30T10:18:53.973" v="39" actId="1076"/>
          <ac:spMkLst>
            <pc:docMk/>
            <pc:sldMk cId="3738036891" sldId="273"/>
            <ac:spMk id="76" creationId="{9A96B96A-FD1D-7723-A058-C78C5CF30AA9}"/>
          </ac:spMkLst>
        </pc:spChg>
        <pc:spChg chg="mod">
          <ac:chgData name="Amelie Parker" userId="7d57f269b0755328" providerId="LiveId" clId="{56B2A1D9-F472-4B4B-BE22-5E69862FAE80}" dt="2026-06-30T10:19:22.220" v="62" actId="20577"/>
          <ac:spMkLst>
            <pc:docMk/>
            <pc:sldMk cId="3738036891" sldId="273"/>
            <ac:spMk id="107" creationId="{0CE27853-DC12-3DC8-9634-48537CB01504}"/>
          </ac:spMkLst>
        </pc:spChg>
        <pc:spChg chg="mod">
          <ac:chgData name="Amelie Parker" userId="7d57f269b0755328" providerId="LiveId" clId="{56B2A1D9-F472-4B4B-BE22-5E69862FAE80}" dt="2026-07-13T03:28:05.332" v="1581" actId="1076"/>
          <ac:spMkLst>
            <pc:docMk/>
            <pc:sldMk cId="3738036891" sldId="273"/>
            <ac:spMk id="109" creationId="{54FF5849-172C-6B23-D2EB-05B9DDACF484}"/>
          </ac:spMkLst>
        </pc:spChg>
        <pc:spChg chg="mod">
          <ac:chgData name="Amelie Parker" userId="7d57f269b0755328" providerId="LiveId" clId="{56B2A1D9-F472-4B4B-BE22-5E69862FAE80}" dt="2026-06-30T10:19:14.546" v="56" actId="20577"/>
          <ac:spMkLst>
            <pc:docMk/>
            <pc:sldMk cId="3738036891" sldId="273"/>
            <ac:spMk id="111" creationId="{85C985C2-8DF3-77A9-7940-7AD9F654B37D}"/>
          </ac:spMkLst>
        </pc:spChg>
        <pc:spChg chg="mod">
          <ac:chgData name="Amelie Parker" userId="7d57f269b0755328" providerId="LiveId" clId="{56B2A1D9-F472-4B4B-BE22-5E69862FAE80}" dt="2026-06-30T10:18:53.973" v="39" actId="1076"/>
          <ac:spMkLst>
            <pc:docMk/>
            <pc:sldMk cId="3738036891" sldId="273"/>
            <ac:spMk id="113" creationId="{4D0E4514-193E-F626-217D-0B04BBBFA7E8}"/>
          </ac:spMkLst>
        </pc:spChg>
        <pc:spChg chg="mod">
          <ac:chgData name="Amelie Parker" userId="7d57f269b0755328" providerId="LiveId" clId="{56B2A1D9-F472-4B4B-BE22-5E69862FAE80}" dt="2026-06-30T09:32:06.713" v="26" actId="1076"/>
          <ac:spMkLst>
            <pc:docMk/>
            <pc:sldMk cId="3738036891" sldId="273"/>
            <ac:spMk id="114" creationId="{636E4746-A03D-CFD2-8D5E-0E947D6CB39F}"/>
          </ac:spMkLst>
        </pc:spChg>
        <pc:spChg chg="mod">
          <ac:chgData name="Amelie Parker" userId="7d57f269b0755328" providerId="LiveId" clId="{56B2A1D9-F472-4B4B-BE22-5E69862FAE80}" dt="2026-07-14T02:46:07.644" v="1740" actId="20577"/>
          <ac:spMkLst>
            <pc:docMk/>
            <pc:sldMk cId="3738036891" sldId="273"/>
            <ac:spMk id="115" creationId="{9912E13E-A372-A2C5-E08C-C8B8E8922365}"/>
          </ac:spMkLst>
        </pc:spChg>
        <pc:spChg chg="mod">
          <ac:chgData name="Amelie Parker" userId="7d57f269b0755328" providerId="LiveId" clId="{56B2A1D9-F472-4B4B-BE22-5E69862FAE80}" dt="2026-06-30T09:32:06.713" v="26" actId="1076"/>
          <ac:spMkLst>
            <pc:docMk/>
            <pc:sldMk cId="3738036891" sldId="273"/>
            <ac:spMk id="116" creationId="{75B5F35E-5C02-0323-01F5-611E534A644A}"/>
          </ac:spMkLst>
        </pc:spChg>
        <pc:graphicFrameChg chg="mod modGraphic">
          <ac:chgData name="Amelie Parker" userId="7d57f269b0755328" providerId="LiveId" clId="{56B2A1D9-F472-4B4B-BE22-5E69862FAE80}" dt="2026-07-13T03:28:44.951" v="1583" actId="20577"/>
          <ac:graphicFrameMkLst>
            <pc:docMk/>
            <pc:sldMk cId="3738036891" sldId="273"/>
            <ac:graphicFrameMk id="45" creationId="{7784D2D9-F71C-A1AB-D88F-863FC27C6659}"/>
          </ac:graphicFrameMkLst>
        </pc:graphicFrameChg>
      </pc:sldChg>
      <pc:sldChg chg="modSp mod">
        <pc:chgData name="Amelie Parker" userId="7d57f269b0755328" providerId="LiveId" clId="{56B2A1D9-F472-4B4B-BE22-5E69862FAE80}" dt="2026-07-16T04:59:48.576" v="1751" actId="20577"/>
        <pc:sldMkLst>
          <pc:docMk/>
          <pc:sldMk cId="3786064470" sldId="275"/>
        </pc:sldMkLst>
        <pc:spChg chg="mod">
          <ac:chgData name="Amelie Parker" userId="7d57f269b0755328" providerId="LiveId" clId="{56B2A1D9-F472-4B4B-BE22-5E69862FAE80}" dt="2026-07-16T04:59:48.576" v="1751" actId="20577"/>
          <ac:spMkLst>
            <pc:docMk/>
            <pc:sldMk cId="3786064470" sldId="275"/>
            <ac:spMk id="12" creationId="{674CFB9A-2BFA-B393-94CF-2A7CC80F221E}"/>
          </ac:spMkLst>
        </pc:spChg>
        <pc:spChg chg="mod">
          <ac:chgData name="Amelie Parker" userId="7d57f269b0755328" providerId="LiveId" clId="{56B2A1D9-F472-4B4B-BE22-5E69862FAE80}" dt="2026-07-13T04:04:58.472" v="1644" actId="1076"/>
          <ac:spMkLst>
            <pc:docMk/>
            <pc:sldMk cId="3786064470" sldId="275"/>
            <ac:spMk id="16" creationId="{88A70FE5-7BF9-4477-ACD5-54AC17A9A34B}"/>
          </ac:spMkLst>
        </pc:spChg>
        <pc:spChg chg="mod">
          <ac:chgData name="Amelie Parker" userId="7d57f269b0755328" providerId="LiveId" clId="{56B2A1D9-F472-4B4B-BE22-5E69862FAE80}" dt="2026-07-13T04:04:38.069" v="1641" actId="1076"/>
          <ac:spMkLst>
            <pc:docMk/>
            <pc:sldMk cId="3786064470" sldId="275"/>
            <ac:spMk id="19" creationId="{1ADE07B9-2AB1-EFD3-AFB6-5F739A95EFE7}"/>
          </ac:spMkLst>
        </pc:spChg>
        <pc:spChg chg="mod">
          <ac:chgData name="Amelie Parker" userId="7d57f269b0755328" providerId="LiveId" clId="{56B2A1D9-F472-4B4B-BE22-5E69862FAE80}" dt="2026-06-30T12:58:42.717" v="1242" actId="1076"/>
          <ac:spMkLst>
            <pc:docMk/>
            <pc:sldMk cId="3786064470" sldId="275"/>
            <ac:spMk id="78" creationId="{545397C4-6719-0A67-C727-EA905B0C5C57}"/>
          </ac:spMkLst>
        </pc:spChg>
        <pc:spChg chg="mod">
          <ac:chgData name="Amelie Parker" userId="7d57f269b0755328" providerId="LiveId" clId="{56B2A1D9-F472-4B4B-BE22-5E69862FAE80}" dt="2026-07-13T04:04:43.498" v="1642" actId="1076"/>
          <ac:spMkLst>
            <pc:docMk/>
            <pc:sldMk cId="3786064470" sldId="275"/>
            <ac:spMk id="90" creationId="{ED86B059-0E14-3463-F005-9D7D7557579A}"/>
          </ac:spMkLst>
        </pc:spChg>
        <pc:spChg chg="mod">
          <ac:chgData name="Amelie Parker" userId="7d57f269b0755328" providerId="LiveId" clId="{56B2A1D9-F472-4B4B-BE22-5E69862FAE80}" dt="2026-07-13T04:04:58.472" v="1644" actId="1076"/>
          <ac:spMkLst>
            <pc:docMk/>
            <pc:sldMk cId="3786064470" sldId="275"/>
            <ac:spMk id="91" creationId="{E8F622FD-BA44-6F54-D545-2EFA14DFA722}"/>
          </ac:spMkLst>
        </pc:spChg>
        <pc:spChg chg="mod">
          <ac:chgData name="Amelie Parker" userId="7d57f269b0755328" providerId="LiveId" clId="{56B2A1D9-F472-4B4B-BE22-5E69862FAE80}" dt="2026-07-13T04:04:43.498" v="1642" actId="1076"/>
          <ac:spMkLst>
            <pc:docMk/>
            <pc:sldMk cId="3786064470" sldId="275"/>
            <ac:spMk id="93" creationId="{72651DA2-7B24-8E4D-EE69-65CC6582A1BF}"/>
          </ac:spMkLst>
        </pc:spChg>
      </pc:sldChg>
      <pc:sldChg chg="modSp mod">
        <pc:chgData name="Amelie Parker" userId="7d57f269b0755328" providerId="LiveId" clId="{56B2A1D9-F472-4B4B-BE22-5E69862FAE80}" dt="2026-07-13T04:57:31.351" v="1665" actId="1076"/>
        <pc:sldMkLst>
          <pc:docMk/>
          <pc:sldMk cId="3048242775" sldId="277"/>
        </pc:sldMkLst>
        <pc:spChg chg="mod">
          <ac:chgData name="Amelie Parker" userId="7d57f269b0755328" providerId="LiveId" clId="{56B2A1D9-F472-4B4B-BE22-5E69862FAE80}" dt="2026-06-30T11:51:55.245" v="188" actId="1076"/>
          <ac:spMkLst>
            <pc:docMk/>
            <pc:sldMk cId="3048242775" sldId="277"/>
            <ac:spMk id="2" creationId="{7AE1700C-8B86-ECEB-C982-5F8EBE57E0D7}"/>
          </ac:spMkLst>
        </pc:spChg>
        <pc:spChg chg="mod">
          <ac:chgData name="Amelie Parker" userId="7d57f269b0755328" providerId="LiveId" clId="{56B2A1D9-F472-4B4B-BE22-5E69862FAE80}" dt="2026-06-30T11:51:42.655" v="187" actId="1076"/>
          <ac:spMkLst>
            <pc:docMk/>
            <pc:sldMk cId="3048242775" sldId="277"/>
            <ac:spMk id="13" creationId="{993C6CAC-6266-E2BF-7EAA-2F1EF77B1897}"/>
          </ac:spMkLst>
        </pc:spChg>
        <pc:spChg chg="mod">
          <ac:chgData name="Amelie Parker" userId="7d57f269b0755328" providerId="LiveId" clId="{56B2A1D9-F472-4B4B-BE22-5E69862FAE80}" dt="2026-06-30T11:51:42.655" v="187" actId="1076"/>
          <ac:spMkLst>
            <pc:docMk/>
            <pc:sldMk cId="3048242775" sldId="277"/>
            <ac:spMk id="19" creationId="{79F13396-2C63-5725-B2FC-119C88E611A3}"/>
          </ac:spMkLst>
        </pc:spChg>
        <pc:spChg chg="mod">
          <ac:chgData name="Amelie Parker" userId="7d57f269b0755328" providerId="LiveId" clId="{56B2A1D9-F472-4B4B-BE22-5E69862FAE80}" dt="2026-07-13T04:56:02.471" v="1662" actId="1076"/>
          <ac:spMkLst>
            <pc:docMk/>
            <pc:sldMk cId="3048242775" sldId="277"/>
            <ac:spMk id="27" creationId="{39E4F1EE-4F23-7D81-7AE1-1E649CFC4BCA}"/>
          </ac:spMkLst>
        </pc:spChg>
        <pc:spChg chg="mod">
          <ac:chgData name="Amelie Parker" userId="7d57f269b0755328" providerId="LiveId" clId="{56B2A1D9-F472-4B4B-BE22-5E69862FAE80}" dt="2026-07-13T04:56:10.805" v="1663" actId="1076"/>
          <ac:spMkLst>
            <pc:docMk/>
            <pc:sldMk cId="3048242775" sldId="277"/>
            <ac:spMk id="28" creationId="{4DE003D9-0BD9-223D-E5A9-C587A5B3A653}"/>
          </ac:spMkLst>
        </pc:spChg>
        <pc:spChg chg="mod">
          <ac:chgData name="Amelie Parker" userId="7d57f269b0755328" providerId="LiveId" clId="{56B2A1D9-F472-4B4B-BE22-5E69862FAE80}" dt="2026-07-13T03:39:16.281" v="1593" actId="20577"/>
          <ac:spMkLst>
            <pc:docMk/>
            <pc:sldMk cId="3048242775" sldId="277"/>
            <ac:spMk id="31" creationId="{839DDD11-C9D7-975E-D491-1257340EBA02}"/>
          </ac:spMkLst>
        </pc:spChg>
        <pc:spChg chg="mod">
          <ac:chgData name="Amelie Parker" userId="7d57f269b0755328" providerId="LiveId" clId="{56B2A1D9-F472-4B4B-BE22-5E69862FAE80}" dt="2026-07-13T04:57:31.351" v="1665" actId="1076"/>
          <ac:spMkLst>
            <pc:docMk/>
            <pc:sldMk cId="3048242775" sldId="277"/>
            <ac:spMk id="41" creationId="{9D6BB002-2396-B4D5-6B4F-46F23D315AE0}"/>
          </ac:spMkLst>
        </pc:spChg>
        <pc:spChg chg="mod">
          <ac:chgData name="Amelie Parker" userId="7d57f269b0755328" providerId="LiveId" clId="{56B2A1D9-F472-4B4B-BE22-5E69862FAE80}" dt="2026-06-30T11:51:16.059" v="163" actId="5793"/>
          <ac:spMkLst>
            <pc:docMk/>
            <pc:sldMk cId="3048242775" sldId="277"/>
            <ac:spMk id="45" creationId="{44202CB1-409A-8DC2-E4E5-2F9FFE3E99FC}"/>
          </ac:spMkLst>
        </pc:spChg>
        <pc:spChg chg="mod">
          <ac:chgData name="Amelie Parker" userId="7d57f269b0755328" providerId="LiveId" clId="{56B2A1D9-F472-4B4B-BE22-5E69862FAE80}" dt="2026-07-13T04:56:14.151" v="1664" actId="1076"/>
          <ac:spMkLst>
            <pc:docMk/>
            <pc:sldMk cId="3048242775" sldId="277"/>
            <ac:spMk id="48" creationId="{833DFD6C-3833-DD5E-8299-8957E987EAF6}"/>
          </ac:spMkLst>
        </pc:spChg>
        <pc:spChg chg="mod">
          <ac:chgData name="Amelie Parker" userId="7d57f269b0755328" providerId="LiveId" clId="{56B2A1D9-F472-4B4B-BE22-5E69862FAE80}" dt="2026-06-30T11:51:25.813" v="175" actId="313"/>
          <ac:spMkLst>
            <pc:docMk/>
            <pc:sldMk cId="3048242775" sldId="277"/>
            <ac:spMk id="51" creationId="{3A2363E0-4429-A6C2-BD85-04686392540D}"/>
          </ac:spMkLst>
        </pc:spChg>
        <pc:spChg chg="mod">
          <ac:chgData name="Amelie Parker" userId="7d57f269b0755328" providerId="LiveId" clId="{56B2A1D9-F472-4B4B-BE22-5E69862FAE80}" dt="2026-06-30T11:51:31.763" v="186" actId="20577"/>
          <ac:spMkLst>
            <pc:docMk/>
            <pc:sldMk cId="3048242775" sldId="277"/>
            <ac:spMk id="52" creationId="{5DAEE054-C685-33D2-6AA5-DD577FE1A4EA}"/>
          </ac:spMkLst>
        </pc:spChg>
      </pc:sldChg>
      <pc:sldChg chg="modSp mod">
        <pc:chgData name="Amelie Parker" userId="7d57f269b0755328" providerId="LiveId" clId="{56B2A1D9-F472-4B4B-BE22-5E69862FAE80}" dt="2026-07-13T04:04:24.206" v="1639" actId="20577"/>
        <pc:sldMkLst>
          <pc:docMk/>
          <pc:sldMk cId="1153433357" sldId="278"/>
        </pc:sldMkLst>
        <pc:spChg chg="mod">
          <ac:chgData name="Amelie Parker" userId="7d57f269b0755328" providerId="LiveId" clId="{56B2A1D9-F472-4B4B-BE22-5E69862FAE80}" dt="2026-06-30T12:57:16.387" v="1237" actId="1076"/>
          <ac:spMkLst>
            <pc:docMk/>
            <pc:sldMk cId="1153433357" sldId="278"/>
            <ac:spMk id="3" creationId="{502291C4-ADDD-0671-6C32-4F134A8ED5A9}"/>
          </ac:spMkLst>
        </pc:spChg>
        <pc:spChg chg="mod">
          <ac:chgData name="Amelie Parker" userId="7d57f269b0755328" providerId="LiveId" clId="{56B2A1D9-F472-4B4B-BE22-5E69862FAE80}" dt="2026-06-30T12:57:39.340" v="1240" actId="1076"/>
          <ac:spMkLst>
            <pc:docMk/>
            <pc:sldMk cId="1153433357" sldId="278"/>
            <ac:spMk id="8" creationId="{8F42F9C8-F09B-ADC7-D1CF-30047B1B6DE0}"/>
          </ac:spMkLst>
        </pc:spChg>
        <pc:spChg chg="mod">
          <ac:chgData name="Amelie Parker" userId="7d57f269b0755328" providerId="LiveId" clId="{56B2A1D9-F472-4B4B-BE22-5E69862FAE80}" dt="2026-06-30T12:57:43.861" v="1241" actId="1076"/>
          <ac:spMkLst>
            <pc:docMk/>
            <pc:sldMk cId="1153433357" sldId="278"/>
            <ac:spMk id="12" creationId="{8BD686AB-8027-4BBE-ACFD-264774ECE967}"/>
          </ac:spMkLst>
        </pc:spChg>
        <pc:spChg chg="mod">
          <ac:chgData name="Amelie Parker" userId="7d57f269b0755328" providerId="LiveId" clId="{56B2A1D9-F472-4B4B-BE22-5E69862FAE80}" dt="2026-06-30T12:57:16.387" v="1237" actId="1076"/>
          <ac:spMkLst>
            <pc:docMk/>
            <pc:sldMk cId="1153433357" sldId="278"/>
            <ac:spMk id="16" creationId="{1D09258C-1917-04E6-2937-F2A1CE3E65B0}"/>
          </ac:spMkLst>
        </pc:spChg>
        <pc:spChg chg="mod">
          <ac:chgData name="Amelie Parker" userId="7d57f269b0755328" providerId="LiveId" clId="{56B2A1D9-F472-4B4B-BE22-5E69862FAE80}" dt="2026-06-30T12:57:16.387" v="1237" actId="1076"/>
          <ac:spMkLst>
            <pc:docMk/>
            <pc:sldMk cId="1153433357" sldId="278"/>
            <ac:spMk id="17" creationId="{52F1A5B2-D811-B949-24E9-EC5B4587C6D0}"/>
          </ac:spMkLst>
        </pc:spChg>
        <pc:spChg chg="mod">
          <ac:chgData name="Amelie Parker" userId="7d57f269b0755328" providerId="LiveId" clId="{56B2A1D9-F472-4B4B-BE22-5E69862FAE80}" dt="2026-06-30T12:57:16.387" v="1237" actId="1076"/>
          <ac:spMkLst>
            <pc:docMk/>
            <pc:sldMk cId="1153433357" sldId="278"/>
            <ac:spMk id="18" creationId="{5B0790D6-2F5E-BA7C-942E-3BAC0F8CEC52}"/>
          </ac:spMkLst>
        </pc:spChg>
        <pc:spChg chg="mod">
          <ac:chgData name="Amelie Parker" userId="7d57f269b0755328" providerId="LiveId" clId="{56B2A1D9-F472-4B4B-BE22-5E69862FAE80}" dt="2026-07-13T04:00:27.380" v="1611" actId="1076"/>
          <ac:spMkLst>
            <pc:docMk/>
            <pc:sldMk cId="1153433357" sldId="278"/>
            <ac:spMk id="23" creationId="{AB8D4C32-BB80-874F-907C-282541A673AE}"/>
          </ac:spMkLst>
        </pc:spChg>
        <pc:spChg chg="mod">
          <ac:chgData name="Amelie Parker" userId="7d57f269b0755328" providerId="LiveId" clId="{56B2A1D9-F472-4B4B-BE22-5E69862FAE80}" dt="2026-06-30T12:57:39.340" v="1240" actId="1076"/>
          <ac:spMkLst>
            <pc:docMk/>
            <pc:sldMk cId="1153433357" sldId="278"/>
            <ac:spMk id="24" creationId="{C855E093-255F-FC3A-B1BA-22CEBB65BD72}"/>
          </ac:spMkLst>
        </pc:spChg>
        <pc:spChg chg="mod">
          <ac:chgData name="Amelie Parker" userId="7d57f269b0755328" providerId="LiveId" clId="{56B2A1D9-F472-4B4B-BE22-5E69862FAE80}" dt="2026-06-30T12:57:39.340" v="1240" actId="1076"/>
          <ac:spMkLst>
            <pc:docMk/>
            <pc:sldMk cId="1153433357" sldId="278"/>
            <ac:spMk id="25" creationId="{AA0902E1-6A3E-980F-31A3-39AF9E1EEA96}"/>
          </ac:spMkLst>
        </pc:spChg>
        <pc:spChg chg="mod">
          <ac:chgData name="Amelie Parker" userId="7d57f269b0755328" providerId="LiveId" clId="{56B2A1D9-F472-4B4B-BE22-5E69862FAE80}" dt="2026-07-13T04:00:20.373" v="1609" actId="1076"/>
          <ac:spMkLst>
            <pc:docMk/>
            <pc:sldMk cId="1153433357" sldId="278"/>
            <ac:spMk id="27" creationId="{4ED2DB5C-2148-C1E2-75CF-6C927CAB5FCC}"/>
          </ac:spMkLst>
        </pc:spChg>
        <pc:spChg chg="mod">
          <ac:chgData name="Amelie Parker" userId="7d57f269b0755328" providerId="LiveId" clId="{56B2A1D9-F472-4B4B-BE22-5E69862FAE80}" dt="2026-07-13T04:00:13.752" v="1607" actId="1076"/>
          <ac:spMkLst>
            <pc:docMk/>
            <pc:sldMk cId="1153433357" sldId="278"/>
            <ac:spMk id="28" creationId="{1EDBCF54-189A-4203-4E0A-BFD23BB9A9B8}"/>
          </ac:spMkLst>
        </pc:spChg>
        <pc:spChg chg="mod">
          <ac:chgData name="Amelie Parker" userId="7d57f269b0755328" providerId="LiveId" clId="{56B2A1D9-F472-4B4B-BE22-5E69862FAE80}" dt="2026-06-30T12:57:23.413" v="1238" actId="1076"/>
          <ac:spMkLst>
            <pc:docMk/>
            <pc:sldMk cId="1153433357" sldId="278"/>
            <ac:spMk id="29" creationId="{A7270835-90C7-F497-D00A-80C196AD9CAD}"/>
          </ac:spMkLst>
        </pc:spChg>
        <pc:spChg chg="mod">
          <ac:chgData name="Amelie Parker" userId="7d57f269b0755328" providerId="LiveId" clId="{56B2A1D9-F472-4B4B-BE22-5E69862FAE80}" dt="2026-07-13T04:00:34.082" v="1613" actId="1076"/>
          <ac:spMkLst>
            <pc:docMk/>
            <pc:sldMk cId="1153433357" sldId="278"/>
            <ac:spMk id="30" creationId="{7B11E090-4E27-2816-FE22-29AEF591F2CC}"/>
          </ac:spMkLst>
        </pc:spChg>
        <pc:spChg chg="mod">
          <ac:chgData name="Amelie Parker" userId="7d57f269b0755328" providerId="LiveId" clId="{56B2A1D9-F472-4B4B-BE22-5E69862FAE80}" dt="2026-06-30T12:57:16.387" v="1237" actId="1076"/>
          <ac:spMkLst>
            <pc:docMk/>
            <pc:sldMk cId="1153433357" sldId="278"/>
            <ac:spMk id="31" creationId="{AABC6287-7AF8-5801-1499-BDAA9FF3921F}"/>
          </ac:spMkLst>
        </pc:spChg>
        <pc:spChg chg="mod">
          <ac:chgData name="Amelie Parker" userId="7d57f269b0755328" providerId="LiveId" clId="{56B2A1D9-F472-4B4B-BE22-5E69862FAE80}" dt="2026-06-30T12:57:16.387" v="1237" actId="1076"/>
          <ac:spMkLst>
            <pc:docMk/>
            <pc:sldMk cId="1153433357" sldId="278"/>
            <ac:spMk id="32" creationId="{7B3583E6-007B-2358-6C36-EA053CB66D0E}"/>
          </ac:spMkLst>
        </pc:spChg>
        <pc:spChg chg="mod">
          <ac:chgData name="Amelie Parker" userId="7d57f269b0755328" providerId="LiveId" clId="{56B2A1D9-F472-4B4B-BE22-5E69862FAE80}" dt="2026-06-30T12:57:16.387" v="1237" actId="1076"/>
          <ac:spMkLst>
            <pc:docMk/>
            <pc:sldMk cId="1153433357" sldId="278"/>
            <ac:spMk id="33" creationId="{4E798244-3868-9D5C-F885-C27426799A8A}"/>
          </ac:spMkLst>
        </pc:spChg>
        <pc:spChg chg="mod">
          <ac:chgData name="Amelie Parker" userId="7d57f269b0755328" providerId="LiveId" clId="{56B2A1D9-F472-4B4B-BE22-5E69862FAE80}" dt="2026-06-30T12:57:16.387" v="1237" actId="1076"/>
          <ac:spMkLst>
            <pc:docMk/>
            <pc:sldMk cId="1153433357" sldId="278"/>
            <ac:spMk id="34" creationId="{2658F77F-3159-3AF5-60C8-CA70A5437917}"/>
          </ac:spMkLst>
        </pc:spChg>
        <pc:spChg chg="mod">
          <ac:chgData name="Amelie Parker" userId="7d57f269b0755328" providerId="LiveId" clId="{56B2A1D9-F472-4B4B-BE22-5E69862FAE80}" dt="2026-07-13T04:00:42.982" v="1615" actId="1076"/>
          <ac:spMkLst>
            <pc:docMk/>
            <pc:sldMk cId="1153433357" sldId="278"/>
            <ac:spMk id="35" creationId="{4B4DF569-EE57-DF0F-CD9C-C1596195B00C}"/>
          </ac:spMkLst>
        </pc:spChg>
        <pc:spChg chg="mod">
          <ac:chgData name="Amelie Parker" userId="7d57f269b0755328" providerId="LiveId" clId="{56B2A1D9-F472-4B4B-BE22-5E69862FAE80}" dt="2026-06-30T12:57:16.387" v="1237" actId="1076"/>
          <ac:spMkLst>
            <pc:docMk/>
            <pc:sldMk cId="1153433357" sldId="278"/>
            <ac:spMk id="37" creationId="{3E0441B0-0139-7C6A-B312-C1916ACE6C42}"/>
          </ac:spMkLst>
        </pc:spChg>
        <pc:spChg chg="mod">
          <ac:chgData name="Amelie Parker" userId="7d57f269b0755328" providerId="LiveId" clId="{56B2A1D9-F472-4B4B-BE22-5E69862FAE80}" dt="2026-07-13T04:00:46.738" v="1616" actId="14100"/>
          <ac:spMkLst>
            <pc:docMk/>
            <pc:sldMk cId="1153433357" sldId="278"/>
            <ac:spMk id="38" creationId="{39D9461B-9C87-8AB3-7ABB-00C5183F6F81}"/>
          </ac:spMkLst>
        </pc:spChg>
        <pc:spChg chg="mod">
          <ac:chgData name="Amelie Parker" userId="7d57f269b0755328" providerId="LiveId" clId="{56B2A1D9-F472-4B4B-BE22-5E69862FAE80}" dt="2026-06-30T12:57:39.340" v="1240" actId="1076"/>
          <ac:spMkLst>
            <pc:docMk/>
            <pc:sldMk cId="1153433357" sldId="278"/>
            <ac:spMk id="40" creationId="{3ED2E317-E182-4B57-36F3-69EA21352EDE}"/>
          </ac:spMkLst>
        </pc:spChg>
        <pc:spChg chg="mod">
          <ac:chgData name="Amelie Parker" userId="7d57f269b0755328" providerId="LiveId" clId="{56B2A1D9-F472-4B4B-BE22-5E69862FAE80}" dt="2026-06-30T12:57:39.340" v="1240" actId="1076"/>
          <ac:spMkLst>
            <pc:docMk/>
            <pc:sldMk cId="1153433357" sldId="278"/>
            <ac:spMk id="41" creationId="{6A5E6AE0-40BD-58B4-AB14-A85C03D0C84F}"/>
          </ac:spMkLst>
        </pc:spChg>
        <pc:spChg chg="mod">
          <ac:chgData name="Amelie Parker" userId="7d57f269b0755328" providerId="LiveId" clId="{56B2A1D9-F472-4B4B-BE22-5E69862FAE80}" dt="2026-06-30T12:57:39.340" v="1240" actId="1076"/>
          <ac:spMkLst>
            <pc:docMk/>
            <pc:sldMk cId="1153433357" sldId="278"/>
            <ac:spMk id="47" creationId="{29E93BBA-7D5B-ED5A-5FE0-56A306F42485}"/>
          </ac:spMkLst>
        </pc:spChg>
        <pc:spChg chg="mod">
          <ac:chgData name="Amelie Parker" userId="7d57f269b0755328" providerId="LiveId" clId="{56B2A1D9-F472-4B4B-BE22-5E69862FAE80}" dt="2026-07-13T04:00:50.526" v="1617" actId="1076"/>
          <ac:spMkLst>
            <pc:docMk/>
            <pc:sldMk cId="1153433357" sldId="278"/>
            <ac:spMk id="48" creationId="{8CAA9F65-43CE-898D-7040-9B0F76288C1D}"/>
          </ac:spMkLst>
        </pc:spChg>
        <pc:spChg chg="mod">
          <ac:chgData name="Amelie Parker" userId="7d57f269b0755328" providerId="LiveId" clId="{56B2A1D9-F472-4B4B-BE22-5E69862FAE80}" dt="2026-06-30T12:57:39.340" v="1240" actId="1076"/>
          <ac:spMkLst>
            <pc:docMk/>
            <pc:sldMk cId="1153433357" sldId="278"/>
            <ac:spMk id="49" creationId="{A943134B-25DD-A04D-3F8C-45DF59E9AD97}"/>
          </ac:spMkLst>
        </pc:spChg>
        <pc:graphicFrameChg chg="modGraphic">
          <ac:chgData name="Amelie Parker" userId="7d57f269b0755328" providerId="LiveId" clId="{56B2A1D9-F472-4B4B-BE22-5E69862FAE80}" dt="2026-07-13T04:04:24.206" v="1639" actId="20577"/>
          <ac:graphicFrameMkLst>
            <pc:docMk/>
            <pc:sldMk cId="1153433357" sldId="278"/>
            <ac:graphicFrameMk id="9" creationId="{3778A1D7-4345-62F9-CD7D-6BC4BC5A59F3}"/>
          </ac:graphicFrameMkLst>
        </pc:graphicFrameChg>
        <pc:graphicFrameChg chg="modGraphic">
          <ac:chgData name="Amelie Parker" userId="7d57f269b0755328" providerId="LiveId" clId="{56B2A1D9-F472-4B4B-BE22-5E69862FAE80}" dt="2026-06-30T23:46:01.095" v="1578" actId="20577"/>
          <ac:graphicFrameMkLst>
            <pc:docMk/>
            <pc:sldMk cId="1153433357" sldId="278"/>
            <ac:graphicFrameMk id="26" creationId="{B8E3C9AC-7830-188B-B329-A16BDFCCA4DA}"/>
          </ac:graphicFrameMkLst>
        </pc:graphicFrameChg>
        <pc:cxnChg chg="mod">
          <ac:chgData name="Amelie Parker" userId="7d57f269b0755328" providerId="LiveId" clId="{56B2A1D9-F472-4B4B-BE22-5E69862FAE80}" dt="2026-06-30T12:57:28.727" v="1239" actId="1076"/>
          <ac:cxnSpMkLst>
            <pc:docMk/>
            <pc:sldMk cId="1153433357" sldId="278"/>
            <ac:cxnSpMk id="111" creationId="{A0DBBF4D-CF44-AE3F-6480-E0177AAE8149}"/>
          </ac:cxnSpMkLst>
        </pc:cxnChg>
      </pc:sldChg>
      <pc:sldChg chg="delSp modSp mod ord">
        <pc:chgData name="Amelie Parker" userId="7d57f269b0755328" providerId="LiveId" clId="{56B2A1D9-F472-4B4B-BE22-5E69862FAE80}" dt="2026-07-13T04:55:26.504" v="1661" actId="1076"/>
        <pc:sldMkLst>
          <pc:docMk/>
          <pc:sldMk cId="1191427795" sldId="279"/>
        </pc:sldMkLst>
        <pc:spChg chg="mod">
          <ac:chgData name="Amelie Parker" userId="7d57f269b0755328" providerId="LiveId" clId="{56B2A1D9-F472-4B4B-BE22-5E69862FAE80}" dt="2026-06-30T10:22:31.868" v="70" actId="1076"/>
          <ac:spMkLst>
            <pc:docMk/>
            <pc:sldMk cId="1191427795" sldId="279"/>
            <ac:spMk id="9" creationId="{4E269240-5C74-E3A7-39D6-042748C15889}"/>
          </ac:spMkLst>
        </pc:spChg>
        <pc:spChg chg="mod">
          <ac:chgData name="Amelie Parker" userId="7d57f269b0755328" providerId="LiveId" clId="{56B2A1D9-F472-4B4B-BE22-5E69862FAE80}" dt="2026-07-13T04:55:22.236" v="1660" actId="1076"/>
          <ac:spMkLst>
            <pc:docMk/>
            <pc:sldMk cId="1191427795" sldId="279"/>
            <ac:spMk id="10" creationId="{BA394958-4AC4-464B-59AE-4F234D82241A}"/>
          </ac:spMkLst>
        </pc:spChg>
        <pc:spChg chg="mod">
          <ac:chgData name="Amelie Parker" userId="7d57f269b0755328" providerId="LiveId" clId="{56B2A1D9-F472-4B4B-BE22-5E69862FAE80}" dt="2026-07-13T04:54:57.253" v="1654" actId="1076"/>
          <ac:spMkLst>
            <pc:docMk/>
            <pc:sldMk cId="1191427795" sldId="279"/>
            <ac:spMk id="12" creationId="{6F6B1FFD-046A-8EAA-70B7-A3D33CF471A3}"/>
          </ac:spMkLst>
        </pc:spChg>
        <pc:spChg chg="mod">
          <ac:chgData name="Amelie Parker" userId="7d57f269b0755328" providerId="LiveId" clId="{56B2A1D9-F472-4B4B-BE22-5E69862FAE80}" dt="2026-07-13T04:54:57.253" v="1654" actId="1076"/>
          <ac:spMkLst>
            <pc:docMk/>
            <pc:sldMk cId="1191427795" sldId="279"/>
            <ac:spMk id="13" creationId="{197E2F4E-BA21-666F-C06A-DFF56C58EC98}"/>
          </ac:spMkLst>
        </pc:spChg>
        <pc:spChg chg="mod">
          <ac:chgData name="Amelie Parker" userId="7d57f269b0755328" providerId="LiveId" clId="{56B2A1D9-F472-4B4B-BE22-5E69862FAE80}" dt="2026-06-30T10:22:17.409" v="68" actId="1076"/>
          <ac:spMkLst>
            <pc:docMk/>
            <pc:sldMk cId="1191427795" sldId="279"/>
            <ac:spMk id="21" creationId="{33DD7482-3722-463C-D5AF-66AFE569A194}"/>
          </ac:spMkLst>
        </pc:spChg>
        <pc:spChg chg="mod">
          <ac:chgData name="Amelie Parker" userId="7d57f269b0755328" providerId="LiveId" clId="{56B2A1D9-F472-4B4B-BE22-5E69862FAE80}" dt="2026-06-30T10:22:06.908" v="67" actId="1076"/>
          <ac:spMkLst>
            <pc:docMk/>
            <pc:sldMk cId="1191427795" sldId="279"/>
            <ac:spMk id="23" creationId="{B777D1DF-4178-8BA1-45B6-DA523C2A3093}"/>
          </ac:spMkLst>
        </pc:spChg>
        <pc:spChg chg="mod">
          <ac:chgData name="Amelie Parker" userId="7d57f269b0755328" providerId="LiveId" clId="{56B2A1D9-F472-4B4B-BE22-5E69862FAE80}" dt="2026-06-30T09:32:46.862" v="33" actId="1076"/>
          <ac:spMkLst>
            <pc:docMk/>
            <pc:sldMk cId="1191427795" sldId="279"/>
            <ac:spMk id="25" creationId="{B51DA874-956C-4B7F-C8BA-BC7C8BFDD483}"/>
          </ac:spMkLst>
        </pc:spChg>
        <pc:spChg chg="mod">
          <ac:chgData name="Amelie Parker" userId="7d57f269b0755328" providerId="LiveId" clId="{56B2A1D9-F472-4B4B-BE22-5E69862FAE80}" dt="2026-06-30T10:22:06.908" v="67" actId="1076"/>
          <ac:spMkLst>
            <pc:docMk/>
            <pc:sldMk cId="1191427795" sldId="279"/>
            <ac:spMk id="43" creationId="{8D5476D1-89CC-0AB1-C2F3-7408D9015B8D}"/>
          </ac:spMkLst>
        </pc:spChg>
        <pc:spChg chg="mod">
          <ac:chgData name="Amelie Parker" userId="7d57f269b0755328" providerId="LiveId" clId="{56B2A1D9-F472-4B4B-BE22-5E69862FAE80}" dt="2026-06-30T10:22:06.908" v="67" actId="1076"/>
          <ac:spMkLst>
            <pc:docMk/>
            <pc:sldMk cId="1191427795" sldId="279"/>
            <ac:spMk id="44" creationId="{81E4D576-3554-367A-0C26-B7A41A15F888}"/>
          </ac:spMkLst>
        </pc:spChg>
        <pc:spChg chg="mod">
          <ac:chgData name="Amelie Parker" userId="7d57f269b0755328" providerId="LiveId" clId="{56B2A1D9-F472-4B4B-BE22-5E69862FAE80}" dt="2026-06-30T10:22:06.908" v="67" actId="1076"/>
          <ac:spMkLst>
            <pc:docMk/>
            <pc:sldMk cId="1191427795" sldId="279"/>
            <ac:spMk id="47" creationId="{1F4C9645-8DE5-E3D9-48FF-5CDB3C027F99}"/>
          </ac:spMkLst>
        </pc:spChg>
        <pc:spChg chg="mod">
          <ac:chgData name="Amelie Parker" userId="7d57f269b0755328" providerId="LiveId" clId="{56B2A1D9-F472-4B4B-BE22-5E69862FAE80}" dt="2026-06-30T10:22:06.908" v="67" actId="1076"/>
          <ac:spMkLst>
            <pc:docMk/>
            <pc:sldMk cId="1191427795" sldId="279"/>
            <ac:spMk id="48" creationId="{CC5EA82A-B3B6-A0E3-6A0F-A9DD2BC01A1C}"/>
          </ac:spMkLst>
        </pc:spChg>
        <pc:spChg chg="mod">
          <ac:chgData name="Amelie Parker" userId="7d57f269b0755328" providerId="LiveId" clId="{56B2A1D9-F472-4B4B-BE22-5E69862FAE80}" dt="2026-07-13T03:29:53.311" v="1585" actId="1076"/>
          <ac:spMkLst>
            <pc:docMk/>
            <pc:sldMk cId="1191427795" sldId="279"/>
            <ac:spMk id="54" creationId="{90B46A17-BC20-573A-7F7B-5B74FF1D0D64}"/>
          </ac:spMkLst>
        </pc:spChg>
        <pc:spChg chg="mod">
          <ac:chgData name="Amelie Parker" userId="7d57f269b0755328" providerId="LiveId" clId="{56B2A1D9-F472-4B4B-BE22-5E69862FAE80}" dt="2026-07-13T04:55:26.504" v="1661" actId="1076"/>
          <ac:spMkLst>
            <pc:docMk/>
            <pc:sldMk cId="1191427795" sldId="279"/>
            <ac:spMk id="55" creationId="{FEA4F46C-F646-E4C8-6223-3DAC5DF4B131}"/>
          </ac:spMkLst>
        </pc:spChg>
        <pc:spChg chg="mod">
          <ac:chgData name="Amelie Parker" userId="7d57f269b0755328" providerId="LiveId" clId="{56B2A1D9-F472-4B4B-BE22-5E69862FAE80}" dt="2026-06-30T10:21:49.448" v="66" actId="1076"/>
          <ac:spMkLst>
            <pc:docMk/>
            <pc:sldMk cId="1191427795" sldId="279"/>
            <ac:spMk id="57" creationId="{3F60611D-64B9-6F5B-F5E7-C1E7D4CF009B}"/>
          </ac:spMkLst>
        </pc:spChg>
        <pc:spChg chg="mod">
          <ac:chgData name="Amelie Parker" userId="7d57f269b0755328" providerId="LiveId" clId="{56B2A1D9-F472-4B4B-BE22-5E69862FAE80}" dt="2026-06-30T10:22:06.908" v="67" actId="1076"/>
          <ac:spMkLst>
            <pc:docMk/>
            <pc:sldMk cId="1191427795" sldId="279"/>
            <ac:spMk id="58" creationId="{5D5904DA-8994-7535-017B-BD037CF0A955}"/>
          </ac:spMkLst>
        </pc:spChg>
        <pc:spChg chg="mod">
          <ac:chgData name="Amelie Parker" userId="7d57f269b0755328" providerId="LiveId" clId="{56B2A1D9-F472-4B4B-BE22-5E69862FAE80}" dt="2026-07-13T04:55:22.236" v="1660" actId="1076"/>
          <ac:spMkLst>
            <pc:docMk/>
            <pc:sldMk cId="1191427795" sldId="279"/>
            <ac:spMk id="60" creationId="{3C141403-C5BB-BD2B-0F96-2B5AD1466A2E}"/>
          </ac:spMkLst>
        </pc:spChg>
        <pc:spChg chg="mod">
          <ac:chgData name="Amelie Parker" userId="7d57f269b0755328" providerId="LiveId" clId="{56B2A1D9-F472-4B4B-BE22-5E69862FAE80}" dt="2026-07-13T03:29:42.687" v="1584" actId="1076"/>
          <ac:spMkLst>
            <pc:docMk/>
            <pc:sldMk cId="1191427795" sldId="279"/>
            <ac:spMk id="61" creationId="{C9759A78-187E-BAAC-F6A3-EB9E8306D34E}"/>
          </ac:spMkLst>
        </pc:spChg>
        <pc:spChg chg="mod">
          <ac:chgData name="Amelie Parker" userId="7d57f269b0755328" providerId="LiveId" clId="{56B2A1D9-F472-4B4B-BE22-5E69862FAE80}" dt="2026-07-13T04:55:26.504" v="1661" actId="1076"/>
          <ac:spMkLst>
            <pc:docMk/>
            <pc:sldMk cId="1191427795" sldId="279"/>
            <ac:spMk id="64" creationId="{74F477F6-8673-1F35-5718-7CD630600B3D}"/>
          </ac:spMkLst>
        </pc:spChg>
        <pc:spChg chg="mod">
          <ac:chgData name="Amelie Parker" userId="7d57f269b0755328" providerId="LiveId" clId="{56B2A1D9-F472-4B4B-BE22-5E69862FAE80}" dt="2026-06-30T10:22:06.908" v="67" actId="1076"/>
          <ac:spMkLst>
            <pc:docMk/>
            <pc:sldMk cId="1191427795" sldId="279"/>
            <ac:spMk id="67" creationId="{D6DA1457-8916-18EC-7AC4-8D2B5919AF5D}"/>
          </ac:spMkLst>
        </pc:spChg>
        <pc:spChg chg="mod">
          <ac:chgData name="Amelie Parker" userId="7d57f269b0755328" providerId="LiveId" clId="{56B2A1D9-F472-4B4B-BE22-5E69862FAE80}" dt="2026-06-30T10:22:06.908" v="67" actId="1076"/>
          <ac:spMkLst>
            <pc:docMk/>
            <pc:sldMk cId="1191427795" sldId="279"/>
            <ac:spMk id="68" creationId="{5BB2D0A8-4F39-996C-6812-1A007DC059D3}"/>
          </ac:spMkLst>
        </pc:spChg>
        <pc:spChg chg="mod">
          <ac:chgData name="Amelie Parker" userId="7d57f269b0755328" providerId="LiveId" clId="{56B2A1D9-F472-4B4B-BE22-5E69862FAE80}" dt="2026-06-30T10:22:06.908" v="67" actId="1076"/>
          <ac:spMkLst>
            <pc:docMk/>
            <pc:sldMk cId="1191427795" sldId="279"/>
            <ac:spMk id="69" creationId="{5E62B580-E27D-C0EB-6A52-E26A33561189}"/>
          </ac:spMkLst>
        </pc:spChg>
        <pc:spChg chg="mod">
          <ac:chgData name="Amelie Parker" userId="7d57f269b0755328" providerId="LiveId" clId="{56B2A1D9-F472-4B4B-BE22-5E69862FAE80}" dt="2026-07-13T04:54:57.253" v="1654" actId="1076"/>
          <ac:spMkLst>
            <pc:docMk/>
            <pc:sldMk cId="1191427795" sldId="279"/>
            <ac:spMk id="73" creationId="{4F8FC2AC-3759-3E29-9AAC-9291AB1C7CF5}"/>
          </ac:spMkLst>
        </pc:spChg>
        <pc:spChg chg="mod">
          <ac:chgData name="Amelie Parker" userId="7d57f269b0755328" providerId="LiveId" clId="{56B2A1D9-F472-4B4B-BE22-5E69862FAE80}" dt="2026-07-13T04:54:57.253" v="1654" actId="1076"/>
          <ac:spMkLst>
            <pc:docMk/>
            <pc:sldMk cId="1191427795" sldId="279"/>
            <ac:spMk id="74" creationId="{FCC2537E-7CC6-7DDF-BC6A-2512F7A9FE0C}"/>
          </ac:spMkLst>
        </pc:spChg>
        <pc:spChg chg="mod">
          <ac:chgData name="Amelie Parker" userId="7d57f269b0755328" providerId="LiveId" clId="{56B2A1D9-F472-4B4B-BE22-5E69862FAE80}" dt="2026-07-13T04:54:57.253" v="1654" actId="1076"/>
          <ac:spMkLst>
            <pc:docMk/>
            <pc:sldMk cId="1191427795" sldId="279"/>
            <ac:spMk id="75" creationId="{E45CB60C-9398-82F5-09D5-89CA7CDEAC74}"/>
          </ac:spMkLst>
        </pc:spChg>
        <pc:spChg chg="mod">
          <ac:chgData name="Amelie Parker" userId="7d57f269b0755328" providerId="LiveId" clId="{56B2A1D9-F472-4B4B-BE22-5E69862FAE80}" dt="2026-06-30T11:11:51.011" v="85" actId="1076"/>
          <ac:spMkLst>
            <pc:docMk/>
            <pc:sldMk cId="1191427795" sldId="279"/>
            <ac:spMk id="76" creationId="{4E5170B5-43B0-7D65-F63C-AC77BBD71F18}"/>
          </ac:spMkLst>
        </pc:spChg>
        <pc:spChg chg="mod">
          <ac:chgData name="Amelie Parker" userId="7d57f269b0755328" providerId="LiveId" clId="{56B2A1D9-F472-4B4B-BE22-5E69862FAE80}" dt="2026-06-30T11:11:51.011" v="85" actId="1076"/>
          <ac:spMkLst>
            <pc:docMk/>
            <pc:sldMk cId="1191427795" sldId="279"/>
            <ac:spMk id="77" creationId="{15F50664-F716-69B9-A512-FBDC0E0E5771}"/>
          </ac:spMkLst>
        </pc:spChg>
        <pc:spChg chg="mod">
          <ac:chgData name="Amelie Parker" userId="7d57f269b0755328" providerId="LiveId" clId="{56B2A1D9-F472-4B4B-BE22-5E69862FAE80}" dt="2026-07-13T04:54:57.253" v="1654" actId="1076"/>
          <ac:spMkLst>
            <pc:docMk/>
            <pc:sldMk cId="1191427795" sldId="279"/>
            <ac:spMk id="78" creationId="{635CEE12-7B8F-E91C-844D-6005DF185F90}"/>
          </ac:spMkLst>
        </pc:spChg>
        <pc:spChg chg="mod">
          <ac:chgData name="Amelie Parker" userId="7d57f269b0755328" providerId="LiveId" clId="{56B2A1D9-F472-4B4B-BE22-5E69862FAE80}" dt="2026-07-13T04:54:51.632" v="1653" actId="1076"/>
          <ac:spMkLst>
            <pc:docMk/>
            <pc:sldMk cId="1191427795" sldId="279"/>
            <ac:spMk id="79" creationId="{94B0842A-5A14-B726-C1E9-62C0B1B00930}"/>
          </ac:spMkLst>
        </pc:spChg>
        <pc:spChg chg="mod">
          <ac:chgData name="Amelie Parker" userId="7d57f269b0755328" providerId="LiveId" clId="{56B2A1D9-F472-4B4B-BE22-5E69862FAE80}" dt="2026-06-30T10:22:45.059" v="73" actId="1076"/>
          <ac:spMkLst>
            <pc:docMk/>
            <pc:sldMk cId="1191427795" sldId="279"/>
            <ac:spMk id="84" creationId="{6DF29F85-E2A5-FC54-69FE-E3EB16B7858E}"/>
          </ac:spMkLst>
        </pc:spChg>
        <pc:spChg chg="mod">
          <ac:chgData name="Amelie Parker" userId="7d57f269b0755328" providerId="LiveId" clId="{56B2A1D9-F472-4B4B-BE22-5E69862FAE80}" dt="2026-07-13T04:55:08.793" v="1656" actId="1076"/>
          <ac:spMkLst>
            <pc:docMk/>
            <pc:sldMk cId="1191427795" sldId="279"/>
            <ac:spMk id="86" creationId="{07754249-6C73-3E53-1CFE-67ACC0C7C807}"/>
          </ac:spMkLst>
        </pc:spChg>
        <pc:graphicFrameChg chg="mod modGraphic">
          <ac:chgData name="Amelie Parker" userId="7d57f269b0755328" providerId="LiveId" clId="{56B2A1D9-F472-4B4B-BE22-5E69862FAE80}" dt="2026-07-13T04:55:16.583" v="1659" actId="14100"/>
          <ac:graphicFrameMkLst>
            <pc:docMk/>
            <pc:sldMk cId="1191427795" sldId="279"/>
            <ac:graphicFrameMk id="34" creationId="{F5029DD4-77CC-1199-B2F4-5109081BBCE0}"/>
          </ac:graphicFrameMkLst>
        </pc:graphicFrameChg>
        <pc:picChg chg="mod">
          <ac:chgData name="Amelie Parker" userId="7d57f269b0755328" providerId="LiveId" clId="{56B2A1D9-F472-4B4B-BE22-5E69862FAE80}" dt="2026-07-13T04:54:57.253" v="1654" actId="1076"/>
          <ac:picMkLst>
            <pc:docMk/>
            <pc:sldMk cId="1191427795" sldId="279"/>
            <ac:picMk id="14" creationId="{69FFB099-1097-A8B9-DB51-485ABD1D9677}"/>
          </ac:picMkLst>
        </pc:picChg>
        <pc:picChg chg="mod">
          <ac:chgData name="Amelie Parker" userId="7d57f269b0755328" providerId="LiveId" clId="{56B2A1D9-F472-4B4B-BE22-5E69862FAE80}" dt="2026-07-13T04:54:57.253" v="1654" actId="1076"/>
          <ac:picMkLst>
            <pc:docMk/>
            <pc:sldMk cId="1191427795" sldId="279"/>
            <ac:picMk id="15" creationId="{66C0BE7F-0200-3612-6316-6DB0C50EEC22}"/>
          </ac:picMkLst>
        </pc:picChg>
        <pc:picChg chg="mod">
          <ac:chgData name="Amelie Parker" userId="7d57f269b0755328" providerId="LiveId" clId="{56B2A1D9-F472-4B4B-BE22-5E69862FAE80}" dt="2026-06-30T10:27:56.782" v="81" actId="1076"/>
          <ac:picMkLst>
            <pc:docMk/>
            <pc:sldMk cId="1191427795" sldId="279"/>
            <ac:picMk id="16" creationId="{C5B32B87-6E30-72D6-8C46-3CAE4C0995E0}"/>
          </ac:picMkLst>
        </pc:picChg>
        <pc:picChg chg="mod">
          <ac:chgData name="Amelie Parker" userId="7d57f269b0755328" providerId="LiveId" clId="{56B2A1D9-F472-4B4B-BE22-5E69862FAE80}" dt="2026-06-30T10:27:09.849" v="76" actId="1076"/>
          <ac:picMkLst>
            <pc:docMk/>
            <pc:sldMk cId="1191427795" sldId="279"/>
            <ac:picMk id="17" creationId="{7C872932-DED8-4F40-F488-4F9FF1C8EE35}"/>
          </ac:picMkLst>
        </pc:picChg>
        <pc:picChg chg="mod">
          <ac:chgData name="Amelie Parker" userId="7d57f269b0755328" providerId="LiveId" clId="{56B2A1D9-F472-4B4B-BE22-5E69862FAE80}" dt="2026-07-13T04:54:57.253" v="1654" actId="1076"/>
          <ac:picMkLst>
            <pc:docMk/>
            <pc:sldMk cId="1191427795" sldId="279"/>
            <ac:picMk id="18" creationId="{4DCD3F9A-DAC3-9118-1735-EAAA58F7C852}"/>
          </ac:picMkLst>
        </pc:picChg>
        <pc:picChg chg="mod">
          <ac:chgData name="Amelie Parker" userId="7d57f269b0755328" providerId="LiveId" clId="{56B2A1D9-F472-4B4B-BE22-5E69862FAE80}" dt="2026-07-13T04:54:57.253" v="1654" actId="1076"/>
          <ac:picMkLst>
            <pc:docMk/>
            <pc:sldMk cId="1191427795" sldId="279"/>
            <ac:picMk id="19" creationId="{5ECC5A86-1F48-C0F7-760C-A6B966DC5CEC}"/>
          </ac:picMkLst>
        </pc:picChg>
        <pc:picChg chg="mod">
          <ac:chgData name="Amelie Parker" userId="7d57f269b0755328" providerId="LiveId" clId="{56B2A1D9-F472-4B4B-BE22-5E69862FAE80}" dt="2026-06-30T10:23:05.032" v="75" actId="1076"/>
          <ac:picMkLst>
            <pc:docMk/>
            <pc:sldMk cId="1191427795" sldId="279"/>
            <ac:picMk id="80" creationId="{D2A5D97D-C96E-82C1-BBAC-E278F53CC067}"/>
          </ac:picMkLst>
        </pc:picChg>
        <pc:picChg chg="mod">
          <ac:chgData name="Amelie Parker" userId="7d57f269b0755328" providerId="LiveId" clId="{56B2A1D9-F472-4B4B-BE22-5E69862FAE80}" dt="2026-06-30T10:23:05.032" v="75" actId="1076"/>
          <ac:picMkLst>
            <pc:docMk/>
            <pc:sldMk cId="1191427795" sldId="279"/>
            <ac:picMk id="81" creationId="{317E740A-F7C6-5080-1A5F-6D13E9A79D7A}"/>
          </ac:picMkLst>
        </pc:picChg>
        <pc:picChg chg="mod">
          <ac:chgData name="Amelie Parker" userId="7d57f269b0755328" providerId="LiveId" clId="{56B2A1D9-F472-4B4B-BE22-5E69862FAE80}" dt="2026-06-30T10:23:05.032" v="75" actId="1076"/>
          <ac:picMkLst>
            <pc:docMk/>
            <pc:sldMk cId="1191427795" sldId="279"/>
            <ac:picMk id="82" creationId="{A1D3648E-A0F6-4D16-D399-ABC9D7F080A5}"/>
          </ac:picMkLst>
        </pc:picChg>
        <pc:cxnChg chg="mod">
          <ac:chgData name="Amelie Parker" userId="7d57f269b0755328" providerId="LiveId" clId="{56B2A1D9-F472-4B4B-BE22-5E69862FAE80}" dt="2026-06-30T10:22:26.289" v="69" actId="1076"/>
          <ac:cxnSpMkLst>
            <pc:docMk/>
            <pc:sldMk cId="1191427795" sldId="279"/>
            <ac:cxnSpMk id="70" creationId="{378C9A04-C3AE-9C7D-5C5D-F15F75CBC6AC}"/>
          </ac:cxnSpMkLst>
        </pc:cxnChg>
        <pc:cxnChg chg="mod">
          <ac:chgData name="Amelie Parker" userId="7d57f269b0755328" providerId="LiveId" clId="{56B2A1D9-F472-4B4B-BE22-5E69862FAE80}" dt="2026-07-13T04:55:01.799" v="1655" actId="1076"/>
          <ac:cxnSpMkLst>
            <pc:docMk/>
            <pc:sldMk cId="1191427795" sldId="279"/>
            <ac:cxnSpMk id="83" creationId="{CBE30940-6B73-4174-6B27-B4ADE40966E7}"/>
          </ac:cxnSpMkLst>
        </pc:cxnChg>
      </pc:sldChg>
      <pc:sldChg chg="modSp mod">
        <pc:chgData name="Amelie Parker" userId="7d57f269b0755328" providerId="LiveId" clId="{56B2A1D9-F472-4B4B-BE22-5E69862FAE80}" dt="2026-07-16T05:00:01.737" v="1753" actId="1076"/>
        <pc:sldMkLst>
          <pc:docMk/>
          <pc:sldMk cId="3988249056" sldId="281"/>
        </pc:sldMkLst>
        <pc:spChg chg="mod">
          <ac:chgData name="Amelie Parker" userId="7d57f269b0755328" providerId="LiveId" clId="{56B2A1D9-F472-4B4B-BE22-5E69862FAE80}" dt="2026-06-30T13:02:05.546" v="1299" actId="2711"/>
          <ac:spMkLst>
            <pc:docMk/>
            <pc:sldMk cId="3988249056" sldId="281"/>
            <ac:spMk id="63" creationId="{26EE46A5-3910-783B-FB06-A0AF7D8F6FE4}"/>
          </ac:spMkLst>
        </pc:spChg>
        <pc:spChg chg="mod">
          <ac:chgData name="Amelie Parker" userId="7d57f269b0755328" providerId="LiveId" clId="{56B2A1D9-F472-4B4B-BE22-5E69862FAE80}" dt="2026-06-30T13:02:05.546" v="1299" actId="2711"/>
          <ac:spMkLst>
            <pc:docMk/>
            <pc:sldMk cId="3988249056" sldId="281"/>
            <ac:spMk id="71" creationId="{69E330BD-2F19-C829-4439-83BECA24844F}"/>
          </ac:spMkLst>
        </pc:spChg>
        <pc:spChg chg="mod">
          <ac:chgData name="Amelie Parker" userId="7d57f269b0755328" providerId="LiveId" clId="{56B2A1D9-F472-4B4B-BE22-5E69862FAE80}" dt="2026-06-30T13:02:05.546" v="1299" actId="2711"/>
          <ac:spMkLst>
            <pc:docMk/>
            <pc:sldMk cId="3988249056" sldId="281"/>
            <ac:spMk id="73" creationId="{11AFA1B6-0FD6-D724-B862-FE3E73763597}"/>
          </ac:spMkLst>
        </pc:spChg>
        <pc:spChg chg="mod">
          <ac:chgData name="Amelie Parker" userId="7d57f269b0755328" providerId="LiveId" clId="{56B2A1D9-F472-4B4B-BE22-5E69862FAE80}" dt="2026-06-30T13:02:05.546" v="1299" actId="2711"/>
          <ac:spMkLst>
            <pc:docMk/>
            <pc:sldMk cId="3988249056" sldId="281"/>
            <ac:spMk id="74" creationId="{DC10C439-8EE8-C146-AD1D-9D4F12C2A175}"/>
          </ac:spMkLst>
        </pc:spChg>
        <pc:spChg chg="mod">
          <ac:chgData name="Amelie Parker" userId="7d57f269b0755328" providerId="LiveId" clId="{56B2A1D9-F472-4B4B-BE22-5E69862FAE80}" dt="2026-07-16T04:59:59.504" v="1752" actId="1076"/>
          <ac:spMkLst>
            <pc:docMk/>
            <pc:sldMk cId="3988249056" sldId="281"/>
            <ac:spMk id="125" creationId="{B182D537-6908-9E11-359F-83721C1D8C14}"/>
          </ac:spMkLst>
        </pc:spChg>
        <pc:spChg chg="mod">
          <ac:chgData name="Amelie Parker" userId="7d57f269b0755328" providerId="LiveId" clId="{56B2A1D9-F472-4B4B-BE22-5E69862FAE80}" dt="2026-07-16T05:00:01.737" v="1753" actId="1076"/>
          <ac:spMkLst>
            <pc:docMk/>
            <pc:sldMk cId="3988249056" sldId="281"/>
            <ac:spMk id="127" creationId="{A734760A-E25B-F4FA-DA62-5E112AA6B827}"/>
          </ac:spMkLst>
        </pc:spChg>
      </pc:sldChg>
      <pc:sldChg chg="modSp mod">
        <pc:chgData name="Amelie Parker" userId="7d57f269b0755328" providerId="LiveId" clId="{56B2A1D9-F472-4B4B-BE22-5E69862FAE80}" dt="2026-07-13T04:07:26.621" v="1651" actId="1076"/>
        <pc:sldMkLst>
          <pc:docMk/>
          <pc:sldMk cId="997212481" sldId="284"/>
        </pc:sldMkLst>
        <pc:spChg chg="mod">
          <ac:chgData name="Amelie Parker" userId="7d57f269b0755328" providerId="LiveId" clId="{56B2A1D9-F472-4B4B-BE22-5E69862FAE80}" dt="2026-06-30T12:58:59.188" v="1244" actId="1076"/>
          <ac:spMkLst>
            <pc:docMk/>
            <pc:sldMk cId="997212481" sldId="284"/>
            <ac:spMk id="4" creationId="{7FA5B1B4-3F4D-F684-319E-767A7B8C05FE}"/>
          </ac:spMkLst>
        </pc:spChg>
        <pc:spChg chg="mod">
          <ac:chgData name="Amelie Parker" userId="7d57f269b0755328" providerId="LiveId" clId="{56B2A1D9-F472-4B4B-BE22-5E69862FAE80}" dt="2026-06-30T12:58:59.188" v="1244" actId="1076"/>
          <ac:spMkLst>
            <pc:docMk/>
            <pc:sldMk cId="997212481" sldId="284"/>
            <ac:spMk id="7" creationId="{04A4E514-6A70-D8C8-D08F-4960C838D89F}"/>
          </ac:spMkLst>
        </pc:spChg>
        <pc:spChg chg="mod">
          <ac:chgData name="Amelie Parker" userId="7d57f269b0755328" providerId="LiveId" clId="{56B2A1D9-F472-4B4B-BE22-5E69862FAE80}" dt="2026-07-13T04:07:11.888" v="1648" actId="1076"/>
          <ac:spMkLst>
            <pc:docMk/>
            <pc:sldMk cId="997212481" sldId="284"/>
            <ac:spMk id="23" creationId="{CC187A93-ADB7-72A4-ED8B-3F5CDDF31F0B}"/>
          </ac:spMkLst>
        </pc:spChg>
        <pc:spChg chg="mod">
          <ac:chgData name="Amelie Parker" userId="7d57f269b0755328" providerId="LiveId" clId="{56B2A1D9-F472-4B4B-BE22-5E69862FAE80}" dt="2026-06-30T12:58:59.188" v="1244" actId="1076"/>
          <ac:spMkLst>
            <pc:docMk/>
            <pc:sldMk cId="997212481" sldId="284"/>
            <ac:spMk id="24" creationId="{DC33C82B-810D-B2D5-CA96-B94B37C8F643}"/>
          </ac:spMkLst>
        </pc:spChg>
        <pc:spChg chg="mod">
          <ac:chgData name="Amelie Parker" userId="7d57f269b0755328" providerId="LiveId" clId="{56B2A1D9-F472-4B4B-BE22-5E69862FAE80}" dt="2026-07-13T04:07:09.147" v="1647" actId="1076"/>
          <ac:spMkLst>
            <pc:docMk/>
            <pc:sldMk cId="997212481" sldId="284"/>
            <ac:spMk id="27" creationId="{F6F08763-ACB4-7A6D-3742-FC2A244406AC}"/>
          </ac:spMkLst>
        </pc:spChg>
        <pc:spChg chg="mod">
          <ac:chgData name="Amelie Parker" userId="7d57f269b0755328" providerId="LiveId" clId="{56B2A1D9-F472-4B4B-BE22-5E69862FAE80}" dt="2026-07-13T04:07:20.461" v="1649" actId="1076"/>
          <ac:spMkLst>
            <pc:docMk/>
            <pc:sldMk cId="997212481" sldId="284"/>
            <ac:spMk id="28" creationId="{E0B62EB5-08A5-EAA6-76B4-0091CDE5B285}"/>
          </ac:spMkLst>
        </pc:spChg>
        <pc:spChg chg="mod">
          <ac:chgData name="Amelie Parker" userId="7d57f269b0755328" providerId="LiveId" clId="{56B2A1D9-F472-4B4B-BE22-5E69862FAE80}" dt="2026-07-13T04:07:26.621" v="1651" actId="1076"/>
          <ac:spMkLst>
            <pc:docMk/>
            <pc:sldMk cId="997212481" sldId="284"/>
            <ac:spMk id="30" creationId="{587532E3-D8B0-9D95-3C32-FC4B11F6AA00}"/>
          </ac:spMkLst>
        </pc:spChg>
        <pc:spChg chg="mod">
          <ac:chgData name="Amelie Parker" userId="7d57f269b0755328" providerId="LiveId" clId="{56B2A1D9-F472-4B4B-BE22-5E69862FAE80}" dt="2026-06-30T12:58:59.188" v="1244" actId="1076"/>
          <ac:spMkLst>
            <pc:docMk/>
            <pc:sldMk cId="997212481" sldId="284"/>
            <ac:spMk id="38" creationId="{C65A1ECF-2B97-DA7E-C7F7-D4568A248C39}"/>
          </ac:spMkLst>
        </pc:spChg>
        <pc:spChg chg="mod">
          <ac:chgData name="Amelie Parker" userId="7d57f269b0755328" providerId="LiveId" clId="{56B2A1D9-F472-4B4B-BE22-5E69862FAE80}" dt="2026-06-30T12:58:59.188" v="1244" actId="1076"/>
          <ac:spMkLst>
            <pc:docMk/>
            <pc:sldMk cId="997212481" sldId="284"/>
            <ac:spMk id="48" creationId="{119B038B-6C16-AE17-27E5-888D2E2160DA}"/>
          </ac:spMkLst>
        </pc:spChg>
        <pc:spChg chg="mod">
          <ac:chgData name="Amelie Parker" userId="7d57f269b0755328" providerId="LiveId" clId="{56B2A1D9-F472-4B4B-BE22-5E69862FAE80}" dt="2026-06-30T12:58:59.188" v="1244" actId="1076"/>
          <ac:spMkLst>
            <pc:docMk/>
            <pc:sldMk cId="997212481" sldId="284"/>
            <ac:spMk id="50" creationId="{150D8155-1EB9-1387-0D7B-A898AF761949}"/>
          </ac:spMkLst>
        </pc:spChg>
        <pc:spChg chg="mod">
          <ac:chgData name="Amelie Parker" userId="7d57f269b0755328" providerId="LiveId" clId="{56B2A1D9-F472-4B4B-BE22-5E69862FAE80}" dt="2026-06-30T12:58:59.188" v="1244" actId="1076"/>
          <ac:spMkLst>
            <pc:docMk/>
            <pc:sldMk cId="997212481" sldId="284"/>
            <ac:spMk id="51" creationId="{4E6348D3-E1CA-26CD-3579-B8D3C9B369F7}"/>
          </ac:spMkLst>
        </pc:spChg>
        <pc:spChg chg="mod">
          <ac:chgData name="Amelie Parker" userId="7d57f269b0755328" providerId="LiveId" clId="{56B2A1D9-F472-4B4B-BE22-5E69862FAE80}" dt="2026-06-30T12:59:18.330" v="1246" actId="1076"/>
          <ac:spMkLst>
            <pc:docMk/>
            <pc:sldMk cId="997212481" sldId="284"/>
            <ac:spMk id="56" creationId="{9FB74ACB-B4EC-8427-994F-1A84411356E5}"/>
          </ac:spMkLst>
        </pc:spChg>
        <pc:spChg chg="mod">
          <ac:chgData name="Amelie Parker" userId="7d57f269b0755328" providerId="LiveId" clId="{56B2A1D9-F472-4B4B-BE22-5E69862FAE80}" dt="2026-06-30T13:12:03.502" v="1312" actId="2711"/>
          <ac:spMkLst>
            <pc:docMk/>
            <pc:sldMk cId="997212481" sldId="284"/>
            <ac:spMk id="57" creationId="{2C00D601-19C3-EF6B-5E81-30D28BE3180C}"/>
          </ac:spMkLst>
        </pc:spChg>
        <pc:spChg chg="mod">
          <ac:chgData name="Amelie Parker" userId="7d57f269b0755328" providerId="LiveId" clId="{56B2A1D9-F472-4B4B-BE22-5E69862FAE80}" dt="2026-06-30T12:59:13.166" v="1245" actId="1076"/>
          <ac:spMkLst>
            <pc:docMk/>
            <pc:sldMk cId="997212481" sldId="284"/>
            <ac:spMk id="59" creationId="{DB169293-CC15-86B7-6FA8-273C0D73D543}"/>
          </ac:spMkLst>
        </pc:spChg>
        <pc:spChg chg="mod">
          <ac:chgData name="Amelie Parker" userId="7d57f269b0755328" providerId="LiveId" clId="{56B2A1D9-F472-4B4B-BE22-5E69862FAE80}" dt="2026-06-30T12:59:13.166" v="1245" actId="1076"/>
          <ac:spMkLst>
            <pc:docMk/>
            <pc:sldMk cId="997212481" sldId="284"/>
            <ac:spMk id="60" creationId="{C5C97B81-849A-3A30-C61C-D24B4DE723D3}"/>
          </ac:spMkLst>
        </pc:spChg>
        <pc:spChg chg="mod">
          <ac:chgData name="Amelie Parker" userId="7d57f269b0755328" providerId="LiveId" clId="{56B2A1D9-F472-4B4B-BE22-5E69862FAE80}" dt="2026-06-30T12:59:13.166" v="1245" actId="1076"/>
          <ac:spMkLst>
            <pc:docMk/>
            <pc:sldMk cId="997212481" sldId="284"/>
            <ac:spMk id="61" creationId="{5FF32AB4-539C-0C83-1D3B-EE32BE8C47CA}"/>
          </ac:spMkLst>
        </pc:spChg>
        <pc:spChg chg="mod">
          <ac:chgData name="Amelie Parker" userId="7d57f269b0755328" providerId="LiveId" clId="{56B2A1D9-F472-4B4B-BE22-5E69862FAE80}" dt="2026-06-30T12:59:13.166" v="1245" actId="1076"/>
          <ac:spMkLst>
            <pc:docMk/>
            <pc:sldMk cId="997212481" sldId="284"/>
            <ac:spMk id="62" creationId="{01B2B822-93A5-9AAE-5B45-06CFD452BA69}"/>
          </ac:spMkLst>
        </pc:spChg>
        <pc:spChg chg="mod">
          <ac:chgData name="Amelie Parker" userId="7d57f269b0755328" providerId="LiveId" clId="{56B2A1D9-F472-4B4B-BE22-5E69862FAE80}" dt="2026-06-30T13:12:03.502" v="1312" actId="2711"/>
          <ac:spMkLst>
            <pc:docMk/>
            <pc:sldMk cId="997212481" sldId="284"/>
            <ac:spMk id="65" creationId="{4A974B2A-5300-D5E0-B7D5-A53653511F46}"/>
          </ac:spMkLst>
        </pc:spChg>
        <pc:spChg chg="mod">
          <ac:chgData name="Amelie Parker" userId="7d57f269b0755328" providerId="LiveId" clId="{56B2A1D9-F472-4B4B-BE22-5E69862FAE80}" dt="2026-06-30T13:12:03.502" v="1312" actId="2711"/>
          <ac:spMkLst>
            <pc:docMk/>
            <pc:sldMk cId="997212481" sldId="284"/>
            <ac:spMk id="66" creationId="{E03BD618-B613-0C23-4122-5BD4CE403469}"/>
          </ac:spMkLst>
        </pc:spChg>
        <pc:spChg chg="mod">
          <ac:chgData name="Amelie Parker" userId="7d57f269b0755328" providerId="LiveId" clId="{56B2A1D9-F472-4B4B-BE22-5E69862FAE80}" dt="2026-06-30T13:12:03.502" v="1312" actId="2711"/>
          <ac:spMkLst>
            <pc:docMk/>
            <pc:sldMk cId="997212481" sldId="284"/>
            <ac:spMk id="67" creationId="{EF98DF75-A808-32C3-4CB3-DC466AAFF3A4}"/>
          </ac:spMkLst>
        </pc:spChg>
        <pc:spChg chg="mod">
          <ac:chgData name="Amelie Parker" userId="7d57f269b0755328" providerId="LiveId" clId="{56B2A1D9-F472-4B4B-BE22-5E69862FAE80}" dt="2026-06-30T12:58:59.188" v="1244" actId="1076"/>
          <ac:spMkLst>
            <pc:docMk/>
            <pc:sldMk cId="997212481" sldId="284"/>
            <ac:spMk id="68" creationId="{92775F9C-1720-E4EF-F9A1-9AB9D1DC1E85}"/>
          </ac:spMkLst>
        </pc:spChg>
        <pc:spChg chg="mod">
          <ac:chgData name="Amelie Parker" userId="7d57f269b0755328" providerId="LiveId" clId="{56B2A1D9-F472-4B4B-BE22-5E69862FAE80}" dt="2026-06-30T13:12:03.502" v="1312" actId="2711"/>
          <ac:spMkLst>
            <pc:docMk/>
            <pc:sldMk cId="997212481" sldId="284"/>
            <ac:spMk id="70" creationId="{6AC4689B-003B-587E-1C89-D5066DBD723E}"/>
          </ac:spMkLst>
        </pc:spChg>
        <pc:spChg chg="mod">
          <ac:chgData name="Amelie Parker" userId="7d57f269b0755328" providerId="LiveId" clId="{56B2A1D9-F472-4B4B-BE22-5E69862FAE80}" dt="2026-06-30T12:58:59.188" v="1244" actId="1076"/>
          <ac:spMkLst>
            <pc:docMk/>
            <pc:sldMk cId="997212481" sldId="284"/>
            <ac:spMk id="82" creationId="{BB183A68-6CE6-F5EB-E7F4-E5D23614A106}"/>
          </ac:spMkLst>
        </pc:spChg>
        <pc:spChg chg="mod">
          <ac:chgData name="Amelie Parker" userId="7d57f269b0755328" providerId="LiveId" clId="{56B2A1D9-F472-4B4B-BE22-5E69862FAE80}" dt="2026-06-30T12:58:59.188" v="1244" actId="1076"/>
          <ac:spMkLst>
            <pc:docMk/>
            <pc:sldMk cId="997212481" sldId="284"/>
            <ac:spMk id="83" creationId="{26D5B9D3-4AB5-205D-F928-9D3EB195E979}"/>
          </ac:spMkLst>
        </pc:spChg>
        <pc:cxnChg chg="mod">
          <ac:chgData name="Amelie Parker" userId="7d57f269b0755328" providerId="LiveId" clId="{56B2A1D9-F472-4B4B-BE22-5E69862FAE80}" dt="2026-06-30T12:58:49.573" v="1243" actId="1076"/>
          <ac:cxnSpMkLst>
            <pc:docMk/>
            <pc:sldMk cId="997212481" sldId="284"/>
            <ac:cxnSpMk id="15" creationId="{4E1C2460-13B0-A9E1-5B97-539903AAA53C}"/>
          </ac:cxnSpMkLst>
        </pc:cxnChg>
      </pc:sldChg>
      <pc:sldChg chg="modSp mod ord">
        <pc:chgData name="Amelie Parker" userId="7d57f269b0755328" providerId="LiveId" clId="{56B2A1D9-F472-4B4B-BE22-5E69862FAE80}" dt="2026-07-13T05:00:38.186" v="1701" actId="120"/>
        <pc:sldMkLst>
          <pc:docMk/>
          <pc:sldMk cId="2371222321" sldId="285"/>
        </pc:sldMkLst>
        <pc:spChg chg="mod">
          <ac:chgData name="Amelie Parker" userId="7d57f269b0755328" providerId="LiveId" clId="{56B2A1D9-F472-4B4B-BE22-5E69862FAE80}" dt="2026-06-30T12:35:33.529" v="695" actId="14100"/>
          <ac:spMkLst>
            <pc:docMk/>
            <pc:sldMk cId="2371222321" sldId="285"/>
            <ac:spMk id="2" creationId="{7AE1700C-8B86-ECEB-C982-5F8EBE57E0D7}"/>
          </ac:spMkLst>
        </pc:spChg>
        <pc:spChg chg="mod">
          <ac:chgData name="Amelie Parker" userId="7d57f269b0755328" providerId="LiveId" clId="{56B2A1D9-F472-4B4B-BE22-5E69862FAE80}" dt="2026-07-13T05:00:23.630" v="1695" actId="14100"/>
          <ac:spMkLst>
            <pc:docMk/>
            <pc:sldMk cId="2371222321" sldId="285"/>
            <ac:spMk id="3" creationId="{88946EDA-1133-CBB5-019B-EB283277774F}"/>
          </ac:spMkLst>
        </pc:spChg>
        <pc:spChg chg="mod">
          <ac:chgData name="Amelie Parker" userId="7d57f269b0755328" providerId="LiveId" clId="{56B2A1D9-F472-4B4B-BE22-5E69862FAE80}" dt="2026-07-13T05:00:25.947" v="1696" actId="14100"/>
          <ac:spMkLst>
            <pc:docMk/>
            <pc:sldMk cId="2371222321" sldId="285"/>
            <ac:spMk id="9" creationId="{B74BA4DD-188C-F6FE-E19E-54D7DF8E2F68}"/>
          </ac:spMkLst>
        </pc:spChg>
        <pc:spChg chg="mod">
          <ac:chgData name="Amelie Parker" userId="7d57f269b0755328" providerId="LiveId" clId="{56B2A1D9-F472-4B4B-BE22-5E69862FAE80}" dt="2026-07-13T05:00:38.186" v="1701" actId="120"/>
          <ac:spMkLst>
            <pc:docMk/>
            <pc:sldMk cId="2371222321" sldId="285"/>
            <ac:spMk id="12" creationId="{FB267443-ACBD-AA42-D628-139F166FA948}"/>
          </ac:spMkLst>
        </pc:spChg>
        <pc:spChg chg="mod">
          <ac:chgData name="Amelie Parker" userId="7d57f269b0755328" providerId="LiveId" clId="{56B2A1D9-F472-4B4B-BE22-5E69862FAE80}" dt="2026-06-30T12:35:51.944" v="697" actId="1076"/>
          <ac:spMkLst>
            <pc:docMk/>
            <pc:sldMk cId="2371222321" sldId="285"/>
            <ac:spMk id="14" creationId="{7BA36138-2E0C-067D-A186-8F27DA697772}"/>
          </ac:spMkLst>
        </pc:spChg>
        <pc:spChg chg="mod">
          <ac:chgData name="Amelie Parker" userId="7d57f269b0755328" providerId="LiveId" clId="{56B2A1D9-F472-4B4B-BE22-5E69862FAE80}" dt="2026-06-30T12:34:23.808" v="683" actId="1076"/>
          <ac:spMkLst>
            <pc:docMk/>
            <pc:sldMk cId="2371222321" sldId="285"/>
            <ac:spMk id="15" creationId="{0CAC6DCC-393F-271C-8705-BF289519E32B}"/>
          </ac:spMkLst>
        </pc:spChg>
        <pc:spChg chg="mod">
          <ac:chgData name="Amelie Parker" userId="7d57f269b0755328" providerId="LiveId" clId="{56B2A1D9-F472-4B4B-BE22-5E69862FAE80}" dt="2026-06-30T12:36:22.910" v="701" actId="1076"/>
          <ac:spMkLst>
            <pc:docMk/>
            <pc:sldMk cId="2371222321" sldId="285"/>
            <ac:spMk id="16" creationId="{ED62D995-8A8E-2446-0516-DF1DFD477446}"/>
          </ac:spMkLst>
        </pc:spChg>
        <pc:spChg chg="mod">
          <ac:chgData name="Amelie Parker" userId="7d57f269b0755328" providerId="LiveId" clId="{56B2A1D9-F472-4B4B-BE22-5E69862FAE80}" dt="2026-06-30T12:34:15.857" v="682" actId="1076"/>
          <ac:spMkLst>
            <pc:docMk/>
            <pc:sldMk cId="2371222321" sldId="285"/>
            <ac:spMk id="19" creationId="{93B804B6-F70A-BCD3-CC0C-8638CC36451D}"/>
          </ac:spMkLst>
        </pc:spChg>
        <pc:spChg chg="mod">
          <ac:chgData name="Amelie Parker" userId="7d57f269b0755328" providerId="LiveId" clId="{56B2A1D9-F472-4B4B-BE22-5E69862FAE80}" dt="2026-06-30T12:36:22.910" v="701" actId="1076"/>
          <ac:spMkLst>
            <pc:docMk/>
            <pc:sldMk cId="2371222321" sldId="285"/>
            <ac:spMk id="23" creationId="{93B53A55-B4BE-812E-247F-6755986FCBCB}"/>
          </ac:spMkLst>
        </pc:spChg>
        <pc:spChg chg="mod">
          <ac:chgData name="Amelie Parker" userId="7d57f269b0755328" providerId="LiveId" clId="{56B2A1D9-F472-4B4B-BE22-5E69862FAE80}" dt="2026-06-30T12:36:25.961" v="702" actId="1076"/>
          <ac:spMkLst>
            <pc:docMk/>
            <pc:sldMk cId="2371222321" sldId="285"/>
            <ac:spMk id="24" creationId="{B3E1D085-F953-E055-4E2D-347EB7FC11B7}"/>
          </ac:spMkLst>
        </pc:spChg>
        <pc:spChg chg="mod">
          <ac:chgData name="Amelie Parker" userId="7d57f269b0755328" providerId="LiveId" clId="{56B2A1D9-F472-4B4B-BE22-5E69862FAE80}" dt="2026-06-30T12:35:38.254" v="696" actId="1076"/>
          <ac:spMkLst>
            <pc:docMk/>
            <pc:sldMk cId="2371222321" sldId="285"/>
            <ac:spMk id="27" creationId="{4FE07DF9-E632-CCF9-2455-BF82A06D472D}"/>
          </ac:spMkLst>
        </pc:spChg>
        <pc:spChg chg="mod">
          <ac:chgData name="Amelie Parker" userId="7d57f269b0755328" providerId="LiveId" clId="{56B2A1D9-F472-4B4B-BE22-5E69862FAE80}" dt="2026-06-30T12:34:15.857" v="682" actId="1076"/>
          <ac:spMkLst>
            <pc:docMk/>
            <pc:sldMk cId="2371222321" sldId="285"/>
            <ac:spMk id="28" creationId="{8F1E72FC-1D41-4020-1F59-71AACB02FAD2}"/>
          </ac:spMkLst>
        </pc:spChg>
        <pc:spChg chg="mod">
          <ac:chgData name="Amelie Parker" userId="7d57f269b0755328" providerId="LiveId" clId="{56B2A1D9-F472-4B4B-BE22-5E69862FAE80}" dt="2026-06-30T12:36:22.910" v="701" actId="1076"/>
          <ac:spMkLst>
            <pc:docMk/>
            <pc:sldMk cId="2371222321" sldId="285"/>
            <ac:spMk id="30" creationId="{9695C99B-E730-9F93-1CE1-C269AD7BAB6A}"/>
          </ac:spMkLst>
        </pc:spChg>
        <pc:spChg chg="mod">
          <ac:chgData name="Amelie Parker" userId="7d57f269b0755328" providerId="LiveId" clId="{56B2A1D9-F472-4B4B-BE22-5E69862FAE80}" dt="2026-07-13T04:59:47.847" v="1680" actId="113"/>
          <ac:spMkLst>
            <pc:docMk/>
            <pc:sldMk cId="2371222321" sldId="285"/>
            <ac:spMk id="31" creationId="{E48896E1-8F93-EF16-3F2F-854458F18460}"/>
          </ac:spMkLst>
        </pc:spChg>
        <pc:spChg chg="mod">
          <ac:chgData name="Amelie Parker" userId="7d57f269b0755328" providerId="LiveId" clId="{56B2A1D9-F472-4B4B-BE22-5E69862FAE80}" dt="2026-06-30T12:36:22.910" v="701" actId="1076"/>
          <ac:spMkLst>
            <pc:docMk/>
            <pc:sldMk cId="2371222321" sldId="285"/>
            <ac:spMk id="32" creationId="{2ED5EF68-72C9-8349-E0E1-26AFFB08AC4B}"/>
          </ac:spMkLst>
        </pc:spChg>
        <pc:spChg chg="mod">
          <ac:chgData name="Amelie Parker" userId="7d57f269b0755328" providerId="LiveId" clId="{56B2A1D9-F472-4B4B-BE22-5E69862FAE80}" dt="2026-06-30T12:35:38.254" v="696" actId="1076"/>
          <ac:spMkLst>
            <pc:docMk/>
            <pc:sldMk cId="2371222321" sldId="285"/>
            <ac:spMk id="34" creationId="{3AC0A916-D075-32FA-DF00-D3C8B3BA98F2}"/>
          </ac:spMkLst>
        </pc:spChg>
        <pc:spChg chg="mod">
          <ac:chgData name="Amelie Parker" userId="7d57f269b0755328" providerId="LiveId" clId="{56B2A1D9-F472-4B4B-BE22-5E69862FAE80}" dt="2026-06-30T12:36:22.910" v="701" actId="1076"/>
          <ac:spMkLst>
            <pc:docMk/>
            <pc:sldMk cId="2371222321" sldId="285"/>
            <ac:spMk id="36" creationId="{BBE75361-776E-E4A0-C4B5-F944C683DAE6}"/>
          </ac:spMkLst>
        </pc:spChg>
        <pc:spChg chg="mod">
          <ac:chgData name="Amelie Parker" userId="7d57f269b0755328" providerId="LiveId" clId="{56B2A1D9-F472-4B4B-BE22-5E69862FAE80}" dt="2026-06-30T12:36:22.910" v="701" actId="1076"/>
          <ac:spMkLst>
            <pc:docMk/>
            <pc:sldMk cId="2371222321" sldId="285"/>
            <ac:spMk id="38" creationId="{9E673872-0BDE-FC0C-9F1A-56059CD58C1C}"/>
          </ac:spMkLst>
        </pc:spChg>
        <pc:spChg chg="mod">
          <ac:chgData name="Amelie Parker" userId="7d57f269b0755328" providerId="LiveId" clId="{56B2A1D9-F472-4B4B-BE22-5E69862FAE80}" dt="2026-06-30T12:36:22.910" v="701" actId="1076"/>
          <ac:spMkLst>
            <pc:docMk/>
            <pc:sldMk cId="2371222321" sldId="285"/>
            <ac:spMk id="43" creationId="{C6FBC85B-BB09-5375-370D-03D3B40BF94D}"/>
          </ac:spMkLst>
        </pc:spChg>
        <pc:spChg chg="mod">
          <ac:chgData name="Amelie Parker" userId="7d57f269b0755328" providerId="LiveId" clId="{56B2A1D9-F472-4B4B-BE22-5E69862FAE80}" dt="2026-06-30T12:36:01.984" v="699" actId="1076"/>
          <ac:spMkLst>
            <pc:docMk/>
            <pc:sldMk cId="2371222321" sldId="285"/>
            <ac:spMk id="44" creationId="{07A8F2BC-0FB7-1212-68DF-6C91F42641CD}"/>
          </ac:spMkLst>
        </pc:spChg>
        <pc:spChg chg="mod">
          <ac:chgData name="Amelie Parker" userId="7d57f269b0755328" providerId="LiveId" clId="{56B2A1D9-F472-4B4B-BE22-5E69862FAE80}" dt="2026-06-30T12:36:22.910" v="701" actId="1076"/>
          <ac:spMkLst>
            <pc:docMk/>
            <pc:sldMk cId="2371222321" sldId="285"/>
            <ac:spMk id="48" creationId="{CA8C9C85-6A7F-B1DA-6FC8-65D9DC442346}"/>
          </ac:spMkLst>
        </pc:spChg>
        <pc:spChg chg="mod">
          <ac:chgData name="Amelie Parker" userId="7d57f269b0755328" providerId="LiveId" clId="{56B2A1D9-F472-4B4B-BE22-5E69862FAE80}" dt="2026-06-30T12:36:22.910" v="701" actId="1076"/>
          <ac:spMkLst>
            <pc:docMk/>
            <pc:sldMk cId="2371222321" sldId="285"/>
            <ac:spMk id="52" creationId="{7D261DCA-869B-584B-1048-89DA461DA509}"/>
          </ac:spMkLst>
        </pc:spChg>
        <pc:spChg chg="mod">
          <ac:chgData name="Amelie Parker" userId="7d57f269b0755328" providerId="LiveId" clId="{56B2A1D9-F472-4B4B-BE22-5E69862FAE80}" dt="2026-06-30T12:36:22.910" v="701" actId="1076"/>
          <ac:spMkLst>
            <pc:docMk/>
            <pc:sldMk cId="2371222321" sldId="285"/>
            <ac:spMk id="53" creationId="{335D0822-3BD8-17D5-169F-DDDC0A088413}"/>
          </ac:spMkLst>
        </pc:spChg>
        <pc:spChg chg="mod">
          <ac:chgData name="Amelie Parker" userId="7d57f269b0755328" providerId="LiveId" clId="{56B2A1D9-F472-4B4B-BE22-5E69862FAE80}" dt="2026-06-30T12:34:34.378" v="684" actId="1076"/>
          <ac:spMkLst>
            <pc:docMk/>
            <pc:sldMk cId="2371222321" sldId="285"/>
            <ac:spMk id="115" creationId="{9D4C4F2C-9179-B2EB-8D9E-693CB0F3EF6A}"/>
          </ac:spMkLst>
        </pc:spChg>
        <pc:spChg chg="mod">
          <ac:chgData name="Amelie Parker" userId="7d57f269b0755328" providerId="LiveId" clId="{56B2A1D9-F472-4B4B-BE22-5E69862FAE80}" dt="2026-06-30T12:34:34.378" v="684" actId="1076"/>
          <ac:spMkLst>
            <pc:docMk/>
            <pc:sldMk cId="2371222321" sldId="285"/>
            <ac:spMk id="117" creationId="{842E2E29-50C6-7E82-BCFE-196E1F875265}"/>
          </ac:spMkLst>
        </pc:spChg>
        <pc:cxnChg chg="mod">
          <ac:chgData name="Amelie Parker" userId="7d57f269b0755328" providerId="LiveId" clId="{56B2A1D9-F472-4B4B-BE22-5E69862FAE80}" dt="2026-06-30T12:34:48.021" v="686" actId="1076"/>
          <ac:cxnSpMkLst>
            <pc:docMk/>
            <pc:sldMk cId="2371222321" sldId="285"/>
            <ac:cxnSpMk id="111" creationId="{A0DBBF4D-CF44-AE3F-6480-E0177AAE8149}"/>
          </ac:cxnSpMkLst>
        </pc:cxnChg>
      </pc:sldChg>
      <pc:sldChg chg="addSp delSp modSp mod">
        <pc:chgData name="Amelie Parker" userId="7d57f269b0755328" providerId="LiveId" clId="{56B2A1D9-F472-4B4B-BE22-5E69862FAE80}" dt="2026-07-16T05:00:25.177" v="1757" actId="20577"/>
        <pc:sldMkLst>
          <pc:docMk/>
          <pc:sldMk cId="452057790" sldId="287"/>
        </pc:sldMkLst>
        <pc:spChg chg="add mod">
          <ac:chgData name="Amelie Parker" userId="7d57f269b0755328" providerId="LiveId" clId="{56B2A1D9-F472-4B4B-BE22-5E69862FAE80}" dt="2026-07-16T05:00:25.177" v="1757" actId="20577"/>
          <ac:spMkLst>
            <pc:docMk/>
            <pc:sldMk cId="452057790" sldId="287"/>
            <ac:spMk id="14" creationId="{F6A3B367-2C1F-5518-8CE4-602491D38AB5}"/>
          </ac:spMkLst>
        </pc:spChg>
        <pc:spChg chg="add mod">
          <ac:chgData name="Amelie Parker" userId="7d57f269b0755328" providerId="LiveId" clId="{56B2A1D9-F472-4B4B-BE22-5E69862FAE80}" dt="2026-06-30T13:27:05.383" v="1383" actId="1076"/>
          <ac:spMkLst>
            <pc:docMk/>
            <pc:sldMk cId="452057790" sldId="287"/>
            <ac:spMk id="16" creationId="{0883A57C-81EF-481A-0156-DD885A1E61C7}"/>
          </ac:spMkLst>
        </pc:spChg>
        <pc:spChg chg="add mod">
          <ac:chgData name="Amelie Parker" userId="7d57f269b0755328" providerId="LiveId" clId="{56B2A1D9-F472-4B4B-BE22-5E69862FAE80}" dt="2026-06-30T13:27:11.268" v="1385" actId="1076"/>
          <ac:spMkLst>
            <pc:docMk/>
            <pc:sldMk cId="452057790" sldId="287"/>
            <ac:spMk id="18" creationId="{BD7FABA2-9FDB-8EE5-95A1-914A2A6F2BFB}"/>
          </ac:spMkLst>
        </pc:spChg>
        <pc:spChg chg="add mod">
          <ac:chgData name="Amelie Parker" userId="7d57f269b0755328" providerId="LiveId" clId="{56B2A1D9-F472-4B4B-BE22-5E69862FAE80}" dt="2026-06-30T13:27:03.152" v="1382" actId="1076"/>
          <ac:spMkLst>
            <pc:docMk/>
            <pc:sldMk cId="452057790" sldId="287"/>
            <ac:spMk id="20" creationId="{015BCC8A-377A-55CD-FB26-A53A7A050F80}"/>
          </ac:spMkLst>
        </pc:spChg>
        <pc:spChg chg="mod">
          <ac:chgData name="Amelie Parker" userId="7d57f269b0755328" providerId="LiveId" clId="{56B2A1D9-F472-4B4B-BE22-5E69862FAE80}" dt="2026-07-16T05:00:16.883" v="1754" actId="20577"/>
          <ac:spMkLst>
            <pc:docMk/>
            <pc:sldMk cId="452057790" sldId="287"/>
            <ac:spMk id="52" creationId="{5CD1B623-133A-2591-ECCB-6601E3862706}"/>
          </ac:spMkLst>
        </pc:spChg>
        <pc:spChg chg="mod">
          <ac:chgData name="Amelie Parker" userId="7d57f269b0755328" providerId="LiveId" clId="{56B2A1D9-F472-4B4B-BE22-5E69862FAE80}" dt="2026-07-13T05:10:00.105" v="1739" actId="1076"/>
          <ac:spMkLst>
            <pc:docMk/>
            <pc:sldMk cId="452057790" sldId="287"/>
            <ac:spMk id="80" creationId="{BF5728E4-980C-0EEB-965B-0E9D69367C7D}"/>
          </ac:spMkLst>
        </pc:spChg>
        <pc:spChg chg="mod">
          <ac:chgData name="Amelie Parker" userId="7d57f269b0755328" providerId="LiveId" clId="{56B2A1D9-F472-4B4B-BE22-5E69862FAE80}" dt="2026-07-13T05:10:00.105" v="1739" actId="1076"/>
          <ac:spMkLst>
            <pc:docMk/>
            <pc:sldMk cId="452057790" sldId="287"/>
            <ac:spMk id="82" creationId="{3F13DFB9-BAC6-87B0-7C84-843BA9C008BF}"/>
          </ac:spMkLst>
        </pc:spChg>
        <pc:spChg chg="mod">
          <ac:chgData name="Amelie Parker" userId="7d57f269b0755328" providerId="LiveId" clId="{56B2A1D9-F472-4B4B-BE22-5E69862FAE80}" dt="2026-07-13T05:10:00.105" v="1739" actId="1076"/>
          <ac:spMkLst>
            <pc:docMk/>
            <pc:sldMk cId="452057790" sldId="287"/>
            <ac:spMk id="83" creationId="{05521D62-C87D-814C-FD12-B8BC74BB302C}"/>
          </ac:spMkLst>
        </pc:spChg>
      </pc:sldChg>
      <pc:sldChg chg="addSp delSp modSp mod">
        <pc:chgData name="Amelie Parker" userId="7d57f269b0755328" providerId="LiveId" clId="{56B2A1D9-F472-4B4B-BE22-5E69862FAE80}" dt="2026-07-13T05:04:46.464" v="1716" actId="1076"/>
        <pc:sldMkLst>
          <pc:docMk/>
          <pc:sldMk cId="1138888446" sldId="288"/>
        </pc:sldMkLst>
        <pc:spChg chg="mod">
          <ac:chgData name="Amelie Parker" userId="7d57f269b0755328" providerId="LiveId" clId="{56B2A1D9-F472-4B4B-BE22-5E69862FAE80}" dt="2026-06-30T13:28:34.734" v="1542" actId="20577"/>
          <ac:spMkLst>
            <pc:docMk/>
            <pc:sldMk cId="1138888446" sldId="288"/>
            <ac:spMk id="9" creationId="{64478F42-9058-2EF1-C448-11C575D54246}"/>
          </ac:spMkLst>
        </pc:spChg>
        <pc:spChg chg="add mod">
          <ac:chgData name="Amelie Parker" userId="7d57f269b0755328" providerId="LiveId" clId="{56B2A1D9-F472-4B4B-BE22-5E69862FAE80}" dt="2026-06-30T13:27:36.558" v="1389" actId="1076"/>
          <ac:spMkLst>
            <pc:docMk/>
            <pc:sldMk cId="1138888446" sldId="288"/>
            <ac:spMk id="10" creationId="{8461EC49-E930-13A0-5D66-8E12B391714B}"/>
          </ac:spMkLst>
        </pc:spChg>
        <pc:spChg chg="add mod">
          <ac:chgData name="Amelie Parker" userId="7d57f269b0755328" providerId="LiveId" clId="{56B2A1D9-F472-4B4B-BE22-5E69862FAE80}" dt="2026-06-30T13:27:32.939" v="1388" actId="1076"/>
          <ac:spMkLst>
            <pc:docMk/>
            <pc:sldMk cId="1138888446" sldId="288"/>
            <ac:spMk id="14" creationId="{B056A712-A2D4-F7D9-FFB9-B877EC88198C}"/>
          </ac:spMkLst>
        </pc:spChg>
        <pc:spChg chg="add mod">
          <ac:chgData name="Amelie Parker" userId="7d57f269b0755328" providerId="LiveId" clId="{56B2A1D9-F472-4B4B-BE22-5E69862FAE80}" dt="2026-07-13T05:03:07.459" v="1713" actId="1076"/>
          <ac:spMkLst>
            <pc:docMk/>
            <pc:sldMk cId="1138888446" sldId="288"/>
            <ac:spMk id="18" creationId="{DD7B2796-A470-4CE4-D481-9F6174DD1E25}"/>
          </ac:spMkLst>
        </pc:spChg>
        <pc:spChg chg="add mod">
          <ac:chgData name="Amelie Parker" userId="7d57f269b0755328" providerId="LiveId" clId="{56B2A1D9-F472-4B4B-BE22-5E69862FAE80}" dt="2026-07-13T05:04:46.464" v="1716" actId="1076"/>
          <ac:spMkLst>
            <pc:docMk/>
            <pc:sldMk cId="1138888446" sldId="288"/>
            <ac:spMk id="21" creationId="{DF9486A2-DE89-C9F6-EA17-E094D0E1955F}"/>
          </ac:spMkLst>
        </pc:spChg>
        <pc:spChg chg="mod">
          <ac:chgData name="Amelie Parker" userId="7d57f269b0755328" providerId="LiveId" clId="{56B2A1D9-F472-4B4B-BE22-5E69862FAE80}" dt="2026-07-13T03:55:48.741" v="1594" actId="20577"/>
          <ac:spMkLst>
            <pc:docMk/>
            <pc:sldMk cId="1138888446" sldId="288"/>
            <ac:spMk id="51" creationId="{4D0B8321-B7E7-3AC5-48C9-2E34C7105977}"/>
          </ac:spMkLst>
        </pc:spChg>
        <pc:spChg chg="mod">
          <ac:chgData name="Amelie Parker" userId="7d57f269b0755328" providerId="LiveId" clId="{56B2A1D9-F472-4B4B-BE22-5E69862FAE80}" dt="2026-06-30T13:27:53.179" v="1413" actId="20577"/>
          <ac:spMkLst>
            <pc:docMk/>
            <pc:sldMk cId="1138888446" sldId="288"/>
            <ac:spMk id="63" creationId="{725459EC-61AC-253C-6E11-74573F58555A}"/>
          </ac:spMkLst>
        </pc:spChg>
        <pc:spChg chg="mod">
          <ac:chgData name="Amelie Parker" userId="7d57f269b0755328" providerId="LiveId" clId="{56B2A1D9-F472-4B4B-BE22-5E69862FAE80}" dt="2026-07-13T03:58:55.815" v="1605" actId="20577"/>
          <ac:spMkLst>
            <pc:docMk/>
            <pc:sldMk cId="1138888446" sldId="288"/>
            <ac:spMk id="69" creationId="{282FF1D2-CAC2-711A-154E-31EA5B638EE3}"/>
          </ac:spMkLst>
        </pc:spChg>
      </pc:sldChg>
      <pc:sldChg chg="modSp mod">
        <pc:chgData name="Amelie Parker" userId="7d57f269b0755328" providerId="LiveId" clId="{56B2A1D9-F472-4B4B-BE22-5E69862FAE80}" dt="2026-07-13T05:09:08.266" v="1738" actId="20577"/>
        <pc:sldMkLst>
          <pc:docMk/>
          <pc:sldMk cId="2858376404" sldId="289"/>
        </pc:sldMkLst>
        <pc:spChg chg="mod">
          <ac:chgData name="Amelie Parker" userId="7d57f269b0755328" providerId="LiveId" clId="{56B2A1D9-F472-4B4B-BE22-5E69862FAE80}" dt="2026-06-30T13:19:09.487" v="1338" actId="1076"/>
          <ac:spMkLst>
            <pc:docMk/>
            <pc:sldMk cId="2858376404" sldId="289"/>
            <ac:spMk id="3" creationId="{494F959D-4C58-5C0E-E6FA-D4AA31F391D9}"/>
          </ac:spMkLst>
        </pc:spChg>
        <pc:spChg chg="mod">
          <ac:chgData name="Amelie Parker" userId="7d57f269b0755328" providerId="LiveId" clId="{56B2A1D9-F472-4B4B-BE22-5E69862FAE80}" dt="2026-06-30T13:19:09.487" v="1338" actId="1076"/>
          <ac:spMkLst>
            <pc:docMk/>
            <pc:sldMk cId="2858376404" sldId="289"/>
            <ac:spMk id="8" creationId="{277CB703-D8C1-AE2A-08C0-59EDB1AFF68E}"/>
          </ac:spMkLst>
        </pc:spChg>
        <pc:spChg chg="mod">
          <ac:chgData name="Amelie Parker" userId="7d57f269b0755328" providerId="LiveId" clId="{56B2A1D9-F472-4B4B-BE22-5E69862FAE80}" dt="2026-06-30T13:22:51.415" v="1369" actId="1076"/>
          <ac:spMkLst>
            <pc:docMk/>
            <pc:sldMk cId="2858376404" sldId="289"/>
            <ac:spMk id="9" creationId="{B14A693B-EF79-6467-C843-E5C21DA4A616}"/>
          </ac:spMkLst>
        </pc:spChg>
        <pc:spChg chg="mod">
          <ac:chgData name="Amelie Parker" userId="7d57f269b0755328" providerId="LiveId" clId="{56B2A1D9-F472-4B4B-BE22-5E69862FAE80}" dt="2026-06-30T13:19:09.487" v="1338" actId="1076"/>
          <ac:spMkLst>
            <pc:docMk/>
            <pc:sldMk cId="2858376404" sldId="289"/>
            <ac:spMk id="55" creationId="{EB1FB6BB-98EB-05BD-ED9E-3C80F0ECF592}"/>
          </ac:spMkLst>
        </pc:spChg>
        <pc:spChg chg="mod">
          <ac:chgData name="Amelie Parker" userId="7d57f269b0755328" providerId="LiveId" clId="{56B2A1D9-F472-4B4B-BE22-5E69862FAE80}" dt="2026-06-30T13:14:59.603" v="1321" actId="2711"/>
          <ac:spMkLst>
            <pc:docMk/>
            <pc:sldMk cId="2858376404" sldId="289"/>
            <ac:spMk id="56" creationId="{30BD33FB-55C5-6A14-9961-E75F6CBACB3A}"/>
          </ac:spMkLst>
        </pc:spChg>
        <pc:spChg chg="mod">
          <ac:chgData name="Amelie Parker" userId="7d57f269b0755328" providerId="LiveId" clId="{56B2A1D9-F472-4B4B-BE22-5E69862FAE80}" dt="2026-06-30T13:15:20.511" v="1325" actId="1076"/>
          <ac:spMkLst>
            <pc:docMk/>
            <pc:sldMk cId="2858376404" sldId="289"/>
            <ac:spMk id="57" creationId="{708EF9DC-B521-31C8-EDCD-1F397A91F096}"/>
          </ac:spMkLst>
        </pc:spChg>
        <pc:spChg chg="mod">
          <ac:chgData name="Amelie Parker" userId="7d57f269b0755328" providerId="LiveId" clId="{56B2A1D9-F472-4B4B-BE22-5E69862FAE80}" dt="2026-06-30T13:19:09.487" v="1338" actId="1076"/>
          <ac:spMkLst>
            <pc:docMk/>
            <pc:sldMk cId="2858376404" sldId="289"/>
            <ac:spMk id="58" creationId="{9E77FFC4-1DDC-3557-DE46-E0BC014CA4D7}"/>
          </ac:spMkLst>
        </pc:spChg>
        <pc:spChg chg="mod">
          <ac:chgData name="Amelie Parker" userId="7d57f269b0755328" providerId="LiveId" clId="{56B2A1D9-F472-4B4B-BE22-5E69862FAE80}" dt="2026-06-30T13:19:09.487" v="1338" actId="1076"/>
          <ac:spMkLst>
            <pc:docMk/>
            <pc:sldMk cId="2858376404" sldId="289"/>
            <ac:spMk id="60" creationId="{F86191B4-E0A3-5EC1-FEEB-F8934E648BFF}"/>
          </ac:spMkLst>
        </pc:spChg>
        <pc:spChg chg="mod">
          <ac:chgData name="Amelie Parker" userId="7d57f269b0755328" providerId="LiveId" clId="{56B2A1D9-F472-4B4B-BE22-5E69862FAE80}" dt="2026-06-30T13:19:09.487" v="1338" actId="1076"/>
          <ac:spMkLst>
            <pc:docMk/>
            <pc:sldMk cId="2858376404" sldId="289"/>
            <ac:spMk id="61" creationId="{FF811F19-0DC2-4C0C-672D-B1D081B15B43}"/>
          </ac:spMkLst>
        </pc:spChg>
        <pc:spChg chg="mod">
          <ac:chgData name="Amelie Parker" userId="7d57f269b0755328" providerId="LiveId" clId="{56B2A1D9-F472-4B4B-BE22-5E69862FAE80}" dt="2026-06-30T13:19:09.487" v="1338" actId="1076"/>
          <ac:spMkLst>
            <pc:docMk/>
            <pc:sldMk cId="2858376404" sldId="289"/>
            <ac:spMk id="64" creationId="{009779FE-3F6A-8F0E-7886-67BD5E22AEC6}"/>
          </ac:spMkLst>
        </pc:spChg>
        <pc:spChg chg="mod">
          <ac:chgData name="Amelie Parker" userId="7d57f269b0755328" providerId="LiveId" clId="{56B2A1D9-F472-4B4B-BE22-5E69862FAE80}" dt="2026-06-30T13:19:09.487" v="1338" actId="1076"/>
          <ac:spMkLst>
            <pc:docMk/>
            <pc:sldMk cId="2858376404" sldId="289"/>
            <ac:spMk id="66" creationId="{6FFA3C72-D48A-B897-4E23-3288D89CEEE8}"/>
          </ac:spMkLst>
        </pc:spChg>
        <pc:spChg chg="mod">
          <ac:chgData name="Amelie Parker" userId="7d57f269b0755328" providerId="LiveId" clId="{56B2A1D9-F472-4B4B-BE22-5E69862FAE80}" dt="2026-07-13T05:09:08.266" v="1738" actId="20577"/>
          <ac:spMkLst>
            <pc:docMk/>
            <pc:sldMk cId="2858376404" sldId="289"/>
            <ac:spMk id="67" creationId="{99480DDF-6159-D1CD-FFB1-CC7B3A16BB19}"/>
          </ac:spMkLst>
        </pc:spChg>
        <pc:spChg chg="mod">
          <ac:chgData name="Amelie Parker" userId="7d57f269b0755328" providerId="LiveId" clId="{56B2A1D9-F472-4B4B-BE22-5E69862FAE80}" dt="2026-06-30T13:19:09.487" v="1338" actId="1076"/>
          <ac:spMkLst>
            <pc:docMk/>
            <pc:sldMk cId="2858376404" sldId="289"/>
            <ac:spMk id="68" creationId="{9C120591-D946-58A5-182F-2DF8880A1859}"/>
          </ac:spMkLst>
        </pc:spChg>
        <pc:spChg chg="mod">
          <ac:chgData name="Amelie Parker" userId="7d57f269b0755328" providerId="LiveId" clId="{56B2A1D9-F472-4B4B-BE22-5E69862FAE80}" dt="2026-06-30T13:19:27.578" v="1341" actId="1076"/>
          <ac:spMkLst>
            <pc:docMk/>
            <pc:sldMk cId="2858376404" sldId="289"/>
            <ac:spMk id="85" creationId="{A506F5B3-4F35-5ACC-0C7D-5CA332C05EC4}"/>
          </ac:spMkLst>
        </pc:spChg>
        <pc:spChg chg="mod">
          <ac:chgData name="Amelie Parker" userId="7d57f269b0755328" providerId="LiveId" clId="{56B2A1D9-F472-4B4B-BE22-5E69862FAE80}" dt="2026-06-30T13:19:32.691" v="1342" actId="1076"/>
          <ac:spMkLst>
            <pc:docMk/>
            <pc:sldMk cId="2858376404" sldId="289"/>
            <ac:spMk id="86" creationId="{1532720E-81E1-0EA6-1D9D-16A39BCDC64D}"/>
          </ac:spMkLst>
        </pc:spChg>
        <pc:spChg chg="mod">
          <ac:chgData name="Amelie Parker" userId="7d57f269b0755328" providerId="LiveId" clId="{56B2A1D9-F472-4B4B-BE22-5E69862FAE80}" dt="2026-06-30T13:19:52.336" v="1345" actId="1076"/>
          <ac:spMkLst>
            <pc:docMk/>
            <pc:sldMk cId="2858376404" sldId="289"/>
            <ac:spMk id="87" creationId="{A7A14E5E-8F97-9F75-A9AC-BC29BAF4FDE8}"/>
          </ac:spMkLst>
        </pc:spChg>
        <pc:spChg chg="mod">
          <ac:chgData name="Amelie Parker" userId="7d57f269b0755328" providerId="LiveId" clId="{56B2A1D9-F472-4B4B-BE22-5E69862FAE80}" dt="2026-06-30T13:19:41.701" v="1343" actId="1076"/>
          <ac:spMkLst>
            <pc:docMk/>
            <pc:sldMk cId="2858376404" sldId="289"/>
            <ac:spMk id="88" creationId="{9769E7CE-A71E-612B-46B0-22E8C74EDBD4}"/>
          </ac:spMkLst>
        </pc:spChg>
        <pc:spChg chg="mod">
          <ac:chgData name="Amelie Parker" userId="7d57f269b0755328" providerId="LiveId" clId="{56B2A1D9-F472-4B4B-BE22-5E69862FAE80}" dt="2026-06-30T13:19:27.578" v="1341" actId="1076"/>
          <ac:spMkLst>
            <pc:docMk/>
            <pc:sldMk cId="2858376404" sldId="289"/>
            <ac:spMk id="89" creationId="{31D1FF0E-5C12-5E8E-0F4A-2126F3BFC153}"/>
          </ac:spMkLst>
        </pc:spChg>
        <pc:spChg chg="mod">
          <ac:chgData name="Amelie Parker" userId="7d57f269b0755328" providerId="LiveId" clId="{56B2A1D9-F472-4B4B-BE22-5E69862FAE80}" dt="2026-06-30T13:19:32.691" v="1342" actId="1076"/>
          <ac:spMkLst>
            <pc:docMk/>
            <pc:sldMk cId="2858376404" sldId="289"/>
            <ac:spMk id="90" creationId="{649F3944-A160-9C47-C52E-A971E21C46ED}"/>
          </ac:spMkLst>
        </pc:spChg>
        <pc:spChg chg="mod">
          <ac:chgData name="Amelie Parker" userId="7d57f269b0755328" providerId="LiveId" clId="{56B2A1D9-F472-4B4B-BE22-5E69862FAE80}" dt="2026-06-30T13:19:41.701" v="1343" actId="1076"/>
          <ac:spMkLst>
            <pc:docMk/>
            <pc:sldMk cId="2858376404" sldId="289"/>
            <ac:spMk id="91" creationId="{4B1FB14B-61DA-C489-73F9-18361C10BD55}"/>
          </ac:spMkLst>
        </pc:spChg>
        <pc:spChg chg="mod">
          <ac:chgData name="Amelie Parker" userId="7d57f269b0755328" providerId="LiveId" clId="{56B2A1D9-F472-4B4B-BE22-5E69862FAE80}" dt="2026-06-30T13:19:52.336" v="1345" actId="1076"/>
          <ac:spMkLst>
            <pc:docMk/>
            <pc:sldMk cId="2858376404" sldId="289"/>
            <ac:spMk id="92" creationId="{5B70636A-50B1-EE32-0553-106B87D77C09}"/>
          </ac:spMkLst>
        </pc:spChg>
        <pc:spChg chg="mod">
          <ac:chgData name="Amelie Parker" userId="7d57f269b0755328" providerId="LiveId" clId="{56B2A1D9-F472-4B4B-BE22-5E69862FAE80}" dt="2026-06-30T13:22:24.862" v="1363" actId="1076"/>
          <ac:spMkLst>
            <pc:docMk/>
            <pc:sldMk cId="2858376404" sldId="289"/>
            <ac:spMk id="93" creationId="{7EB667A3-852E-52BD-4CEA-ACD191A34EE0}"/>
          </ac:spMkLst>
        </pc:spChg>
        <pc:spChg chg="mod">
          <ac:chgData name="Amelie Parker" userId="7d57f269b0755328" providerId="LiveId" clId="{56B2A1D9-F472-4B4B-BE22-5E69862FAE80}" dt="2026-06-30T13:22:24.862" v="1363" actId="1076"/>
          <ac:spMkLst>
            <pc:docMk/>
            <pc:sldMk cId="2858376404" sldId="289"/>
            <ac:spMk id="94" creationId="{60714C3D-F21D-55DB-5048-1415A8B384A9}"/>
          </ac:spMkLst>
        </pc:spChg>
        <pc:spChg chg="mod">
          <ac:chgData name="Amelie Parker" userId="7d57f269b0755328" providerId="LiveId" clId="{56B2A1D9-F472-4B4B-BE22-5E69862FAE80}" dt="2026-06-30T13:22:33.591" v="1365" actId="1076"/>
          <ac:spMkLst>
            <pc:docMk/>
            <pc:sldMk cId="2858376404" sldId="289"/>
            <ac:spMk id="97" creationId="{E9DCDF27-FD58-58BD-99B5-20922321A519}"/>
          </ac:spMkLst>
        </pc:spChg>
        <pc:spChg chg="mod">
          <ac:chgData name="Amelie Parker" userId="7d57f269b0755328" providerId="LiveId" clId="{56B2A1D9-F472-4B4B-BE22-5E69862FAE80}" dt="2026-06-30T13:22:29.029" v="1364" actId="1076"/>
          <ac:spMkLst>
            <pc:docMk/>
            <pc:sldMk cId="2858376404" sldId="289"/>
            <ac:spMk id="98" creationId="{0876769B-EF59-DB9A-C5D3-D4987A05826C}"/>
          </ac:spMkLst>
        </pc:spChg>
        <pc:spChg chg="mod">
          <ac:chgData name="Amelie Parker" userId="7d57f269b0755328" providerId="LiveId" clId="{56B2A1D9-F472-4B4B-BE22-5E69862FAE80}" dt="2026-06-30T13:22:33.591" v="1365" actId="1076"/>
          <ac:spMkLst>
            <pc:docMk/>
            <pc:sldMk cId="2858376404" sldId="289"/>
            <ac:spMk id="99" creationId="{95FDB848-FFF4-42B8-4977-680177C29FF3}"/>
          </ac:spMkLst>
        </pc:spChg>
        <pc:spChg chg="mod">
          <ac:chgData name="Amelie Parker" userId="7d57f269b0755328" providerId="LiveId" clId="{56B2A1D9-F472-4B4B-BE22-5E69862FAE80}" dt="2026-06-30T13:22:29.029" v="1364" actId="1076"/>
          <ac:spMkLst>
            <pc:docMk/>
            <pc:sldMk cId="2858376404" sldId="289"/>
            <ac:spMk id="100" creationId="{E2A18296-F2ED-2FE0-7FD1-04E26C186C02}"/>
          </ac:spMkLst>
        </pc:spChg>
        <pc:spChg chg="mod">
          <ac:chgData name="Amelie Parker" userId="7d57f269b0755328" providerId="LiveId" clId="{56B2A1D9-F472-4B4B-BE22-5E69862FAE80}" dt="2026-06-30T13:19:16.024" v="1340" actId="1076"/>
          <ac:spMkLst>
            <pc:docMk/>
            <pc:sldMk cId="2858376404" sldId="289"/>
            <ac:spMk id="102" creationId="{D630CB56-2B93-DC5C-1ADC-B8617230E6E3}"/>
          </ac:spMkLst>
        </pc:spChg>
        <pc:spChg chg="mod">
          <ac:chgData name="Amelie Parker" userId="7d57f269b0755328" providerId="LiveId" clId="{56B2A1D9-F472-4B4B-BE22-5E69862FAE80}" dt="2026-06-30T13:18:19.453" v="1333" actId="1076"/>
          <ac:spMkLst>
            <pc:docMk/>
            <pc:sldMk cId="2858376404" sldId="289"/>
            <ac:spMk id="105" creationId="{C63619E5-4594-B30E-8B94-A6C7EC77A464}"/>
          </ac:spMkLst>
        </pc:spChg>
        <pc:spChg chg="mod">
          <ac:chgData name="Amelie Parker" userId="7d57f269b0755328" providerId="LiveId" clId="{56B2A1D9-F472-4B4B-BE22-5E69862FAE80}" dt="2026-06-30T13:22:39.258" v="1368" actId="1076"/>
          <ac:spMkLst>
            <pc:docMk/>
            <pc:sldMk cId="2858376404" sldId="289"/>
            <ac:spMk id="108" creationId="{4A0D1CF9-E69F-D535-EEDE-D9BBACFB4C30}"/>
          </ac:spMkLst>
        </pc:spChg>
        <pc:graphicFrameChg chg="mod modGraphic">
          <ac:chgData name="Amelie Parker" userId="7d57f269b0755328" providerId="LiveId" clId="{56B2A1D9-F472-4B4B-BE22-5E69862FAE80}" dt="2026-06-30T13:22:18.528" v="1362" actId="1076"/>
          <ac:graphicFrameMkLst>
            <pc:docMk/>
            <pc:sldMk cId="2858376404" sldId="289"/>
            <ac:graphicFrameMk id="107" creationId="{813DED9E-DE57-FB5C-AB78-88B4BCCDA947}"/>
          </ac:graphicFrameMkLst>
        </pc:graphicFrameChg>
        <pc:cxnChg chg="mod">
          <ac:chgData name="Amelie Parker" userId="7d57f269b0755328" providerId="LiveId" clId="{56B2A1D9-F472-4B4B-BE22-5E69862FAE80}" dt="2026-06-30T13:19:12.477" v="1339" actId="1076"/>
          <ac:cxnSpMkLst>
            <pc:docMk/>
            <pc:sldMk cId="2858376404" sldId="289"/>
            <ac:cxnSpMk id="84" creationId="{D88BDD90-3D2D-E5F2-003A-A276071C9690}"/>
          </ac:cxnSpMkLst>
        </pc:cxnChg>
        <pc:cxnChg chg="mod">
          <ac:chgData name="Amelie Parker" userId="7d57f269b0755328" providerId="LiveId" clId="{56B2A1D9-F472-4B4B-BE22-5E69862FAE80}" dt="2026-06-30T13:22:37.231" v="1367" actId="1076"/>
          <ac:cxnSpMkLst>
            <pc:docMk/>
            <pc:sldMk cId="2858376404" sldId="289"/>
            <ac:cxnSpMk id="106" creationId="{877B662F-EF12-F2C2-B1C5-69689C10212B}"/>
          </ac:cxnSpMkLst>
        </pc:cxnChg>
      </pc:sldChg>
      <pc:sldChg chg="modSp mod ord">
        <pc:chgData name="Amelie Parker" userId="7d57f269b0755328" providerId="LiveId" clId="{56B2A1D9-F472-4B4B-BE22-5E69862FAE80}" dt="2026-07-16T04:59:01.308" v="1746" actId="20577"/>
        <pc:sldMkLst>
          <pc:docMk/>
          <pc:sldMk cId="407038536" sldId="290"/>
        </pc:sldMkLst>
        <pc:spChg chg="mod">
          <ac:chgData name="Amelie Parker" userId="7d57f269b0755328" providerId="LiveId" clId="{56B2A1D9-F472-4B4B-BE22-5E69862FAE80}" dt="2026-07-13T04:59:09.197" v="1674" actId="14100"/>
          <ac:spMkLst>
            <pc:docMk/>
            <pc:sldMk cId="407038536" sldId="290"/>
            <ac:spMk id="2" creationId="{AABA0DE0-3353-0957-01FE-7A51A76E202E}"/>
          </ac:spMkLst>
        </pc:spChg>
        <pc:spChg chg="mod">
          <ac:chgData name="Amelie Parker" userId="7d57f269b0755328" providerId="LiveId" clId="{56B2A1D9-F472-4B4B-BE22-5E69862FAE80}" dt="2026-06-30T23:44:32.261" v="1565" actId="20577"/>
          <ac:spMkLst>
            <pc:docMk/>
            <pc:sldMk cId="407038536" sldId="290"/>
            <ac:spMk id="3" creationId="{9215D004-6F90-647D-C3A9-E1D77FD6C0E3}"/>
          </ac:spMkLst>
        </pc:spChg>
        <pc:spChg chg="mod">
          <ac:chgData name="Amelie Parker" userId="7d57f269b0755328" providerId="LiveId" clId="{56B2A1D9-F472-4B4B-BE22-5E69862FAE80}" dt="2026-06-30T11:52:17.743" v="196" actId="1076"/>
          <ac:spMkLst>
            <pc:docMk/>
            <pc:sldMk cId="407038536" sldId="290"/>
            <ac:spMk id="9" creationId="{B14A693B-EF79-6467-C843-E5C21DA4A616}"/>
          </ac:spMkLst>
        </pc:spChg>
        <pc:spChg chg="mod">
          <ac:chgData name="Amelie Parker" userId="7d57f269b0755328" providerId="LiveId" clId="{56B2A1D9-F472-4B4B-BE22-5E69862FAE80}" dt="2026-07-13T04:58:18.453" v="1667" actId="1076"/>
          <ac:spMkLst>
            <pc:docMk/>
            <pc:sldMk cId="407038536" sldId="290"/>
            <ac:spMk id="10" creationId="{5A4A0F2C-23F1-4777-5D14-99F4D0C9268C}"/>
          </ac:spMkLst>
        </pc:spChg>
        <pc:spChg chg="mod">
          <ac:chgData name="Amelie Parker" userId="7d57f269b0755328" providerId="LiveId" clId="{56B2A1D9-F472-4B4B-BE22-5E69862FAE80}" dt="2026-07-13T04:58:12.327" v="1666" actId="1076"/>
          <ac:spMkLst>
            <pc:docMk/>
            <pc:sldMk cId="407038536" sldId="290"/>
            <ac:spMk id="12" creationId="{6B1E0FF6-846E-4EA6-7012-793285461D2F}"/>
          </ac:spMkLst>
        </pc:spChg>
        <pc:spChg chg="mod">
          <ac:chgData name="Amelie Parker" userId="7d57f269b0755328" providerId="LiveId" clId="{56B2A1D9-F472-4B4B-BE22-5E69862FAE80}" dt="2026-06-30T09:10:34.164" v="7" actId="20577"/>
          <ac:spMkLst>
            <pc:docMk/>
            <pc:sldMk cId="407038536" sldId="290"/>
            <ac:spMk id="20" creationId="{3B69BAF7-66A1-3E93-2677-09BA3D09A9F4}"/>
          </ac:spMkLst>
        </pc:spChg>
        <pc:spChg chg="mod">
          <ac:chgData name="Amelie Parker" userId="7d57f269b0755328" providerId="LiveId" clId="{56B2A1D9-F472-4B4B-BE22-5E69862FAE80}" dt="2026-07-13T04:58:35.987" v="1669" actId="1076"/>
          <ac:spMkLst>
            <pc:docMk/>
            <pc:sldMk cId="407038536" sldId="290"/>
            <ac:spMk id="29" creationId="{201FF9E0-979D-C27F-3C67-8B5FDE93AE68}"/>
          </ac:spMkLst>
        </pc:spChg>
        <pc:spChg chg="mod">
          <ac:chgData name="Amelie Parker" userId="7d57f269b0755328" providerId="LiveId" clId="{56B2A1D9-F472-4B4B-BE22-5E69862FAE80}" dt="2026-07-13T04:59:05.175" v="1673" actId="1076"/>
          <ac:spMkLst>
            <pc:docMk/>
            <pc:sldMk cId="407038536" sldId="290"/>
            <ac:spMk id="52" creationId="{AED5C657-1772-42C5-7CFA-79EAC61E586B}"/>
          </ac:spMkLst>
        </pc:spChg>
        <pc:spChg chg="mod">
          <ac:chgData name="Amelie Parker" userId="7d57f269b0755328" providerId="LiveId" clId="{56B2A1D9-F472-4B4B-BE22-5E69862FAE80}" dt="2026-07-13T04:59:13.365" v="1675" actId="1076"/>
          <ac:spMkLst>
            <pc:docMk/>
            <pc:sldMk cId="407038536" sldId="290"/>
            <ac:spMk id="53" creationId="{D9C2BDC2-4AED-9F01-EFD8-F83295923242}"/>
          </ac:spMkLst>
        </pc:spChg>
        <pc:spChg chg="mod">
          <ac:chgData name="Amelie Parker" userId="7d57f269b0755328" providerId="LiveId" clId="{56B2A1D9-F472-4B4B-BE22-5E69862FAE80}" dt="2026-07-13T04:58:44.388" v="1670" actId="1076"/>
          <ac:spMkLst>
            <pc:docMk/>
            <pc:sldMk cId="407038536" sldId="290"/>
            <ac:spMk id="54" creationId="{64A52355-3457-3E34-DE17-F602B02148DB}"/>
          </ac:spMkLst>
        </pc:spChg>
        <pc:spChg chg="mod">
          <ac:chgData name="Amelie Parker" userId="7d57f269b0755328" providerId="LiveId" clId="{56B2A1D9-F472-4B4B-BE22-5E69862FAE80}" dt="2026-07-13T04:58:44.388" v="1670" actId="1076"/>
          <ac:spMkLst>
            <pc:docMk/>
            <pc:sldMk cId="407038536" sldId="290"/>
            <ac:spMk id="55" creationId="{72831FA6-5694-4D1B-41E3-891F5D7A0D49}"/>
          </ac:spMkLst>
        </pc:spChg>
        <pc:spChg chg="mod">
          <ac:chgData name="Amelie Parker" userId="7d57f269b0755328" providerId="LiveId" clId="{56B2A1D9-F472-4B4B-BE22-5E69862FAE80}" dt="2026-06-30T11:54:22.980" v="248" actId="20577"/>
          <ac:spMkLst>
            <pc:docMk/>
            <pc:sldMk cId="407038536" sldId="290"/>
            <ac:spMk id="56" creationId="{2EA3A069-DDDA-B515-E4FE-92299B204C6B}"/>
          </ac:spMkLst>
        </pc:spChg>
        <pc:spChg chg="mod">
          <ac:chgData name="Amelie Parker" userId="7d57f269b0755328" providerId="LiveId" clId="{56B2A1D9-F472-4B4B-BE22-5E69862FAE80}" dt="2026-07-13T04:58:44.388" v="1670" actId="1076"/>
          <ac:spMkLst>
            <pc:docMk/>
            <pc:sldMk cId="407038536" sldId="290"/>
            <ac:spMk id="57" creationId="{4947E13A-43D7-FA0B-5B0C-C375A18D8B78}"/>
          </ac:spMkLst>
        </pc:spChg>
        <pc:spChg chg="mod">
          <ac:chgData name="Amelie Parker" userId="7d57f269b0755328" providerId="LiveId" clId="{56B2A1D9-F472-4B4B-BE22-5E69862FAE80}" dt="2026-07-13T04:58:54.248" v="1672" actId="1076"/>
          <ac:spMkLst>
            <pc:docMk/>
            <pc:sldMk cId="407038536" sldId="290"/>
            <ac:spMk id="58" creationId="{244EA883-C7DB-39AA-5C22-66978C8376A7}"/>
          </ac:spMkLst>
        </pc:spChg>
        <pc:spChg chg="mod">
          <ac:chgData name="Amelie Parker" userId="7d57f269b0755328" providerId="LiveId" clId="{56B2A1D9-F472-4B4B-BE22-5E69862FAE80}" dt="2026-07-13T04:58:35.987" v="1669" actId="1076"/>
          <ac:spMkLst>
            <pc:docMk/>
            <pc:sldMk cId="407038536" sldId="290"/>
            <ac:spMk id="60" creationId="{43543AEF-0D1B-31B7-860D-420FE133189F}"/>
          </ac:spMkLst>
        </pc:spChg>
        <pc:spChg chg="mod">
          <ac:chgData name="Amelie Parker" userId="7d57f269b0755328" providerId="LiveId" clId="{56B2A1D9-F472-4B4B-BE22-5E69862FAE80}" dt="2026-07-13T04:58:54.248" v="1672" actId="1076"/>
          <ac:spMkLst>
            <pc:docMk/>
            <pc:sldMk cId="407038536" sldId="290"/>
            <ac:spMk id="62" creationId="{DFBADC1A-1DF0-637F-AAA5-1E8677A87488}"/>
          </ac:spMkLst>
        </pc:spChg>
        <pc:spChg chg="mod">
          <ac:chgData name="Amelie Parker" userId="7d57f269b0755328" providerId="LiveId" clId="{56B2A1D9-F472-4B4B-BE22-5E69862FAE80}" dt="2026-07-13T04:58:35.987" v="1669" actId="1076"/>
          <ac:spMkLst>
            <pc:docMk/>
            <pc:sldMk cId="407038536" sldId="290"/>
            <ac:spMk id="64" creationId="{2541D311-7F44-9D6C-FC38-D575FAF8E7A5}"/>
          </ac:spMkLst>
        </pc:spChg>
        <pc:spChg chg="mod">
          <ac:chgData name="Amelie Parker" userId="7d57f269b0755328" providerId="LiveId" clId="{56B2A1D9-F472-4B4B-BE22-5E69862FAE80}" dt="2026-07-13T04:58:44.388" v="1670" actId="1076"/>
          <ac:spMkLst>
            <pc:docMk/>
            <pc:sldMk cId="407038536" sldId="290"/>
            <ac:spMk id="65" creationId="{D51D3379-E4CF-25AC-257F-EF129F73894E}"/>
          </ac:spMkLst>
        </pc:spChg>
        <pc:spChg chg="mod">
          <ac:chgData name="Amelie Parker" userId="7d57f269b0755328" providerId="LiveId" clId="{56B2A1D9-F472-4B4B-BE22-5E69862FAE80}" dt="2026-07-13T04:58:54.248" v="1672" actId="1076"/>
          <ac:spMkLst>
            <pc:docMk/>
            <pc:sldMk cId="407038536" sldId="290"/>
            <ac:spMk id="66" creationId="{F8A08EB0-42C8-CF62-9C25-2D6ED3363B0E}"/>
          </ac:spMkLst>
        </pc:spChg>
        <pc:spChg chg="mod">
          <ac:chgData name="Amelie Parker" userId="7d57f269b0755328" providerId="LiveId" clId="{56B2A1D9-F472-4B4B-BE22-5E69862FAE80}" dt="2026-07-13T04:59:05.175" v="1673" actId="1076"/>
          <ac:spMkLst>
            <pc:docMk/>
            <pc:sldMk cId="407038536" sldId="290"/>
            <ac:spMk id="67" creationId="{8EF2E1A4-B1A8-CCEC-2555-36777FAA2E1E}"/>
          </ac:spMkLst>
        </pc:spChg>
        <pc:spChg chg="mod">
          <ac:chgData name="Amelie Parker" userId="7d57f269b0755328" providerId="LiveId" clId="{56B2A1D9-F472-4B4B-BE22-5E69862FAE80}" dt="2026-07-13T04:58:54.248" v="1672" actId="1076"/>
          <ac:spMkLst>
            <pc:docMk/>
            <pc:sldMk cId="407038536" sldId="290"/>
            <ac:spMk id="69" creationId="{5457F167-58A6-14AF-CFDB-6C6132FF9F56}"/>
          </ac:spMkLst>
        </pc:spChg>
        <pc:spChg chg="mod">
          <ac:chgData name="Amelie Parker" userId="7d57f269b0755328" providerId="LiveId" clId="{56B2A1D9-F472-4B4B-BE22-5E69862FAE80}" dt="2026-07-13T04:58:54.248" v="1672" actId="1076"/>
          <ac:spMkLst>
            <pc:docMk/>
            <pc:sldMk cId="407038536" sldId="290"/>
            <ac:spMk id="70" creationId="{62579A70-9399-1E0F-7BA3-076847CC17C8}"/>
          </ac:spMkLst>
        </pc:spChg>
        <pc:spChg chg="mod">
          <ac:chgData name="Amelie Parker" userId="7d57f269b0755328" providerId="LiveId" clId="{56B2A1D9-F472-4B4B-BE22-5E69862FAE80}" dt="2026-07-13T04:59:13.365" v="1675" actId="1076"/>
          <ac:spMkLst>
            <pc:docMk/>
            <pc:sldMk cId="407038536" sldId="290"/>
            <ac:spMk id="72" creationId="{444CD1D9-11CA-5870-58FF-4DAB90685CC2}"/>
          </ac:spMkLst>
        </pc:spChg>
        <pc:spChg chg="mod">
          <ac:chgData name="Amelie Parker" userId="7d57f269b0755328" providerId="LiveId" clId="{56B2A1D9-F472-4B4B-BE22-5E69862FAE80}" dt="2026-07-13T04:59:16.617" v="1676" actId="1076"/>
          <ac:spMkLst>
            <pc:docMk/>
            <pc:sldMk cId="407038536" sldId="290"/>
            <ac:spMk id="73" creationId="{B3A4F925-2AD5-38E6-DBC8-B37A040CEEE9}"/>
          </ac:spMkLst>
        </pc:spChg>
        <pc:spChg chg="mod">
          <ac:chgData name="Amelie Parker" userId="7d57f269b0755328" providerId="LiveId" clId="{56B2A1D9-F472-4B4B-BE22-5E69862FAE80}" dt="2026-07-13T04:58:18.453" v="1667" actId="1076"/>
          <ac:spMkLst>
            <pc:docMk/>
            <pc:sldMk cId="407038536" sldId="290"/>
            <ac:spMk id="74" creationId="{9A8F8084-45EF-594F-4B9A-647932DDBE4B}"/>
          </ac:spMkLst>
        </pc:spChg>
        <pc:spChg chg="mod">
          <ac:chgData name="Amelie Parker" userId="7d57f269b0755328" providerId="LiveId" clId="{56B2A1D9-F472-4B4B-BE22-5E69862FAE80}" dt="2026-07-13T04:58:12.327" v="1666" actId="1076"/>
          <ac:spMkLst>
            <pc:docMk/>
            <pc:sldMk cId="407038536" sldId="290"/>
            <ac:spMk id="79" creationId="{1910A880-F4D1-AEEE-1807-5E0ACAAC6BCC}"/>
          </ac:spMkLst>
        </pc:spChg>
        <pc:graphicFrameChg chg="mod modGraphic">
          <ac:chgData name="Amelie Parker" userId="7d57f269b0755328" providerId="LiveId" clId="{56B2A1D9-F472-4B4B-BE22-5E69862FAE80}" dt="2026-07-16T04:59:01.308" v="1746" actId="20577"/>
          <ac:graphicFrameMkLst>
            <pc:docMk/>
            <pc:sldMk cId="407038536" sldId="290"/>
            <ac:graphicFrameMk id="78" creationId="{D5949E2E-CCA0-7992-090E-DB77D82C6013}"/>
          </ac:graphicFrameMkLst>
        </pc:graphicFrameChg>
      </pc:sldChg>
      <pc:sldChg chg="modSp mod">
        <pc:chgData name="Amelie Parker" userId="7d57f269b0755328" providerId="LiveId" clId="{56B2A1D9-F472-4B4B-BE22-5E69862FAE80}" dt="2026-07-16T04:58:40.554" v="1744" actId="120"/>
        <pc:sldMkLst>
          <pc:docMk/>
          <pc:sldMk cId="3136937473" sldId="292"/>
        </pc:sldMkLst>
        <pc:spChg chg="mod">
          <ac:chgData name="Amelie Parker" userId="7d57f269b0755328" providerId="LiveId" clId="{56B2A1D9-F472-4B4B-BE22-5E69862FAE80}" dt="2026-06-30T11:17:40.375" v="103" actId="14100"/>
          <ac:spMkLst>
            <pc:docMk/>
            <pc:sldMk cId="3136937473" sldId="292"/>
            <ac:spMk id="2" creationId="{AABA0DE0-3353-0957-01FE-7A51A76E202E}"/>
          </ac:spMkLst>
        </pc:spChg>
        <pc:spChg chg="mod">
          <ac:chgData name="Amelie Parker" userId="7d57f269b0755328" providerId="LiveId" clId="{56B2A1D9-F472-4B4B-BE22-5E69862FAE80}" dt="2026-06-30T11:15:44.641" v="94" actId="1076"/>
          <ac:spMkLst>
            <pc:docMk/>
            <pc:sldMk cId="3136937473" sldId="292"/>
            <ac:spMk id="7" creationId="{8D291956-5915-7FA6-C059-4C36F93B21E9}"/>
          </ac:spMkLst>
        </pc:spChg>
        <pc:spChg chg="mod">
          <ac:chgData name="Amelie Parker" userId="7d57f269b0755328" providerId="LiveId" clId="{56B2A1D9-F472-4B4B-BE22-5E69862FAE80}" dt="2026-06-30T11:19:41.878" v="111" actId="1076"/>
          <ac:spMkLst>
            <pc:docMk/>
            <pc:sldMk cId="3136937473" sldId="292"/>
            <ac:spMk id="9" creationId="{B14A693B-EF79-6467-C843-E5C21DA4A616}"/>
          </ac:spMkLst>
        </pc:spChg>
        <pc:spChg chg="mod">
          <ac:chgData name="Amelie Parker" userId="7d57f269b0755328" providerId="LiveId" clId="{56B2A1D9-F472-4B4B-BE22-5E69862FAE80}" dt="2026-06-30T11:19:20.027" v="110" actId="1076"/>
          <ac:spMkLst>
            <pc:docMk/>
            <pc:sldMk cId="3136937473" sldId="292"/>
            <ac:spMk id="25" creationId="{88728653-AE8C-DCDF-FFC7-88DF2C8BC1E9}"/>
          </ac:spMkLst>
        </pc:spChg>
        <pc:spChg chg="mod">
          <ac:chgData name="Amelie Parker" userId="7d57f269b0755328" providerId="LiveId" clId="{56B2A1D9-F472-4B4B-BE22-5E69862FAE80}" dt="2026-06-30T11:19:11.725" v="109" actId="1076"/>
          <ac:spMkLst>
            <pc:docMk/>
            <pc:sldMk cId="3136937473" sldId="292"/>
            <ac:spMk id="26" creationId="{03404C49-354C-A81A-6901-E9652C8DE664}"/>
          </ac:spMkLst>
        </pc:spChg>
        <pc:spChg chg="mod">
          <ac:chgData name="Amelie Parker" userId="7d57f269b0755328" providerId="LiveId" clId="{56B2A1D9-F472-4B4B-BE22-5E69862FAE80}" dt="2026-06-30T11:19:11.725" v="109" actId="1076"/>
          <ac:spMkLst>
            <pc:docMk/>
            <pc:sldMk cId="3136937473" sldId="292"/>
            <ac:spMk id="27" creationId="{0BB65C9E-4F06-E4D6-3030-830965BDFE1F}"/>
          </ac:spMkLst>
        </pc:spChg>
        <pc:spChg chg="mod">
          <ac:chgData name="Amelie Parker" userId="7d57f269b0755328" providerId="LiveId" clId="{56B2A1D9-F472-4B4B-BE22-5E69862FAE80}" dt="2026-06-30T11:19:11.725" v="109" actId="1076"/>
          <ac:spMkLst>
            <pc:docMk/>
            <pc:sldMk cId="3136937473" sldId="292"/>
            <ac:spMk id="28" creationId="{233F0C91-E65A-6FD2-83D0-784751371565}"/>
          </ac:spMkLst>
        </pc:spChg>
        <pc:spChg chg="mod">
          <ac:chgData name="Amelie Parker" userId="7d57f269b0755328" providerId="LiveId" clId="{56B2A1D9-F472-4B4B-BE22-5E69862FAE80}" dt="2026-06-30T11:19:20.027" v="110" actId="1076"/>
          <ac:spMkLst>
            <pc:docMk/>
            <pc:sldMk cId="3136937473" sldId="292"/>
            <ac:spMk id="31" creationId="{E340910F-FD70-36AF-473C-674786B98C5B}"/>
          </ac:spMkLst>
        </pc:spChg>
        <pc:spChg chg="mod">
          <ac:chgData name="Amelie Parker" userId="7d57f269b0755328" providerId="LiveId" clId="{56B2A1D9-F472-4B4B-BE22-5E69862FAE80}" dt="2026-06-30T11:19:11.725" v="109" actId="1076"/>
          <ac:spMkLst>
            <pc:docMk/>
            <pc:sldMk cId="3136937473" sldId="292"/>
            <ac:spMk id="32" creationId="{DE99396E-3340-A303-BC4B-FD683C00B878}"/>
          </ac:spMkLst>
        </pc:spChg>
        <pc:spChg chg="mod">
          <ac:chgData name="Amelie Parker" userId="7d57f269b0755328" providerId="LiveId" clId="{56B2A1D9-F472-4B4B-BE22-5E69862FAE80}" dt="2026-06-30T11:19:11.725" v="109" actId="1076"/>
          <ac:spMkLst>
            <pc:docMk/>
            <pc:sldMk cId="3136937473" sldId="292"/>
            <ac:spMk id="33" creationId="{05A0351D-673B-79BF-143E-D8C2CE62852F}"/>
          </ac:spMkLst>
        </pc:spChg>
        <pc:spChg chg="mod">
          <ac:chgData name="Amelie Parker" userId="7d57f269b0755328" providerId="LiveId" clId="{56B2A1D9-F472-4B4B-BE22-5E69862FAE80}" dt="2026-06-30T11:19:11.725" v="109" actId="1076"/>
          <ac:spMkLst>
            <pc:docMk/>
            <pc:sldMk cId="3136937473" sldId="292"/>
            <ac:spMk id="34" creationId="{01045046-1DC8-52AE-2ADB-E4FBD8FF1630}"/>
          </ac:spMkLst>
        </pc:spChg>
        <pc:spChg chg="mod">
          <ac:chgData name="Amelie Parker" userId="7d57f269b0755328" providerId="LiveId" clId="{56B2A1D9-F472-4B4B-BE22-5E69862FAE80}" dt="2026-06-30T11:16:18.441" v="98" actId="1076"/>
          <ac:spMkLst>
            <pc:docMk/>
            <pc:sldMk cId="3136937473" sldId="292"/>
            <ac:spMk id="39" creationId="{4B8BD083-A08F-50BB-C4A6-8AFFBEF47FEB}"/>
          </ac:spMkLst>
        </pc:spChg>
        <pc:spChg chg="mod">
          <ac:chgData name="Amelie Parker" userId="7d57f269b0755328" providerId="LiveId" clId="{56B2A1D9-F472-4B4B-BE22-5E69862FAE80}" dt="2026-06-30T11:17:34.126" v="102" actId="1076"/>
          <ac:spMkLst>
            <pc:docMk/>
            <pc:sldMk cId="3136937473" sldId="292"/>
            <ac:spMk id="40" creationId="{0493B52C-E4BF-EB17-238F-8346DCB07A17}"/>
          </ac:spMkLst>
        </pc:spChg>
        <pc:spChg chg="mod">
          <ac:chgData name="Amelie Parker" userId="7d57f269b0755328" providerId="LiveId" clId="{56B2A1D9-F472-4B4B-BE22-5E69862FAE80}" dt="2026-06-30T11:17:46.358" v="104" actId="1076"/>
          <ac:spMkLst>
            <pc:docMk/>
            <pc:sldMk cId="3136937473" sldId="292"/>
            <ac:spMk id="41" creationId="{AF389F0B-9A66-2BA8-9ABA-8A6CAC760480}"/>
          </ac:spMkLst>
        </pc:spChg>
        <pc:spChg chg="mod">
          <ac:chgData name="Amelie Parker" userId="7d57f269b0755328" providerId="LiveId" clId="{56B2A1D9-F472-4B4B-BE22-5E69862FAE80}" dt="2026-06-30T11:17:34.126" v="102" actId="1076"/>
          <ac:spMkLst>
            <pc:docMk/>
            <pc:sldMk cId="3136937473" sldId="292"/>
            <ac:spMk id="51" creationId="{20D50D64-7A50-7539-8097-04261F71E2AF}"/>
          </ac:spMkLst>
        </pc:spChg>
        <pc:spChg chg="mod">
          <ac:chgData name="Amelie Parker" userId="7d57f269b0755328" providerId="LiveId" clId="{56B2A1D9-F472-4B4B-BE22-5E69862FAE80}" dt="2026-06-30T11:17:46.358" v="104" actId="1076"/>
          <ac:spMkLst>
            <pc:docMk/>
            <pc:sldMk cId="3136937473" sldId="292"/>
            <ac:spMk id="52" creationId="{53AD80FF-9072-E5F5-14F3-2F4DEC1CB120}"/>
          </ac:spMkLst>
        </pc:spChg>
        <pc:spChg chg="mod">
          <ac:chgData name="Amelie Parker" userId="7d57f269b0755328" providerId="LiveId" clId="{56B2A1D9-F472-4B4B-BE22-5E69862FAE80}" dt="2026-06-30T11:17:50.776" v="105" actId="1076"/>
          <ac:spMkLst>
            <pc:docMk/>
            <pc:sldMk cId="3136937473" sldId="292"/>
            <ac:spMk id="55" creationId="{F1DB9C34-EE66-9CF3-D142-7EB1BB2EE2B4}"/>
          </ac:spMkLst>
        </pc:spChg>
        <pc:spChg chg="mod">
          <ac:chgData name="Amelie Parker" userId="7d57f269b0755328" providerId="LiveId" clId="{56B2A1D9-F472-4B4B-BE22-5E69862FAE80}" dt="2026-06-30T11:17:50.776" v="105" actId="1076"/>
          <ac:spMkLst>
            <pc:docMk/>
            <pc:sldMk cId="3136937473" sldId="292"/>
            <ac:spMk id="56" creationId="{78A8F592-ED5E-390B-A7A1-8FC36280A783}"/>
          </ac:spMkLst>
        </pc:spChg>
        <pc:spChg chg="mod">
          <ac:chgData name="Amelie Parker" userId="7d57f269b0755328" providerId="LiveId" clId="{56B2A1D9-F472-4B4B-BE22-5E69862FAE80}" dt="2026-06-30T11:17:56.040" v="106" actId="1076"/>
          <ac:spMkLst>
            <pc:docMk/>
            <pc:sldMk cId="3136937473" sldId="292"/>
            <ac:spMk id="59" creationId="{0DDD7B53-4513-3CD4-39FD-688E61DF7A2D}"/>
          </ac:spMkLst>
        </pc:spChg>
        <pc:spChg chg="mod">
          <ac:chgData name="Amelie Parker" userId="7d57f269b0755328" providerId="LiveId" clId="{56B2A1D9-F472-4B4B-BE22-5E69862FAE80}" dt="2026-06-30T11:17:56.040" v="106" actId="1076"/>
          <ac:spMkLst>
            <pc:docMk/>
            <pc:sldMk cId="3136937473" sldId="292"/>
            <ac:spMk id="60" creationId="{3A46F35C-072D-2EA4-8C5A-80EDCEB85EEF}"/>
          </ac:spMkLst>
        </pc:spChg>
        <pc:spChg chg="mod">
          <ac:chgData name="Amelie Parker" userId="7d57f269b0755328" providerId="LiveId" clId="{56B2A1D9-F472-4B4B-BE22-5E69862FAE80}" dt="2026-07-16T04:58:40.554" v="1744" actId="120"/>
          <ac:spMkLst>
            <pc:docMk/>
            <pc:sldMk cId="3136937473" sldId="292"/>
            <ac:spMk id="61" creationId="{C1C479E9-53AD-A195-D63B-C529D844CCD0}"/>
          </ac:spMkLst>
        </pc:spChg>
        <pc:graphicFrameChg chg="mod">
          <ac:chgData name="Amelie Parker" userId="7d57f269b0755328" providerId="LiveId" clId="{56B2A1D9-F472-4B4B-BE22-5E69862FAE80}" dt="2026-06-30T11:19:11.725" v="109" actId="1076"/>
          <ac:graphicFrameMkLst>
            <pc:docMk/>
            <pc:sldMk cId="3136937473" sldId="292"/>
            <ac:graphicFrameMk id="29" creationId="{3E52E611-D815-A2E5-BB4B-F25DF0C4CCF6}"/>
          </ac:graphicFrameMkLst>
        </pc:graphicFrameChg>
        <pc:graphicFrameChg chg="mod">
          <ac:chgData name="Amelie Parker" userId="7d57f269b0755328" providerId="LiveId" clId="{56B2A1D9-F472-4B4B-BE22-5E69862FAE80}" dt="2026-06-30T11:19:11.725" v="109" actId="1076"/>
          <ac:graphicFrameMkLst>
            <pc:docMk/>
            <pc:sldMk cId="3136937473" sldId="292"/>
            <ac:graphicFrameMk id="30" creationId="{9DF80498-9E19-BC94-2072-B8AE7A3B299F}"/>
          </ac:graphicFrameMkLst>
        </pc:graphicFrameChg>
        <pc:cxnChg chg="mod">
          <ac:chgData name="Amelie Parker" userId="7d57f269b0755328" providerId="LiveId" clId="{56B2A1D9-F472-4B4B-BE22-5E69862FAE80}" dt="2026-06-30T11:15:49.557" v="96" actId="1076"/>
          <ac:cxnSpMkLst>
            <pc:docMk/>
            <pc:sldMk cId="3136937473" sldId="292"/>
            <ac:cxnSpMk id="8" creationId="{E00BB1E5-A2E3-7E94-0143-D5F6022721F3}"/>
          </ac:cxnSpMkLst>
        </pc:cxnChg>
      </pc:sldChg>
      <pc:sldChg chg="modSp add mod">
        <pc:chgData name="Amelie Parker" userId="7d57f269b0755328" providerId="LiveId" clId="{56B2A1D9-F472-4B4B-BE22-5E69862FAE80}" dt="2026-07-13T03:38:28.876" v="1588" actId="20577"/>
        <pc:sldMkLst>
          <pc:docMk/>
          <pc:sldMk cId="3838451801" sldId="295"/>
        </pc:sldMkLst>
        <pc:spChg chg="mod">
          <ac:chgData name="Amelie Parker" userId="7d57f269b0755328" providerId="LiveId" clId="{56B2A1D9-F472-4B4B-BE22-5E69862FAE80}" dt="2026-07-13T03:38:28.876" v="1588" actId="20577"/>
          <ac:spMkLst>
            <pc:docMk/>
            <pc:sldMk cId="3838451801" sldId="295"/>
            <ac:spMk id="11" creationId="{69044808-D054-DD0B-C2BE-96FF1AEBB234}"/>
          </ac:spMkLst>
        </pc:spChg>
      </pc:sldChg>
      <pc:sldChg chg="add">
        <pc:chgData name="Amelie Parker" userId="7d57f269b0755328" providerId="LiveId" clId="{56B2A1D9-F472-4B4B-BE22-5E69862FAE80}" dt="2026-06-30T23:43:13.617" v="1545"/>
        <pc:sldMkLst>
          <pc:docMk/>
          <pc:sldMk cId="4294160137" sldId="296"/>
        </pc:sldMkLst>
      </pc:sldChg>
      <pc:sldChg chg="add">
        <pc:chgData name="Amelie Parker" userId="7d57f269b0755328" providerId="LiveId" clId="{56B2A1D9-F472-4B4B-BE22-5E69862FAE80}" dt="2026-06-30T23:43:13.617" v="1545"/>
        <pc:sldMkLst>
          <pc:docMk/>
          <pc:sldMk cId="3537461914" sldId="2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3613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444726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858454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586553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441CD0-4255-495E-9E8E-87CB35E5AD6E}" type="datetimeFigureOut">
              <a:rPr lang="en-AU" smtClean="0"/>
              <a:t>17/07/2026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97992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441CD0-4255-495E-9E8E-87CB35E5AD6E}" type="datetimeFigureOut">
              <a:rPr lang="en-AU" smtClean="0"/>
              <a:t>17/07/2026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339386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41CD0-4255-495E-9E8E-87CB35E5AD6E}" type="datetimeFigureOut">
              <a:rPr lang="en-AU" smtClean="0"/>
              <a:t>17/07/2026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78993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387901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80043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6791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6019035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26441CD0-4255-495E-9E8E-87CB35E5AD6E}" type="datetimeFigureOut">
              <a:rPr lang="en-AU" smtClean="0"/>
              <a:t>17/07/2026</a:t>
            </a:fld>
            <a:endParaRPr lang="en-AU"/>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8687BD24-2389-48E1-B6FD-F6B8CCD0B61E}" type="slidenum">
              <a:rPr lang="en-AU" smtClean="0"/>
              <a:t>‹#›</a:t>
            </a:fld>
            <a:endParaRPr lang="en-AU"/>
          </a:p>
        </p:txBody>
      </p:sp>
    </p:spTree>
    <p:extLst>
      <p:ext uri="{BB962C8B-B14F-4D97-AF65-F5344CB8AC3E}">
        <p14:creationId xmlns:p14="http://schemas.microsoft.com/office/powerpoint/2010/main" val="18365626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44609" y="469716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1</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766" y="733811"/>
            <a:ext cx="461665" cy="273934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90766" y="4715103"/>
            <a:ext cx="461665" cy="118195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16" name="Rectangle: Top Corners Snipped 15">
            <a:extLst>
              <a:ext uri="{FF2B5EF4-FFF2-40B4-BE49-F238E27FC236}">
                <a16:creationId xmlns:a16="http://schemas.microsoft.com/office/drawing/2014/main" id="{AB2AC2AC-662B-3BD3-4EBF-A36F6C6C6945}"/>
              </a:ext>
            </a:extLst>
          </p:cNvPr>
          <p:cNvSpPr/>
          <p:nvPr/>
        </p:nvSpPr>
        <p:spPr>
          <a:xfrm rot="5400000">
            <a:off x="716127" y="11831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F3A7F8B4-5191-DE24-414D-A2038000C3E9}"/>
              </a:ext>
            </a:extLst>
          </p:cNvPr>
          <p:cNvSpPr/>
          <p:nvPr/>
        </p:nvSpPr>
        <p:spPr>
          <a:xfrm rot="5400000">
            <a:off x="715200" y="16226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Top Corners Snipped 17">
            <a:extLst>
              <a:ext uri="{FF2B5EF4-FFF2-40B4-BE49-F238E27FC236}">
                <a16:creationId xmlns:a16="http://schemas.microsoft.com/office/drawing/2014/main" id="{51CB79A7-4BF0-1E04-4D29-625403772BD5}"/>
              </a:ext>
            </a:extLst>
          </p:cNvPr>
          <p:cNvSpPr/>
          <p:nvPr/>
        </p:nvSpPr>
        <p:spPr>
          <a:xfrm rot="5400000">
            <a:off x="715501" y="21112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Top Corners Snipped 21">
            <a:extLst>
              <a:ext uri="{FF2B5EF4-FFF2-40B4-BE49-F238E27FC236}">
                <a16:creationId xmlns:a16="http://schemas.microsoft.com/office/drawing/2014/main" id="{FE7FB884-A288-1ACA-D766-A13332D32903}"/>
              </a:ext>
            </a:extLst>
          </p:cNvPr>
          <p:cNvSpPr/>
          <p:nvPr/>
        </p:nvSpPr>
        <p:spPr>
          <a:xfrm rot="5400000">
            <a:off x="715893" y="256019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a:extLst>
              <a:ext uri="{FF2B5EF4-FFF2-40B4-BE49-F238E27FC236}">
                <a16:creationId xmlns:a16="http://schemas.microsoft.com/office/drawing/2014/main" id="{913808DA-2B28-D12F-42EB-276115227C38}"/>
              </a:ext>
            </a:extLst>
          </p:cNvPr>
          <p:cNvSpPr txBox="1"/>
          <p:nvPr/>
        </p:nvSpPr>
        <p:spPr>
          <a:xfrm>
            <a:off x="720622" y="127264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32" name="TextBox 31">
            <a:extLst>
              <a:ext uri="{FF2B5EF4-FFF2-40B4-BE49-F238E27FC236}">
                <a16:creationId xmlns:a16="http://schemas.microsoft.com/office/drawing/2014/main" id="{5FE38D60-A0DC-FED4-DD16-6E3C3D31A1E2}"/>
              </a:ext>
            </a:extLst>
          </p:cNvPr>
          <p:cNvSpPr txBox="1"/>
          <p:nvPr/>
        </p:nvSpPr>
        <p:spPr>
          <a:xfrm>
            <a:off x="714619" y="1718739"/>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33" name="TextBox 32">
            <a:extLst>
              <a:ext uri="{FF2B5EF4-FFF2-40B4-BE49-F238E27FC236}">
                <a16:creationId xmlns:a16="http://schemas.microsoft.com/office/drawing/2014/main" id="{9DDEAF73-903C-617F-4559-2E04A53275A1}"/>
              </a:ext>
            </a:extLst>
          </p:cNvPr>
          <p:cNvSpPr txBox="1"/>
          <p:nvPr/>
        </p:nvSpPr>
        <p:spPr>
          <a:xfrm>
            <a:off x="723561" y="220658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34" name="TextBox 33">
            <a:extLst>
              <a:ext uri="{FF2B5EF4-FFF2-40B4-BE49-F238E27FC236}">
                <a16:creationId xmlns:a16="http://schemas.microsoft.com/office/drawing/2014/main" id="{16FD4CE0-DC12-B029-3957-D6A4BA01457C}"/>
              </a:ext>
            </a:extLst>
          </p:cNvPr>
          <p:cNvSpPr txBox="1"/>
          <p:nvPr/>
        </p:nvSpPr>
        <p:spPr>
          <a:xfrm>
            <a:off x="730788" y="2657094"/>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36" name="Rectangle: Top Corners Snipped 35">
            <a:extLst>
              <a:ext uri="{FF2B5EF4-FFF2-40B4-BE49-F238E27FC236}">
                <a16:creationId xmlns:a16="http://schemas.microsoft.com/office/drawing/2014/main" id="{B4A44FCD-BDAA-FFBE-7F4D-3A5EC2AC2CAB}"/>
              </a:ext>
            </a:extLst>
          </p:cNvPr>
          <p:cNvSpPr/>
          <p:nvPr/>
        </p:nvSpPr>
        <p:spPr>
          <a:xfrm rot="5400000">
            <a:off x="714183" y="30362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DB6DAC86-16FC-2F0A-74FA-F28F569B4743}"/>
              </a:ext>
            </a:extLst>
          </p:cNvPr>
          <p:cNvSpPr txBox="1"/>
          <p:nvPr/>
        </p:nvSpPr>
        <p:spPr>
          <a:xfrm>
            <a:off x="727888" y="3117640"/>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40" name="Rectangle: Top Corners Snipped 39">
            <a:extLst>
              <a:ext uri="{FF2B5EF4-FFF2-40B4-BE49-F238E27FC236}">
                <a16:creationId xmlns:a16="http://schemas.microsoft.com/office/drawing/2014/main" id="{C88D618C-DE8C-7608-2400-C1DA32777CAE}"/>
              </a:ext>
            </a:extLst>
          </p:cNvPr>
          <p:cNvSpPr/>
          <p:nvPr/>
        </p:nvSpPr>
        <p:spPr>
          <a:xfrm rot="5400000">
            <a:off x="712673" y="353264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a:extLst>
              <a:ext uri="{FF2B5EF4-FFF2-40B4-BE49-F238E27FC236}">
                <a16:creationId xmlns:a16="http://schemas.microsoft.com/office/drawing/2014/main" id="{0785C688-AFAA-354A-CB1D-3061ECD5C0FD}"/>
              </a:ext>
            </a:extLst>
          </p:cNvPr>
          <p:cNvSpPr txBox="1"/>
          <p:nvPr/>
        </p:nvSpPr>
        <p:spPr>
          <a:xfrm>
            <a:off x="732990" y="3624848"/>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 name="TextBox 6">
            <a:extLst>
              <a:ext uri="{FF2B5EF4-FFF2-40B4-BE49-F238E27FC236}">
                <a16:creationId xmlns:a16="http://schemas.microsoft.com/office/drawing/2014/main" id="{03EC85AC-7B19-1A42-6683-042900A564E5}"/>
              </a:ext>
            </a:extLst>
          </p:cNvPr>
          <p:cNvSpPr txBox="1"/>
          <p:nvPr/>
        </p:nvSpPr>
        <p:spPr>
          <a:xfrm>
            <a:off x="714619" y="810124"/>
            <a:ext cx="6566236" cy="276999"/>
          </a:xfrm>
          <a:prstGeom prst="rect">
            <a:avLst/>
          </a:prstGeom>
          <a:noFill/>
        </p:spPr>
        <p:txBody>
          <a:bodyPr wrap="square">
            <a:spAutoFit/>
          </a:bodyPr>
          <a:lstStyle/>
          <a:p>
            <a:pPr>
              <a:spcBef>
                <a:spcPts val="10"/>
              </a:spcBef>
            </a:pPr>
            <a:r>
              <a:rPr lang="en-US" sz="1200" b="1" dirty="0">
                <a:latin typeface="Book Antiqua"/>
                <a:cs typeface="Book Antiqua"/>
              </a:rPr>
              <a:t>Highlight the correct homophone to complete each of the following sentences. </a:t>
            </a:r>
          </a:p>
        </p:txBody>
      </p:sp>
      <p:sp>
        <p:nvSpPr>
          <p:cNvPr id="107" name="TextBox 106">
            <a:extLst>
              <a:ext uri="{FF2B5EF4-FFF2-40B4-BE49-F238E27FC236}">
                <a16:creationId xmlns:a16="http://schemas.microsoft.com/office/drawing/2014/main" id="{0CE27853-DC12-3DC8-9634-48537CB01504}"/>
              </a:ext>
            </a:extLst>
          </p:cNvPr>
          <p:cNvSpPr txBox="1"/>
          <p:nvPr/>
        </p:nvSpPr>
        <p:spPr>
          <a:xfrm>
            <a:off x="1328402" y="1176520"/>
            <a:ext cx="5806440" cy="461665"/>
          </a:xfrm>
          <a:prstGeom prst="rect">
            <a:avLst/>
          </a:prstGeom>
          <a:noFill/>
        </p:spPr>
        <p:txBody>
          <a:bodyPr wrap="square">
            <a:spAutoFit/>
          </a:bodyPr>
          <a:lstStyle/>
          <a:p>
            <a:r>
              <a:rPr lang="en-US" sz="1200" dirty="0">
                <a:latin typeface="Book Antiqua" panose="02040602050305030304" pitchFamily="18" charset="0"/>
              </a:rPr>
              <a:t xml:space="preserve">Auditors spent a month </a:t>
            </a:r>
            <a:r>
              <a:rPr lang="en-US" sz="1200" dirty="0" b="1">
                <a:latin typeface="Book Antiqua" panose="02040602050305030304" pitchFamily="18" charset="0"/>
              </a:rPr>
              <a:t>poring/pouring</a:t>
            </a:r>
            <a:r>
              <a:rPr lang="en-US" sz="1200" dirty="0">
                <a:latin typeface="Book Antiqua" panose="02040602050305030304" pitchFamily="18" charset="0"/>
              </a:rPr>
              <a:t xml:space="preserve"> over the charity's accounts while donations kept </a:t>
            </a:r>
            <a:r>
              <a:rPr lang="en-US" sz="1200" dirty="0" b="1">
                <a:latin typeface="Book Antiqua" panose="02040602050305030304" pitchFamily="18" charset="0"/>
              </a:rPr>
              <a:t>poring/pouring</a:t>
            </a:r>
            <a:r>
              <a:rPr lang="en-US" sz="1200" dirty="0">
                <a:latin typeface="Book Antiqua" panose="02040602050305030304" pitchFamily="18" charset="0"/>
              </a:rPr>
              <a:t xml:space="preserve"> in.</a:t>
            </a:r>
            <a:endParaRPr lang="en-AU" sz="1200" dirty="0">
              <a:latin typeface="Book Antiqua" panose="02040602050305030304" pitchFamily="18" charset="0"/>
            </a:endParaRPr>
          </a:p>
        </p:txBody>
      </p:sp>
      <p:sp>
        <p:nvSpPr>
          <p:cNvPr id="109" name="TextBox 108">
            <a:extLst>
              <a:ext uri="{FF2B5EF4-FFF2-40B4-BE49-F238E27FC236}">
                <a16:creationId xmlns:a16="http://schemas.microsoft.com/office/drawing/2014/main" id="{54FF5849-172C-6B23-D2EB-05B9DDACF484}"/>
              </a:ext>
            </a:extLst>
          </p:cNvPr>
          <p:cNvSpPr txBox="1"/>
          <p:nvPr/>
        </p:nvSpPr>
        <p:spPr>
          <a:xfrm>
            <a:off x="1334467" y="1625766"/>
            <a:ext cx="6012986" cy="461665"/>
          </a:xfrm>
          <a:prstGeom prst="rect">
            <a:avLst/>
          </a:prstGeom>
          <a:noFill/>
        </p:spPr>
        <p:txBody>
          <a:bodyPr wrap="square">
            <a:spAutoFit/>
          </a:bodyPr>
          <a:lstStyle/>
          <a:p>
            <a:r>
              <a:rPr lang="en-AU" sz="1200" dirty="0">
                <a:latin typeface="Book Antiqua" panose="02040602050305030304" pitchFamily="18" charset="0"/>
              </a:rPr>
              <a:t xml:space="preserve">The documentary's brief </a:t>
            </a:r>
            <a:r>
              <a:rPr lang="en-AU" sz="1200" dirty="0" b="1">
                <a:latin typeface="Book Antiqua" panose="02040602050305030304" pitchFamily="18" charset="0"/>
              </a:rPr>
              <a:t>peak/peek/pique</a:t>
            </a:r>
            <a:r>
              <a:rPr lang="en-AU" sz="1200" dirty="0">
                <a:latin typeface="Book Antiqua" panose="02040602050305030304" pitchFamily="18" charset="0"/>
              </a:rPr>
              <a:t xml:space="preserve"> inside the sealed vault was enough to </a:t>
            </a:r>
            <a:r>
              <a:rPr lang="en-AU" sz="1200" dirty="0" b="1">
                <a:latin typeface="Book Antiqua" panose="02040602050305030304" pitchFamily="18" charset="0"/>
              </a:rPr>
              <a:t>peak/peek/pique</a:t>
            </a:r>
            <a:r>
              <a:rPr lang="en-AU" sz="1200" dirty="0">
                <a:latin typeface="Book Antiqua" panose="02040602050305030304" pitchFamily="18" charset="0"/>
              </a:rPr>
              <a:t xml:space="preserve"> the historians' curiosity.</a:t>
            </a:r>
          </a:p>
        </p:txBody>
      </p:sp>
      <p:sp>
        <p:nvSpPr>
          <p:cNvPr id="111" name="TextBox 110">
            <a:extLst>
              <a:ext uri="{FF2B5EF4-FFF2-40B4-BE49-F238E27FC236}">
                <a16:creationId xmlns:a16="http://schemas.microsoft.com/office/drawing/2014/main" id="{85C985C2-8DF3-77A9-7940-7AD9F654B37D}"/>
              </a:ext>
            </a:extLst>
          </p:cNvPr>
          <p:cNvSpPr txBox="1"/>
          <p:nvPr/>
        </p:nvSpPr>
        <p:spPr>
          <a:xfrm>
            <a:off x="1334467" y="2113676"/>
            <a:ext cx="5905319" cy="461665"/>
          </a:xfrm>
          <a:prstGeom prst="rect">
            <a:avLst/>
          </a:prstGeom>
          <a:noFill/>
        </p:spPr>
        <p:txBody>
          <a:bodyPr wrap="square">
            <a:spAutoFit/>
          </a:bodyPr>
          <a:lstStyle/>
          <a:p>
            <a:r>
              <a:rPr lang="en-US" sz="1200" dirty="0">
                <a:latin typeface="Book Antiqua" panose="02040602050305030304" pitchFamily="18" charset="0"/>
              </a:rPr>
              <a:t xml:space="preserve">Volunteers </a:t>
            </a:r>
            <a:r>
              <a:rPr lang="en-US" sz="1200" dirty="0" b="1">
                <a:latin typeface="Book Antiqua" panose="02040602050305030304" pitchFamily="18" charset="0"/>
              </a:rPr>
              <a:t>canvas/canvass</a:t>
            </a:r>
            <a:r>
              <a:rPr lang="en-US" sz="1200" dirty="0">
                <a:latin typeface="Book Antiqua" panose="02040602050305030304" pitchFamily="18" charset="0"/>
              </a:rPr>
              <a:t xml:space="preserve"> every street in the electorate, while the candidate's portrait, painted on </a:t>
            </a:r>
            <a:r>
              <a:rPr lang="en-US" sz="1200" dirty="0" b="1">
                <a:latin typeface="Book Antiqua" panose="02040602050305030304" pitchFamily="18" charset="0"/>
              </a:rPr>
              <a:t>canvas/canvass</a:t>
            </a:r>
            <a:r>
              <a:rPr lang="en-US" sz="1200" dirty="0">
                <a:latin typeface="Book Antiqua" panose="02040602050305030304" pitchFamily="18" charset="0"/>
              </a:rPr>
              <a:t>, hangs in the campaign office.</a:t>
            </a:r>
            <a:endParaRPr lang="en-AU" sz="1200" dirty="0">
              <a:latin typeface="Book Antiqua" panose="02040602050305030304" pitchFamily="18" charset="0"/>
            </a:endParaRPr>
          </a:p>
        </p:txBody>
      </p:sp>
      <p:sp>
        <p:nvSpPr>
          <p:cNvPr id="113" name="TextBox 112">
            <a:extLst>
              <a:ext uri="{FF2B5EF4-FFF2-40B4-BE49-F238E27FC236}">
                <a16:creationId xmlns:a16="http://schemas.microsoft.com/office/drawing/2014/main" id="{4D0E4514-193E-F626-217D-0B04BBBFA7E8}"/>
              </a:ext>
            </a:extLst>
          </p:cNvPr>
          <p:cNvSpPr txBox="1"/>
          <p:nvPr/>
        </p:nvSpPr>
        <p:spPr>
          <a:xfrm>
            <a:off x="1322087" y="2602457"/>
            <a:ext cx="5106422" cy="461665"/>
          </a:xfrm>
          <a:prstGeom prst="rect">
            <a:avLst/>
          </a:prstGeom>
          <a:noFill/>
        </p:spPr>
        <p:txBody>
          <a:bodyPr wrap="square">
            <a:spAutoFit/>
          </a:bodyPr>
          <a:lstStyle/>
          <a:p>
            <a:r>
              <a:rPr lang="en-US" sz="1200" dirty="0">
                <a:latin typeface="Book Antiqua" panose="02040602050305030304" pitchFamily="18" charset="0"/>
              </a:rPr>
              <a:t xml:space="preserve">The developers promised to </a:t>
            </a:r>
            <a:r>
              <a:rPr lang="en-US" sz="1200" dirty="0" b="1">
                <a:latin typeface="Book Antiqua" panose="02040602050305030304" pitchFamily="18" charset="0"/>
              </a:rPr>
              <a:t>raise/raze</a:t>
            </a:r>
            <a:r>
              <a:rPr lang="en-US" sz="1200" dirty="0">
                <a:latin typeface="Book Antiqua" panose="02040602050305030304" pitchFamily="18" charset="0"/>
              </a:rPr>
              <a:t xml:space="preserve"> a bronze memorial once they had </a:t>
            </a:r>
            <a:r>
              <a:rPr lang="en-US" sz="1200" dirty="0" b="1">
                <a:latin typeface="Book Antiqua" panose="02040602050305030304" pitchFamily="18" charset="0"/>
              </a:rPr>
              <a:t>raised/razed</a:t>
            </a:r>
            <a:r>
              <a:rPr lang="en-US" sz="1200" dirty="0">
                <a:latin typeface="Book Antiqua" panose="02040602050305030304" pitchFamily="18" charset="0"/>
              </a:rPr>
              <a:t xml:space="preserve"> the historic cinema.</a:t>
            </a:r>
            <a:endParaRPr lang="en-AU" sz="1200" dirty="0">
              <a:latin typeface="Book Antiqua" panose="02040602050305030304" pitchFamily="18" charset="0"/>
            </a:endParaRPr>
          </a:p>
        </p:txBody>
      </p:sp>
      <p:sp>
        <p:nvSpPr>
          <p:cNvPr id="115" name="TextBox 114">
            <a:extLst>
              <a:ext uri="{FF2B5EF4-FFF2-40B4-BE49-F238E27FC236}">
                <a16:creationId xmlns:a16="http://schemas.microsoft.com/office/drawing/2014/main" id="{9912E13E-A372-A2C5-E08C-C8B8E8922365}"/>
              </a:ext>
            </a:extLst>
          </p:cNvPr>
          <p:cNvSpPr txBox="1"/>
          <p:nvPr/>
        </p:nvSpPr>
        <p:spPr>
          <a:xfrm>
            <a:off x="1322087" y="3060891"/>
            <a:ext cx="6022333" cy="461665"/>
          </a:xfrm>
          <a:prstGeom prst="rect">
            <a:avLst/>
          </a:prstGeom>
          <a:noFill/>
        </p:spPr>
        <p:txBody>
          <a:bodyPr wrap="square">
            <a:spAutoFit/>
          </a:bodyPr>
          <a:lstStyle/>
          <a:p>
            <a:r>
              <a:rPr lang="en-US" sz="1200" dirty="0">
                <a:latin typeface="Book Antiqua" panose="02040602050305030304" pitchFamily="18" charset="0"/>
              </a:rPr>
              <a:t xml:space="preserve">During her long </a:t>
            </a:r>
            <a:r>
              <a:rPr lang="en-US" sz="1200" dirty="0" b="1">
                <a:latin typeface="Book Antiqua" panose="02040602050305030304" pitchFamily="18" charset="0"/>
              </a:rPr>
              <a:t>rein/reign</a:t>
            </a:r>
            <a:r>
              <a:rPr lang="en-US" sz="1200" dirty="0">
                <a:latin typeface="Book Antiqua" panose="02040602050305030304" pitchFamily="18" charset="0"/>
              </a:rPr>
              <a:t xml:space="preserve">, the queen gave her ministers free </a:t>
            </a:r>
            <a:r>
              <a:rPr lang="en-US" sz="1200" dirty="0" b="1">
                <a:latin typeface="Book Antiqua" panose="02040602050305030304" pitchFamily="18" charset="0"/>
              </a:rPr>
              <a:t>rein/reign</a:t>
            </a:r>
            <a:r>
              <a:rPr lang="en-US" sz="1200" dirty="0">
                <a:latin typeface="Book Antiqua" panose="02040602050305030304" pitchFamily="18" charset="0"/>
              </a:rPr>
              <a:t xml:space="preserve"> over foreign policy.</a:t>
            </a:r>
            <a:endParaRPr lang="en-AU" sz="1200" dirty="0">
              <a:latin typeface="Book Antiqua" panose="02040602050305030304" pitchFamily="18" charset="0"/>
            </a:endParaRPr>
          </a:p>
        </p:txBody>
      </p:sp>
      <p:sp>
        <p:nvSpPr>
          <p:cNvPr id="117" name="TextBox 116">
            <a:extLst>
              <a:ext uri="{FF2B5EF4-FFF2-40B4-BE49-F238E27FC236}">
                <a16:creationId xmlns:a16="http://schemas.microsoft.com/office/drawing/2014/main" id="{82AF5CC0-F144-2614-3AEA-FF032213FCF5}"/>
              </a:ext>
            </a:extLst>
          </p:cNvPr>
          <p:cNvSpPr txBox="1"/>
          <p:nvPr/>
        </p:nvSpPr>
        <p:spPr>
          <a:xfrm>
            <a:off x="1322087" y="3557067"/>
            <a:ext cx="5459520" cy="473591"/>
          </a:xfrm>
          <a:prstGeom prst="rect">
            <a:avLst/>
          </a:prstGeom>
          <a:noFill/>
        </p:spPr>
        <p:txBody>
          <a:bodyPr wrap="square">
            <a:spAutoFit/>
          </a:bodyPr>
          <a:lstStyle/>
          <a:p>
            <a:pPr algn="just">
              <a:lnSpc>
                <a:spcPct val="105000"/>
              </a:lnSpc>
              <a:spcAft>
                <a:spcPts val="800"/>
              </a:spcAft>
            </a:pPr>
            <a:r>
              <a:rPr lang="en-AU" sz="1200" dirty="0">
                <a:latin typeface="Book Antiqua" panose="02040602050305030304" pitchFamily="18" charset="0"/>
              </a:rPr>
              <a:t xml:space="preserve">The cyclone continued to </a:t>
            </a:r>
            <a:r>
              <a:rPr lang="en-AU" sz="1200" dirty="0" b="1">
                <a:latin typeface="Book Antiqua" panose="02040602050305030304" pitchFamily="18" charset="0"/>
              </a:rPr>
              <a:t>wreak/reek</a:t>
            </a:r>
            <a:r>
              <a:rPr lang="en-AU" sz="1200" dirty="0">
                <a:latin typeface="Book Antiqua" panose="02040602050305030304" pitchFamily="18" charset="0"/>
              </a:rPr>
              <a:t xml:space="preserve"> havoc along the coast, and for weeks the flooded town would </a:t>
            </a:r>
            <a:r>
              <a:rPr lang="en-AU" sz="1200" dirty="0" b="1">
                <a:latin typeface="Book Antiqua" panose="02040602050305030304" pitchFamily="18" charset="0"/>
              </a:rPr>
              <a:t>wreak/reek</a:t>
            </a:r>
            <a:r>
              <a:rPr lang="en-AU" sz="1200" dirty="0">
                <a:latin typeface="Book Antiqua" panose="02040602050305030304" pitchFamily="18" charset="0"/>
              </a:rPr>
              <a:t xml:space="preserve"> of mud and diesel.</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3" name="Rectangle: Top Corners Snipped 2">
            <a:extLst>
              <a:ext uri="{FF2B5EF4-FFF2-40B4-BE49-F238E27FC236}">
                <a16:creationId xmlns:a16="http://schemas.microsoft.com/office/drawing/2014/main" id="{B01C927D-699A-9DF7-E558-6A11F8B20380}"/>
              </a:ext>
            </a:extLst>
          </p:cNvPr>
          <p:cNvSpPr/>
          <p:nvPr/>
        </p:nvSpPr>
        <p:spPr>
          <a:xfrm rot="5400000">
            <a:off x="717786" y="91976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D48F1B1E-F0B9-5960-7983-36B0F338CA0E}"/>
              </a:ext>
            </a:extLst>
          </p:cNvPr>
          <p:cNvSpPr txBox="1"/>
          <p:nvPr/>
        </p:nvSpPr>
        <p:spPr>
          <a:xfrm>
            <a:off x="686155" y="928450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19579" y="807463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9D4C4F2C-9179-B2EB-8D9E-693CB0F3EF6A}"/>
              </a:ext>
            </a:extLst>
          </p:cNvPr>
          <p:cNvSpPr/>
          <p:nvPr/>
        </p:nvSpPr>
        <p:spPr>
          <a:xfrm rot="5400000">
            <a:off x="718161" y="697229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66987" y="8182447"/>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23" name="TextBox 22">
            <a:extLst>
              <a:ext uri="{FF2B5EF4-FFF2-40B4-BE49-F238E27FC236}">
                <a16:creationId xmlns:a16="http://schemas.microsoft.com/office/drawing/2014/main" id="{842E2E29-50C6-7E82-BCFE-196E1F875265}"/>
              </a:ext>
            </a:extLst>
          </p:cNvPr>
          <p:cNvSpPr txBox="1"/>
          <p:nvPr/>
        </p:nvSpPr>
        <p:spPr>
          <a:xfrm>
            <a:off x="688145" y="7076613"/>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24" name="Rectangle: Top Corners Snipped 23">
            <a:extLst>
              <a:ext uri="{FF2B5EF4-FFF2-40B4-BE49-F238E27FC236}">
                <a16:creationId xmlns:a16="http://schemas.microsoft.com/office/drawing/2014/main" id="{3EF132A2-A11C-BEF4-35C9-799565FEAF73}"/>
              </a:ext>
            </a:extLst>
          </p:cNvPr>
          <p:cNvSpPr/>
          <p:nvPr/>
        </p:nvSpPr>
        <p:spPr>
          <a:xfrm rot="5400000">
            <a:off x="720758" y="59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5DCD272C-5423-954B-6C2E-E666DE970D1C}"/>
              </a:ext>
            </a:extLst>
          </p:cNvPr>
          <p:cNvSpPr txBox="1"/>
          <p:nvPr/>
        </p:nvSpPr>
        <p:spPr>
          <a:xfrm>
            <a:off x="690742" y="6085851"/>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26" name="TextBox 25">
            <a:extLst>
              <a:ext uri="{FF2B5EF4-FFF2-40B4-BE49-F238E27FC236}">
                <a16:creationId xmlns:a16="http://schemas.microsoft.com/office/drawing/2014/main" id="{F61E64B6-3A0E-3409-07D6-660F5D1A02C2}"/>
              </a:ext>
            </a:extLst>
          </p:cNvPr>
          <p:cNvSpPr txBox="1"/>
          <p:nvPr/>
        </p:nvSpPr>
        <p:spPr>
          <a:xfrm>
            <a:off x="674073" y="5642408"/>
            <a:ext cx="6913723" cy="276999"/>
          </a:xfrm>
          <a:prstGeom prst="rect">
            <a:avLst/>
          </a:prstGeom>
          <a:noFill/>
        </p:spPr>
        <p:txBody>
          <a:bodyPr wrap="square">
            <a:spAutoFit/>
          </a:bodyPr>
          <a:lstStyle/>
          <a:p>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Identify whether the bolded verb is in the active (A) or passive (P) voice.</a:t>
            </a:r>
            <a:endParaRPr lang="en-AU" sz="1200" dirty="0"/>
          </a:p>
        </p:txBody>
      </p:sp>
      <p:sp>
        <p:nvSpPr>
          <p:cNvPr id="39" name="TextBox 38">
            <a:extLst>
              <a:ext uri="{FF2B5EF4-FFF2-40B4-BE49-F238E27FC236}">
                <a16:creationId xmlns:a16="http://schemas.microsoft.com/office/drawing/2014/main" id="{C481E6A4-9534-E47B-3B7D-61C5685D5D28}"/>
              </a:ext>
            </a:extLst>
          </p:cNvPr>
          <p:cNvSpPr txBox="1"/>
          <p:nvPr/>
        </p:nvSpPr>
        <p:spPr>
          <a:xfrm>
            <a:off x="1198383" y="4806899"/>
            <a:ext cx="5918793" cy="715089"/>
          </a:xfrm>
          <a:prstGeom prst="roundRect">
            <a:avLst/>
          </a:prstGeom>
          <a:solidFill>
            <a:schemeClr val="bg2"/>
          </a:solidFill>
        </p:spPr>
        <p:txBody>
          <a:bodyPr wrap="square">
            <a:spAutoFit/>
          </a:bodyPr>
          <a:lstStyle/>
          <a:p>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active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 the subject performs the action ("The jury convicted him"). 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passive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the subject receives the action; the doer may follow "by" or be left out altogether ("He was convicted").</a:t>
            </a:r>
            <a:endParaRPr lang="en-AU" sz="1200" dirty="0"/>
          </a:p>
        </p:txBody>
      </p:sp>
      <p:sp>
        <p:nvSpPr>
          <p:cNvPr id="70" name="TextBox 69">
            <a:extLst>
              <a:ext uri="{FF2B5EF4-FFF2-40B4-BE49-F238E27FC236}">
                <a16:creationId xmlns:a16="http://schemas.microsoft.com/office/drawing/2014/main" id="{0B5AE293-E209-ED63-BB0E-5778C6BAD0F9}"/>
              </a:ext>
            </a:extLst>
          </p:cNvPr>
          <p:cNvSpPr txBox="1"/>
          <p:nvPr/>
        </p:nvSpPr>
        <p:spPr>
          <a:xfrm>
            <a:off x="1334467" y="4052653"/>
            <a:ext cx="5873816" cy="461665"/>
          </a:xfrm>
          <a:prstGeom prst="rect">
            <a:avLst/>
          </a:prstGeom>
          <a:noFill/>
        </p:spPr>
        <p:txBody>
          <a:bodyPr wrap="square">
            <a:spAutoFit/>
          </a:bodyPr>
          <a:lstStyle/>
          <a:p>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Spectators watched with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breath as the angler cast a line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with a live yabby.</a:t>
            </a:r>
            <a:endParaRPr lang="en-AU" sz="1200" dirty="0">
              <a:latin typeface="Book Antiqua" panose="02040602050305030304" pitchFamily="18" charset="0"/>
            </a:endParaRPr>
          </a:p>
        </p:txBody>
      </p:sp>
      <p:sp>
        <p:nvSpPr>
          <p:cNvPr id="76" name="Rectangle: Top Corners Snipped 75">
            <a:extLst>
              <a:ext uri="{FF2B5EF4-FFF2-40B4-BE49-F238E27FC236}">
                <a16:creationId xmlns:a16="http://schemas.microsoft.com/office/drawing/2014/main" id="{9A96B96A-FD1D-7723-A058-C78C5CF30AA9}"/>
              </a:ext>
            </a:extLst>
          </p:cNvPr>
          <p:cNvSpPr/>
          <p:nvPr/>
        </p:nvSpPr>
        <p:spPr>
          <a:xfrm rot="5400000">
            <a:off x="716661" y="40551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628E7487-D1A3-FF01-F168-B475D410538A}"/>
              </a:ext>
            </a:extLst>
          </p:cNvPr>
          <p:cNvSpPr txBox="1"/>
          <p:nvPr/>
        </p:nvSpPr>
        <p:spPr>
          <a:xfrm>
            <a:off x="741742" y="4147400"/>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graphicFrame>
        <p:nvGraphicFramePr>
          <p:cNvPr id="45" name="Table 13">
            <a:extLst>
              <a:ext uri="{FF2B5EF4-FFF2-40B4-BE49-F238E27FC236}">
                <a16:creationId xmlns:a16="http://schemas.microsoft.com/office/drawing/2014/main" id="{7784D2D9-F71C-A1AB-D88F-863FC27C6659}"/>
              </a:ext>
            </a:extLst>
          </p:cNvPr>
          <p:cNvGraphicFramePr>
            <a:graphicFrameLocks noGrp="1"/>
          </p:cNvGraphicFramePr>
          <p:nvPr>
            <p:extLst>
              <p:ext uri="{D42A27DB-BD31-4B8C-83A1-F6EECF244321}">
                <p14:modId xmlns:p14="http://schemas.microsoft.com/office/powerpoint/2010/main" val="3020837378"/>
              </p:ext>
            </p:extLst>
          </p:nvPr>
        </p:nvGraphicFramePr>
        <p:xfrm>
          <a:off x="1198383" y="5963214"/>
          <a:ext cx="6389413" cy="4318305"/>
        </p:xfrm>
        <a:graphic>
          <a:graphicData uri="http://schemas.openxmlformats.org/drawingml/2006/table">
            <a:tbl>
              <a:tblPr firstRow="1" bandRow="1">
                <a:tableStyleId>{5940675A-B579-460E-94D1-54222C63F5DA}</a:tableStyleId>
              </a:tblPr>
              <a:tblGrid>
                <a:gridCol w="5380740">
                  <a:extLst>
                    <a:ext uri="{9D8B030D-6E8A-4147-A177-3AD203B41FA5}">
                      <a16:colId xmlns:a16="http://schemas.microsoft.com/office/drawing/2014/main" val="3661105598"/>
                    </a:ext>
                  </a:extLst>
                </a:gridCol>
                <a:gridCol w="1008673">
                  <a:extLst>
                    <a:ext uri="{9D8B030D-6E8A-4147-A177-3AD203B41FA5}">
                      <a16:colId xmlns:a16="http://schemas.microsoft.com/office/drawing/2014/main" val="2385878221"/>
                    </a:ext>
                  </a:extLst>
                </a:gridCol>
              </a:tblGrid>
              <a:tr h="471063">
                <a:tc>
                  <a:txBody>
                    <a:bodyPr/>
                    <a:lstStyle/>
                    <a:p>
                      <a:r>
                        <a:rPr lang="en-US" sz="1200" kern="1200" dirty="0">
                          <a:solidFill>
                            <a:schemeClr val="tx1"/>
                          </a:solidFill>
                          <a:effectLst/>
                          <a:latin typeface="Book Antiqua" panose="02040602050305030304" pitchFamily="18" charset="0"/>
                          <a:ea typeface="+mn-ea"/>
                          <a:cs typeface="+mn-cs"/>
                        </a:rPr>
                        <a:t xml:space="preserve">"Mistakes </a:t>
                      </a:r>
                      <a:r>
                        <a:rPr lang="en-US" sz="1200" kern="1200" dirty="0" b="1">
                          <a:solidFill>
                            <a:schemeClr val="tx1"/>
                          </a:solidFill>
                          <a:effectLst/>
                          <a:latin typeface="Book Antiqua" panose="02040602050305030304" pitchFamily="18" charset="0"/>
                          <a:ea typeface="+mn-ea"/>
                          <a:cs typeface="+mn-cs"/>
                        </a:rPr>
                        <a:t>were made</a:t>
                      </a:r>
                      <a:r>
                        <a:rPr lang="en-US" sz="1200" kern="1200" dirty="0">
                          <a:solidFill>
                            <a:schemeClr val="tx1"/>
                          </a:solidFill>
                          <a:effectLst/>
                          <a:latin typeface="Book Antiqua" panose="02040602050305030304" pitchFamily="18" charset="0"/>
                          <a:ea typeface="+mn-ea"/>
                          <a:cs typeface="+mn-cs"/>
                        </a:rPr>
                        <a:t xml:space="preserve"> in the handling of the evacuation," the minister conceded.</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535886">
                <a:tc>
                  <a:txBody>
                    <a:bodyPr/>
                    <a:lstStyle/>
                    <a:p>
                      <a:r>
                        <a:rPr lang="en-AU" sz="1200" kern="1200" dirty="0">
                          <a:solidFill>
                            <a:schemeClr val="tx1"/>
                          </a:solidFill>
                          <a:effectLst/>
                          <a:latin typeface="Book Antiqua" panose="02040602050305030304" pitchFamily="18" charset="0"/>
                          <a:ea typeface="+mn-ea"/>
                          <a:cs typeface="+mn-cs"/>
                        </a:rPr>
                        <a:t xml:space="preserve">Forensic accountants </a:t>
                      </a:r>
                      <a:r>
                        <a:rPr lang="en-AU" sz="1200" kern="1200" dirty="0" b="1">
                          <a:solidFill>
                            <a:schemeClr val="tx1"/>
                          </a:solidFill>
                          <a:effectLst/>
                          <a:latin typeface="Book Antiqua" panose="02040602050305030304" pitchFamily="18" charset="0"/>
                          <a:ea typeface="+mn-ea"/>
                          <a:cs typeface="+mn-cs"/>
                        </a:rPr>
                        <a:t>were investigating</a:t>
                      </a:r>
                      <a:r>
                        <a:rPr lang="en-AU" sz="1200" kern="1200" dirty="0">
                          <a:solidFill>
                            <a:schemeClr val="tx1"/>
                          </a:solidFill>
                          <a:effectLst/>
                          <a:latin typeface="Book Antiqua" panose="02040602050305030304" pitchFamily="18" charset="0"/>
                          <a:ea typeface="+mn-ea"/>
                          <a:cs typeface="+mn-cs"/>
                        </a:rPr>
                        <a:t xml:space="preserve"> the club's finances long before the scandal broke.</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02601">
                <a:tc>
                  <a:txBody>
                    <a:bodyPr/>
                    <a:lstStyle/>
                    <a:p>
                      <a:r>
                        <a:rPr lang="en-US" sz="1200" kern="1200" dirty="0">
                          <a:solidFill>
                            <a:schemeClr val="tx1"/>
                          </a:solidFill>
                          <a:effectLst/>
                          <a:latin typeface="Book Antiqua" panose="02040602050305030304" pitchFamily="18" charset="0"/>
                          <a:ea typeface="+mn-ea"/>
                          <a:cs typeface="+mn-cs"/>
                        </a:rPr>
                        <a:t xml:space="preserve">Archaeologists </a:t>
                      </a:r>
                      <a:r>
                        <a:rPr lang="en-US" sz="1200" kern="1200" dirty="0" b="1">
                          <a:solidFill>
                            <a:schemeClr val="tx1"/>
                          </a:solidFill>
                          <a:effectLst/>
                          <a:latin typeface="Book Antiqua" panose="02040602050305030304" pitchFamily="18" charset="0"/>
                          <a:ea typeface="+mn-ea"/>
                          <a:cs typeface="+mn-cs"/>
                        </a:rPr>
                        <a:t>had been excavating</a:t>
                      </a:r>
                      <a:r>
                        <a:rPr lang="en-US" sz="1200" kern="1200" dirty="0">
                          <a:solidFill>
                            <a:schemeClr val="tx1"/>
                          </a:solidFill>
                          <a:effectLst/>
                          <a:latin typeface="Book Antiqua" panose="02040602050305030304" pitchFamily="18" charset="0"/>
                          <a:ea typeface="+mn-ea"/>
                          <a:cs typeface="+mn-cs"/>
                        </a:rPr>
                        <a:t xml:space="preserve"> the site for a decade when the mosaic surfaced.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junior analyst </a:t>
                      </a:r>
                      <a:r>
                        <a:rPr lang="en-AU" sz="1200" kern="1200" dirty="0" b="1">
                          <a:solidFill>
                            <a:schemeClr val="tx1"/>
                          </a:solidFill>
                          <a:effectLst/>
                          <a:latin typeface="Book Antiqua" panose="02040602050305030304" pitchFamily="18" charset="0"/>
                          <a:ea typeface="+mn-ea"/>
                          <a:cs typeface="+mn-cs"/>
                        </a:rPr>
                        <a:t>got fired</a:t>
                      </a:r>
                      <a:r>
                        <a:rPr lang="en-AU" sz="1200" kern="1200" dirty="0">
                          <a:solidFill>
                            <a:schemeClr val="tx1"/>
                          </a:solidFill>
                          <a:effectLst/>
                          <a:latin typeface="Book Antiqua" panose="02040602050305030304" pitchFamily="18" charset="0"/>
                          <a:ea typeface="+mn-ea"/>
                          <a:cs typeface="+mn-cs"/>
                        </a:rPr>
                        <a:t xml:space="preserve"> within a week of speaking to the press.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new vaccine </a:t>
                      </a:r>
                      <a:r>
                        <a:rPr lang="en-AU" sz="1200" kern="1200" dirty="0" b="1">
                          <a:solidFill>
                            <a:schemeClr val="tx1"/>
                          </a:solidFill>
                          <a:effectLst/>
                          <a:latin typeface="Book Antiqua" panose="02040602050305030304" pitchFamily="18" charset="0"/>
                          <a:ea typeface="+mn-ea"/>
                          <a:cs typeface="+mn-cs"/>
                        </a:rPr>
                        <a:t>is being trialled</a:t>
                      </a:r>
                      <a:r>
                        <a:rPr lang="en-AU" sz="1200" kern="1200" dirty="0">
                          <a:solidFill>
                            <a:schemeClr val="tx1"/>
                          </a:solidFill>
                          <a:effectLst/>
                          <a:latin typeface="Book Antiqua" panose="02040602050305030304" pitchFamily="18" charset="0"/>
                          <a:ea typeface="+mn-ea"/>
                          <a:cs typeface="+mn-cs"/>
                        </a:rPr>
                        <a:t xml:space="preserve"> in four Pacific nations.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documentary </a:t>
                      </a:r>
                      <a:r>
                        <a:rPr lang="en-US" sz="1200" kern="1200" dirty="0" b="1">
                          <a:solidFill>
                            <a:schemeClr val="tx1"/>
                          </a:solidFill>
                          <a:effectLst/>
                          <a:latin typeface="Book Antiqua" panose="02040602050305030304" pitchFamily="18" charset="0"/>
                          <a:ea typeface="+mn-ea"/>
                          <a:cs typeface="+mn-cs"/>
                        </a:rPr>
                        <a:t>has been attracting</a:t>
                      </a:r>
                      <a:r>
                        <a:rPr lang="en-US" sz="1200" kern="1200" dirty="0">
                          <a:solidFill>
                            <a:schemeClr val="tx1"/>
                          </a:solidFill>
                          <a:effectLst/>
                          <a:latin typeface="Book Antiqua" panose="02040602050305030304" pitchFamily="18" charset="0"/>
                          <a:ea typeface="+mn-ea"/>
                          <a:cs typeface="+mn-cs"/>
                        </a:rPr>
                        <a:t xml:space="preserve"> record audiences since its release.</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99730819"/>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treaty </a:t>
                      </a:r>
                      <a:r>
                        <a:rPr lang="en-US" sz="1200" kern="1200" dirty="0" b="1">
                          <a:solidFill>
                            <a:schemeClr val="tx1"/>
                          </a:solidFill>
                          <a:effectLst/>
                          <a:latin typeface="Book Antiqua" panose="02040602050305030304" pitchFamily="18" charset="0"/>
                          <a:ea typeface="+mn-ea"/>
                          <a:cs typeface="+mn-cs"/>
                        </a:rPr>
                        <a:t>was ratified</a:t>
                      </a:r>
                      <a:r>
                        <a:rPr lang="en-US" sz="1200" kern="1200" dirty="0">
                          <a:solidFill>
                            <a:schemeClr val="tx1"/>
                          </a:solidFill>
                          <a:effectLst/>
                          <a:latin typeface="Book Antiqua" panose="02040602050305030304" pitchFamily="18" charset="0"/>
                          <a:ea typeface="+mn-ea"/>
                          <a:cs typeface="+mn-cs"/>
                        </a:rPr>
                        <a:t xml:space="preserve"> without any public debate.</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50500603"/>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storm </a:t>
                      </a:r>
                      <a:r>
                        <a:rPr lang="en-US" sz="1200" kern="1200" dirty="0" b="1">
                          <a:solidFill>
                            <a:schemeClr val="tx1"/>
                          </a:solidFill>
                          <a:effectLst/>
                          <a:latin typeface="Book Antiqua" panose="02040602050305030304" pitchFamily="18" charset="0"/>
                          <a:ea typeface="+mn-ea"/>
                          <a:cs typeface="+mn-cs"/>
                        </a:rPr>
                        <a:t>was gathering</a:t>
                      </a:r>
                      <a:r>
                        <a:rPr lang="en-US" sz="1200" kern="1200" dirty="0">
                          <a:solidFill>
                            <a:schemeClr val="tx1"/>
                          </a:solidFill>
                          <a:effectLst/>
                          <a:latin typeface="Book Antiqua" panose="02040602050305030304" pitchFamily="18" charset="0"/>
                          <a:ea typeface="+mn-ea"/>
                          <a:cs typeface="+mn-cs"/>
                        </a:rPr>
                        <a:t xml:space="preserve"> strength as it approached the coast.</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8867283"/>
                  </a:ext>
                </a:extLst>
              </a:tr>
            </a:tbl>
          </a:graphicData>
        </a:graphic>
      </p:graphicFrame>
    </p:spTree>
    <p:extLst>
      <p:ext uri="{BB962C8B-B14F-4D97-AF65-F5344CB8AC3E}">
        <p14:creationId xmlns:p14="http://schemas.microsoft.com/office/powerpoint/2010/main" val="373803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4491" y="75262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06613" y="86445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87642" y="8744106"/>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59903" y="7615762"/>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27473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 name="object 34">
            <a:extLst>
              <a:ext uri="{FF2B5EF4-FFF2-40B4-BE49-F238E27FC236}">
                <a16:creationId xmlns:a16="http://schemas.microsoft.com/office/drawing/2014/main" id="{4E269240-5C74-E3A7-39D6-042748C15889}"/>
              </a:ext>
            </a:extLst>
          </p:cNvPr>
          <p:cNvSpPr txBox="1"/>
          <p:nvPr/>
        </p:nvSpPr>
        <p:spPr>
          <a:xfrm>
            <a:off x="738403" y="2862606"/>
            <a:ext cx="6709072"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Pathetic fallacy gives weather or nature human feelings that mirror the mood of a scene. Highlight the ONE sentence in each set that uses pathetic fallacy.</a:t>
            </a:r>
            <a:endParaRPr lang="en-AU" sz="1200" b="1" spc="-20" dirty="0">
              <a:solidFill>
                <a:srgbClr val="231F20"/>
              </a:solidFill>
              <a:latin typeface="Book Antiqua" panose="02040602050305030304" pitchFamily="18" charset="0"/>
              <a:cs typeface="Cambria"/>
            </a:endParaRPr>
          </a:p>
        </p:txBody>
      </p:sp>
      <p:pic>
        <p:nvPicPr>
          <p:cNvPr id="14" name="object 41">
            <a:extLst>
              <a:ext uri="{FF2B5EF4-FFF2-40B4-BE49-F238E27FC236}">
                <a16:creationId xmlns:a16="http://schemas.microsoft.com/office/drawing/2014/main" id="{69FFB099-1097-A8B9-DB51-485ABD1D9677}"/>
              </a:ext>
            </a:extLst>
          </p:cNvPr>
          <p:cNvPicPr/>
          <p:nvPr/>
        </p:nvPicPr>
        <p:blipFill>
          <a:blip r:embed="rId2" cstate="print"/>
          <a:stretch>
            <a:fillRect/>
          </a:stretch>
        </p:blipFill>
        <p:spPr>
          <a:xfrm>
            <a:off x="1296506" y="4427067"/>
            <a:ext cx="179997" cy="108000"/>
          </a:xfrm>
          <a:prstGeom prst="rect">
            <a:avLst/>
          </a:prstGeom>
        </p:spPr>
      </p:pic>
      <p:pic>
        <p:nvPicPr>
          <p:cNvPr id="15" name="object 41">
            <a:extLst>
              <a:ext uri="{FF2B5EF4-FFF2-40B4-BE49-F238E27FC236}">
                <a16:creationId xmlns:a16="http://schemas.microsoft.com/office/drawing/2014/main" id="{66C0BE7F-0200-3612-6316-6DB0C50EEC22}"/>
              </a:ext>
            </a:extLst>
          </p:cNvPr>
          <p:cNvPicPr/>
          <p:nvPr/>
        </p:nvPicPr>
        <p:blipFill>
          <a:blip r:embed="rId2" cstate="print"/>
          <a:stretch>
            <a:fillRect/>
          </a:stretch>
        </p:blipFill>
        <p:spPr>
          <a:xfrm>
            <a:off x="1297721" y="4897069"/>
            <a:ext cx="179997" cy="108000"/>
          </a:xfrm>
          <a:prstGeom prst="rect">
            <a:avLst/>
          </a:prstGeom>
        </p:spPr>
      </p:pic>
      <p:pic>
        <p:nvPicPr>
          <p:cNvPr id="16" name="object 41">
            <a:extLst>
              <a:ext uri="{FF2B5EF4-FFF2-40B4-BE49-F238E27FC236}">
                <a16:creationId xmlns:a16="http://schemas.microsoft.com/office/drawing/2014/main" id="{C5B32B87-6E30-72D6-8C46-3CAE4C0995E0}"/>
              </a:ext>
            </a:extLst>
          </p:cNvPr>
          <p:cNvPicPr/>
          <p:nvPr/>
        </p:nvPicPr>
        <p:blipFill>
          <a:blip r:embed="rId2" cstate="print"/>
          <a:stretch>
            <a:fillRect/>
          </a:stretch>
        </p:blipFill>
        <p:spPr>
          <a:xfrm>
            <a:off x="1297721" y="5458510"/>
            <a:ext cx="179997" cy="108000"/>
          </a:xfrm>
          <a:prstGeom prst="rect">
            <a:avLst/>
          </a:prstGeom>
        </p:spPr>
      </p:pic>
      <p:pic>
        <p:nvPicPr>
          <p:cNvPr id="17" name="object 41">
            <a:extLst>
              <a:ext uri="{FF2B5EF4-FFF2-40B4-BE49-F238E27FC236}">
                <a16:creationId xmlns:a16="http://schemas.microsoft.com/office/drawing/2014/main" id="{7C872932-DED8-4F40-F488-4F9FF1C8EE35}"/>
              </a:ext>
            </a:extLst>
          </p:cNvPr>
          <p:cNvPicPr/>
          <p:nvPr/>
        </p:nvPicPr>
        <p:blipFill>
          <a:blip r:embed="rId2" cstate="print"/>
          <a:stretch>
            <a:fillRect/>
          </a:stretch>
        </p:blipFill>
        <p:spPr>
          <a:xfrm>
            <a:off x="1302025" y="4662068"/>
            <a:ext cx="179997" cy="108000"/>
          </a:xfrm>
          <a:prstGeom prst="rect">
            <a:avLst/>
          </a:prstGeom>
        </p:spPr>
      </p:pic>
      <p:pic>
        <p:nvPicPr>
          <p:cNvPr id="18" name="object 41">
            <a:extLst>
              <a:ext uri="{FF2B5EF4-FFF2-40B4-BE49-F238E27FC236}">
                <a16:creationId xmlns:a16="http://schemas.microsoft.com/office/drawing/2014/main" id="{4DCD3F9A-DAC3-9118-1735-EAAA58F7C852}"/>
              </a:ext>
            </a:extLst>
          </p:cNvPr>
          <p:cNvPicPr/>
          <p:nvPr/>
        </p:nvPicPr>
        <p:blipFill>
          <a:blip r:embed="rId2" cstate="print"/>
          <a:stretch>
            <a:fillRect/>
          </a:stretch>
        </p:blipFill>
        <p:spPr>
          <a:xfrm>
            <a:off x="1304944" y="5882792"/>
            <a:ext cx="179997" cy="108000"/>
          </a:xfrm>
          <a:prstGeom prst="rect">
            <a:avLst/>
          </a:prstGeom>
        </p:spPr>
      </p:pic>
      <p:pic>
        <p:nvPicPr>
          <p:cNvPr id="19" name="object 41">
            <a:extLst>
              <a:ext uri="{FF2B5EF4-FFF2-40B4-BE49-F238E27FC236}">
                <a16:creationId xmlns:a16="http://schemas.microsoft.com/office/drawing/2014/main" id="{5ECC5A86-1F48-C0F7-760C-A6B966DC5CEC}"/>
              </a:ext>
            </a:extLst>
          </p:cNvPr>
          <p:cNvPicPr/>
          <p:nvPr/>
        </p:nvPicPr>
        <p:blipFill>
          <a:blip r:embed="rId2" cstate="print"/>
          <a:stretch>
            <a:fillRect/>
          </a:stretch>
        </p:blipFill>
        <p:spPr>
          <a:xfrm>
            <a:off x="1304944" y="6117793"/>
            <a:ext cx="179997" cy="108000"/>
          </a:xfrm>
          <a:prstGeom prst="rect">
            <a:avLst/>
          </a:prstGeom>
        </p:spPr>
      </p:pic>
      <p:sp>
        <p:nvSpPr>
          <p:cNvPr id="20" name="TextBox 19">
            <a:extLst>
              <a:ext uri="{FF2B5EF4-FFF2-40B4-BE49-F238E27FC236}">
                <a16:creationId xmlns:a16="http://schemas.microsoft.com/office/drawing/2014/main" id="{644030C5-6C66-2D83-9779-4E11550E0302}"/>
              </a:ext>
            </a:extLst>
          </p:cNvPr>
          <p:cNvSpPr txBox="1"/>
          <p:nvPr/>
        </p:nvSpPr>
        <p:spPr>
          <a:xfrm>
            <a:off x="6601968" y="9509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21" name="object 34">
            <a:extLst>
              <a:ext uri="{FF2B5EF4-FFF2-40B4-BE49-F238E27FC236}">
                <a16:creationId xmlns:a16="http://schemas.microsoft.com/office/drawing/2014/main" id="{33DD7482-3722-463C-D5AF-66AFE569A194}"/>
              </a:ext>
            </a:extLst>
          </p:cNvPr>
          <p:cNvSpPr txBox="1"/>
          <p:nvPr/>
        </p:nvSpPr>
        <p:spPr>
          <a:xfrm>
            <a:off x="783670" y="448916"/>
            <a:ext cx="6490178"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Identify whether each sentence relies on consonance (C), onomatopoeia (O) or internal rhyme (IR).</a:t>
            </a:r>
            <a:endParaRPr lang="en-AU" sz="1200" b="1" spc="-20" dirty="0">
              <a:solidFill>
                <a:srgbClr val="231F20"/>
              </a:solidFill>
              <a:latin typeface="Book Antiqua" panose="02040602050305030304" pitchFamily="18" charset="0"/>
              <a:cs typeface="Cambria"/>
            </a:endParaRPr>
          </a:p>
        </p:txBody>
      </p:sp>
      <p:sp>
        <p:nvSpPr>
          <p:cNvPr id="23" name="Rectangle: Top Corners Snipped 22">
            <a:extLst>
              <a:ext uri="{FF2B5EF4-FFF2-40B4-BE49-F238E27FC236}">
                <a16:creationId xmlns:a16="http://schemas.microsoft.com/office/drawing/2014/main" id="{B777D1DF-4178-8BA1-45B6-DA523C2A3093}"/>
              </a:ext>
            </a:extLst>
          </p:cNvPr>
          <p:cNvSpPr/>
          <p:nvPr/>
        </p:nvSpPr>
        <p:spPr>
          <a:xfrm rot="5400000">
            <a:off x="707264" y="22494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51DA874-956C-4B7F-C8BA-BC7C8BFDD483}"/>
              </a:ext>
            </a:extLst>
          </p:cNvPr>
          <p:cNvSpPr txBox="1"/>
          <p:nvPr/>
        </p:nvSpPr>
        <p:spPr>
          <a:xfrm>
            <a:off x="677248" y="2345436"/>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3" name="Rectangle: Top Corners Snipped 42">
            <a:extLst>
              <a:ext uri="{FF2B5EF4-FFF2-40B4-BE49-F238E27FC236}">
                <a16:creationId xmlns:a16="http://schemas.microsoft.com/office/drawing/2014/main" id="{8D5476D1-89CC-0AB1-C2F3-7408D9015B8D}"/>
              </a:ext>
            </a:extLst>
          </p:cNvPr>
          <p:cNvSpPr/>
          <p:nvPr/>
        </p:nvSpPr>
        <p:spPr>
          <a:xfrm rot="5400000">
            <a:off x="706613" y="17922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extBox 43">
            <a:extLst>
              <a:ext uri="{FF2B5EF4-FFF2-40B4-BE49-F238E27FC236}">
                <a16:creationId xmlns:a16="http://schemas.microsoft.com/office/drawing/2014/main" id="{81E4D576-3554-367A-0C26-B7A41A15F888}"/>
              </a:ext>
            </a:extLst>
          </p:cNvPr>
          <p:cNvSpPr txBox="1"/>
          <p:nvPr/>
        </p:nvSpPr>
        <p:spPr>
          <a:xfrm>
            <a:off x="676597" y="1888236"/>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7" name="Rectangle: Top Corners Snipped 46">
            <a:extLst>
              <a:ext uri="{FF2B5EF4-FFF2-40B4-BE49-F238E27FC236}">
                <a16:creationId xmlns:a16="http://schemas.microsoft.com/office/drawing/2014/main" id="{1F4C9645-8DE5-E3D9-48FF-5CDB3C027F99}"/>
              </a:ext>
            </a:extLst>
          </p:cNvPr>
          <p:cNvSpPr/>
          <p:nvPr/>
        </p:nvSpPr>
        <p:spPr>
          <a:xfrm rot="5400000">
            <a:off x="714491" y="13350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CC5EA82A-B3B6-A0E3-6A0F-A9DD2BC01A1C}"/>
              </a:ext>
            </a:extLst>
          </p:cNvPr>
          <p:cNvSpPr txBox="1"/>
          <p:nvPr/>
        </p:nvSpPr>
        <p:spPr>
          <a:xfrm>
            <a:off x="684475" y="1431036"/>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50" name="TextBox 49">
            <a:extLst>
              <a:ext uri="{FF2B5EF4-FFF2-40B4-BE49-F238E27FC236}">
                <a16:creationId xmlns:a16="http://schemas.microsoft.com/office/drawing/2014/main" id="{D33627E4-2F13-34B7-12E0-5402B3F2C26D}"/>
              </a:ext>
            </a:extLst>
          </p:cNvPr>
          <p:cNvSpPr txBox="1"/>
          <p:nvPr/>
        </p:nvSpPr>
        <p:spPr>
          <a:xfrm>
            <a:off x="1225296" y="886968"/>
            <a:ext cx="5349240" cy="461665"/>
          </a:xfrm>
          <a:prstGeom prst="rect">
            <a:avLst/>
          </a:prstGeom>
          <a:noFill/>
        </p:spPr>
        <p:txBody>
          <a:bodyPr wrap="square">
            <a:spAutoFit/>
          </a:bodyPr>
          <a:lstStyle/>
          <a:p>
            <a:r>
              <a:rPr lang="en-US" sz="1200" dirty="0">
                <a:latin typeface="Book Antiqua" panose="02040602050305030304" pitchFamily="18" charset="0"/>
              </a:rPr>
              <a:t>Lost in the mist, the scout crept past the burnt fort at first light.</a:t>
            </a:r>
            <a:endParaRPr lang="en-AU" sz="1200" dirty="0">
              <a:latin typeface="Book Antiqua" panose="02040602050305030304" pitchFamily="18" charset="0"/>
            </a:endParaRPr>
          </a:p>
        </p:txBody>
      </p:sp>
      <p:sp>
        <p:nvSpPr>
          <p:cNvPr id="52" name="TextBox 51">
            <a:extLst>
              <a:ext uri="{FF2B5EF4-FFF2-40B4-BE49-F238E27FC236}">
                <a16:creationId xmlns:a16="http://schemas.microsoft.com/office/drawing/2014/main" id="{ADD0EA9C-75B5-6930-5562-0EA5D7A6A573}"/>
              </a:ext>
            </a:extLst>
          </p:cNvPr>
          <p:cNvSpPr txBox="1"/>
          <p:nvPr/>
        </p:nvSpPr>
        <p:spPr>
          <a:xfrm>
            <a:off x="1225296" y="1344168"/>
            <a:ext cx="5349240" cy="461665"/>
          </a:xfrm>
          <a:prstGeom prst="rect">
            <a:avLst/>
          </a:prstGeom>
          <a:noFill/>
        </p:spPr>
        <p:txBody>
          <a:bodyPr wrap="square">
            <a:spAutoFit/>
          </a:bodyPr>
          <a:lstStyle/>
          <a:p>
            <a:r>
              <a:rPr lang="en-US" sz="1200" dirty="0">
                <a:latin typeface="Book Antiqua" panose="02040602050305030304" pitchFamily="18" charset="0"/>
              </a:rPr>
              <a:t>Each day by the bay, the old men would sit and play cards, watching gulls fly high into the evening sky.</a:t>
            </a:r>
            <a:endParaRPr lang="en-AU" sz="1200" dirty="0">
              <a:latin typeface="Book Antiqua" panose="02040602050305030304" pitchFamily="18" charset="0"/>
            </a:endParaRPr>
          </a:p>
        </p:txBody>
      </p:sp>
      <p:sp>
        <p:nvSpPr>
          <p:cNvPr id="54" name="TextBox 53">
            <a:extLst>
              <a:ext uri="{FF2B5EF4-FFF2-40B4-BE49-F238E27FC236}">
                <a16:creationId xmlns:a16="http://schemas.microsoft.com/office/drawing/2014/main" id="{90B46A17-BC20-573A-7F7B-5B74FF1D0D64}"/>
              </a:ext>
            </a:extLst>
          </p:cNvPr>
          <p:cNvSpPr txBox="1"/>
          <p:nvPr/>
        </p:nvSpPr>
        <p:spPr>
          <a:xfrm>
            <a:off x="1225296" y="1801368"/>
            <a:ext cx="5349240" cy="461665"/>
          </a:xfrm>
          <a:prstGeom prst="rect">
            <a:avLst/>
          </a:prstGeom>
          <a:noFill/>
        </p:spPr>
        <p:txBody>
          <a:bodyPr wrap="square">
            <a:spAutoFit/>
          </a:bodyPr>
          <a:lstStyle/>
          <a:p>
            <a:r>
              <a:rPr lang="en-US" sz="1200" dirty="0">
                <a:latin typeface="Book Antiqua" panose="02040602050305030304" pitchFamily="18" charset="0"/>
              </a:rPr>
              <a:t>All night the house shook with the clatter of hail, the gurgle of downpipes and the bang of a loose gate.</a:t>
            </a:r>
            <a:endParaRPr lang="en-AU" sz="1200" dirty="0">
              <a:latin typeface="Book Antiqua" panose="02040602050305030304" pitchFamily="18" charset="0"/>
            </a:endParaRPr>
          </a:p>
        </p:txBody>
      </p:sp>
      <p:sp>
        <p:nvSpPr>
          <p:cNvPr id="57" name="Rectangle: Top Corners Snipped 56">
            <a:extLst>
              <a:ext uri="{FF2B5EF4-FFF2-40B4-BE49-F238E27FC236}">
                <a16:creationId xmlns:a16="http://schemas.microsoft.com/office/drawing/2014/main" id="{3F60611D-64B9-6F5B-F5E7-C1E7D4CF009B}"/>
              </a:ext>
            </a:extLst>
          </p:cNvPr>
          <p:cNvSpPr/>
          <p:nvPr/>
        </p:nvSpPr>
        <p:spPr>
          <a:xfrm rot="5400000">
            <a:off x="710396" y="877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TextBox 57">
            <a:extLst>
              <a:ext uri="{FF2B5EF4-FFF2-40B4-BE49-F238E27FC236}">
                <a16:creationId xmlns:a16="http://schemas.microsoft.com/office/drawing/2014/main" id="{5D5904DA-8994-7535-017B-BD037CF0A955}"/>
              </a:ext>
            </a:extLst>
          </p:cNvPr>
          <p:cNvSpPr txBox="1"/>
          <p:nvPr/>
        </p:nvSpPr>
        <p:spPr>
          <a:xfrm>
            <a:off x="683529" y="97383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61" name="TextBox 60">
            <a:extLst>
              <a:ext uri="{FF2B5EF4-FFF2-40B4-BE49-F238E27FC236}">
                <a16:creationId xmlns:a16="http://schemas.microsoft.com/office/drawing/2014/main" id="{C9759A78-187E-BAAC-F6A3-EB9E8306D34E}"/>
              </a:ext>
            </a:extLst>
          </p:cNvPr>
          <p:cNvSpPr txBox="1"/>
          <p:nvPr/>
        </p:nvSpPr>
        <p:spPr>
          <a:xfrm>
            <a:off x="1225296" y="2258568"/>
            <a:ext cx="5349240" cy="461665"/>
          </a:xfrm>
          <a:prstGeom prst="rect">
            <a:avLst/>
          </a:prstGeom>
          <a:noFill/>
        </p:spPr>
        <p:txBody>
          <a:bodyPr wrap="square">
            <a:spAutoFit/>
          </a:bodyPr>
          <a:lstStyle/>
          <a:p>
            <a:r>
              <a:rPr lang="en-US" sz="1200" dirty="0">
                <a:latin typeface="Book Antiqua" panose="02040602050305030304" pitchFamily="18" charset="0"/>
              </a:rPr>
              <a:t>The old stock truck took the bleak road north at daybreak.</a:t>
            </a:r>
            <a:endParaRPr lang="en-AU" sz="1200" dirty="0">
              <a:latin typeface="Book Antiqua" panose="02040602050305030304" pitchFamily="18" charset="0"/>
            </a:endParaRPr>
          </a:p>
        </p:txBody>
      </p:sp>
      <p:sp>
        <p:nvSpPr>
          <p:cNvPr id="67" name="TextBox 66">
            <a:extLst>
              <a:ext uri="{FF2B5EF4-FFF2-40B4-BE49-F238E27FC236}">
                <a16:creationId xmlns:a16="http://schemas.microsoft.com/office/drawing/2014/main" id="{D6DA1457-8916-18EC-7AC4-8D2B5919AF5D}"/>
              </a:ext>
            </a:extLst>
          </p:cNvPr>
          <p:cNvSpPr txBox="1"/>
          <p:nvPr/>
        </p:nvSpPr>
        <p:spPr>
          <a:xfrm>
            <a:off x="6601968" y="14081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8" name="TextBox 67">
            <a:extLst>
              <a:ext uri="{FF2B5EF4-FFF2-40B4-BE49-F238E27FC236}">
                <a16:creationId xmlns:a16="http://schemas.microsoft.com/office/drawing/2014/main" id="{5BB2D0A8-4F39-996C-6812-1A007DC059D3}"/>
              </a:ext>
            </a:extLst>
          </p:cNvPr>
          <p:cNvSpPr txBox="1"/>
          <p:nvPr/>
        </p:nvSpPr>
        <p:spPr>
          <a:xfrm>
            <a:off x="6601968" y="18653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9" name="TextBox 68">
            <a:extLst>
              <a:ext uri="{FF2B5EF4-FFF2-40B4-BE49-F238E27FC236}">
                <a16:creationId xmlns:a16="http://schemas.microsoft.com/office/drawing/2014/main" id="{5E62B580-E27D-C0EB-6A52-E26A33561189}"/>
              </a:ext>
            </a:extLst>
          </p:cNvPr>
          <p:cNvSpPr txBox="1"/>
          <p:nvPr/>
        </p:nvSpPr>
        <p:spPr>
          <a:xfrm>
            <a:off x="6601968" y="2322575"/>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73" name="Rectangle: Top Corners Snipped 72">
            <a:extLst>
              <a:ext uri="{FF2B5EF4-FFF2-40B4-BE49-F238E27FC236}">
                <a16:creationId xmlns:a16="http://schemas.microsoft.com/office/drawing/2014/main" id="{4F8FC2AC-3759-3E29-9AAC-9291AB1C7CF5}"/>
              </a:ext>
            </a:extLst>
          </p:cNvPr>
          <p:cNvSpPr/>
          <p:nvPr/>
        </p:nvSpPr>
        <p:spPr>
          <a:xfrm rot="5400000">
            <a:off x="711022" y="529986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FCC2537E-7CC6-7DDF-BC6A-2512F7A9FE0C}"/>
              </a:ext>
            </a:extLst>
          </p:cNvPr>
          <p:cNvSpPr txBox="1"/>
          <p:nvPr/>
        </p:nvSpPr>
        <p:spPr>
          <a:xfrm>
            <a:off x="690231" y="539587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75" name="Rectangle: Top Corners Snipped 74">
            <a:extLst>
              <a:ext uri="{FF2B5EF4-FFF2-40B4-BE49-F238E27FC236}">
                <a16:creationId xmlns:a16="http://schemas.microsoft.com/office/drawing/2014/main" id="{E45CB60C-9398-82F5-09D5-89CA7CDEAC74}"/>
              </a:ext>
            </a:extLst>
          </p:cNvPr>
          <p:cNvSpPr/>
          <p:nvPr/>
        </p:nvSpPr>
        <p:spPr>
          <a:xfrm rot="5400000">
            <a:off x="710396" y="4268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Rectangle: Top Corners Snipped 75">
            <a:extLst>
              <a:ext uri="{FF2B5EF4-FFF2-40B4-BE49-F238E27FC236}">
                <a16:creationId xmlns:a16="http://schemas.microsoft.com/office/drawing/2014/main" id="{4E5170B5-43B0-7D65-F63C-AC77BBD71F18}"/>
              </a:ext>
            </a:extLst>
          </p:cNvPr>
          <p:cNvSpPr/>
          <p:nvPr/>
        </p:nvSpPr>
        <p:spPr>
          <a:xfrm rot="5400000">
            <a:off x="710396" y="323697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15F50664-F716-69B9-A512-FBDC0E0E5771}"/>
              </a:ext>
            </a:extLst>
          </p:cNvPr>
          <p:cNvSpPr txBox="1"/>
          <p:nvPr/>
        </p:nvSpPr>
        <p:spPr>
          <a:xfrm>
            <a:off x="685542" y="333298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635CEE12-7B8F-E91C-844D-6005DF185F90}"/>
              </a:ext>
            </a:extLst>
          </p:cNvPr>
          <p:cNvSpPr txBox="1"/>
          <p:nvPr/>
        </p:nvSpPr>
        <p:spPr>
          <a:xfrm>
            <a:off x="685849" y="436443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9" name="TextBox 78">
            <a:extLst>
              <a:ext uri="{FF2B5EF4-FFF2-40B4-BE49-F238E27FC236}">
                <a16:creationId xmlns:a16="http://schemas.microsoft.com/office/drawing/2014/main" id="{94B0842A-5A14-B726-C1E9-62C0B1B00930}"/>
              </a:ext>
            </a:extLst>
          </p:cNvPr>
          <p:cNvSpPr txBox="1"/>
          <p:nvPr/>
        </p:nvSpPr>
        <p:spPr>
          <a:xfrm>
            <a:off x="1499616" y="3310128"/>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courthouse doors swallowed the last of the reporters just before ten.</a:t>
            </a:r>
          </a:p>
        </p:txBody>
      </p:sp>
      <p:sp>
        <p:nvSpPr>
          <p:cNvPr id="90" name="TextBox 78"/>
          <p:cNvSpPr txBox="1"/>
          <p:nvPr/>
        </p:nvSpPr>
        <p:spPr>
          <a:xfrm>
            <a:off x="1499616" y="3969410"/>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Heavy cloud had been forecast for the day of the verdict.</a:t>
            </a:r>
          </a:p>
        </p:txBody>
      </p:sp>
      <p:sp>
        <p:nvSpPr>
          <p:cNvPr id="89" name="TextBox 78"/>
          <p:cNvSpPr txBox="1"/>
          <p:nvPr/>
        </p:nvSpPr>
        <p:spPr>
          <a:xfrm>
            <a:off x="1499616" y="3545128"/>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As the jury retired, a brooding sky sulked over the courthouse, refusing to let the sun through.</a:t>
            </a:r>
          </a:p>
        </p:txBody>
      </p:sp>
      <p:sp>
        <p:nvSpPr>
          <p:cNvPr id="88" name="TextBox 78"/>
          <p:cNvSpPr txBox="1"/>
          <p:nvPr/>
        </p:nvSpPr>
        <p:spPr>
          <a:xfrm>
            <a:off x="1499616" y="5373014"/>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When the guns finally fell silent, the dawn crept in timidly, as if ashamed of what it would reveal.</a:t>
            </a:r>
          </a:p>
        </p:txBody>
      </p:sp>
      <p:sp>
        <p:nvSpPr>
          <p:cNvPr id="94" name="TextBox 78"/>
          <p:cNvSpPr txBox="1"/>
          <p:nvPr/>
        </p:nvSpPr>
        <p:spPr>
          <a:xfrm>
            <a:off x="1499616" y="6032296"/>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An abandoned field telephone kept ringing, demanding an answer no one would give.</a:t>
            </a:r>
          </a:p>
        </p:txBody>
      </p:sp>
      <p:sp>
        <p:nvSpPr>
          <p:cNvPr id="93" name="TextBox 78"/>
          <p:cNvSpPr txBox="1"/>
          <p:nvPr/>
        </p:nvSpPr>
        <p:spPr>
          <a:xfrm>
            <a:off x="1499616" y="5797296"/>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morning, mist lay over the battlefield like a thin layer of smoke.</a:t>
            </a:r>
          </a:p>
        </p:txBody>
      </p:sp>
      <p:sp>
        <p:nvSpPr>
          <p:cNvPr id="87" name="TextBox 78"/>
          <p:cNvSpPr txBox="1"/>
          <p:nvPr/>
        </p:nvSpPr>
        <p:spPr>
          <a:xfrm>
            <a:off x="1499616" y="4341571"/>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February, the town had gone eleven months without significant rain.</a:t>
            </a:r>
          </a:p>
        </p:txBody>
      </p:sp>
      <p:sp>
        <p:nvSpPr>
          <p:cNvPr id="92" name="TextBox 78"/>
          <p:cNvSpPr txBox="1"/>
          <p:nvPr/>
        </p:nvSpPr>
        <p:spPr>
          <a:xfrm>
            <a:off x="1499616" y="4811572"/>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Under a merciless sun, the cracked paddocks lay in silent despair, mourning a harvest that would never come.</a:t>
            </a:r>
          </a:p>
        </p:txBody>
      </p:sp>
      <p:sp>
        <p:nvSpPr>
          <p:cNvPr id="91" name="TextBox 78"/>
          <p:cNvSpPr txBox="1"/>
          <p:nvPr/>
        </p:nvSpPr>
        <p:spPr>
          <a:xfrm>
            <a:off x="1499616" y="4576572"/>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rusted windmill stood guard over the empty dam.</a:t>
            </a:r>
          </a:p>
        </p:txBody>
      </p:sp>
      <p:pic>
        <p:nvPicPr>
          <p:cNvPr id="80" name="object 41">
            <a:extLst>
              <a:ext uri="{FF2B5EF4-FFF2-40B4-BE49-F238E27FC236}">
                <a16:creationId xmlns:a16="http://schemas.microsoft.com/office/drawing/2014/main" id="{D2A5D97D-C96E-82C1-BBAC-E278F53CC067}"/>
              </a:ext>
            </a:extLst>
          </p:cNvPr>
          <p:cNvPicPr/>
          <p:nvPr/>
        </p:nvPicPr>
        <p:blipFill>
          <a:blip r:embed="rId2" cstate="print"/>
          <a:stretch>
            <a:fillRect/>
          </a:stretch>
        </p:blipFill>
        <p:spPr>
          <a:xfrm>
            <a:off x="1292857" y="3395624"/>
            <a:ext cx="179997" cy="108000"/>
          </a:xfrm>
          <a:prstGeom prst="rect">
            <a:avLst/>
          </a:prstGeom>
        </p:spPr>
      </p:pic>
      <p:pic>
        <p:nvPicPr>
          <p:cNvPr id="81" name="object 41">
            <a:extLst>
              <a:ext uri="{FF2B5EF4-FFF2-40B4-BE49-F238E27FC236}">
                <a16:creationId xmlns:a16="http://schemas.microsoft.com/office/drawing/2014/main" id="{317E740A-F7C6-5080-1A5F-6D13E9A79D7A}"/>
              </a:ext>
            </a:extLst>
          </p:cNvPr>
          <p:cNvPicPr/>
          <p:nvPr/>
        </p:nvPicPr>
        <p:blipFill>
          <a:blip r:embed="rId2" cstate="print"/>
          <a:stretch>
            <a:fillRect/>
          </a:stretch>
        </p:blipFill>
        <p:spPr>
          <a:xfrm>
            <a:off x="1291153" y="3630625"/>
            <a:ext cx="179997" cy="108000"/>
          </a:xfrm>
          <a:prstGeom prst="rect">
            <a:avLst/>
          </a:prstGeom>
        </p:spPr>
      </p:pic>
      <p:pic>
        <p:nvPicPr>
          <p:cNvPr id="82" name="object 41">
            <a:extLst>
              <a:ext uri="{FF2B5EF4-FFF2-40B4-BE49-F238E27FC236}">
                <a16:creationId xmlns:a16="http://schemas.microsoft.com/office/drawing/2014/main" id="{A1D3648E-A0F6-4D16-D399-ABC9D7F080A5}"/>
              </a:ext>
            </a:extLst>
          </p:cNvPr>
          <p:cNvPicPr/>
          <p:nvPr/>
        </p:nvPicPr>
        <p:blipFill>
          <a:blip r:embed="rId2" cstate="print"/>
          <a:stretch>
            <a:fillRect/>
          </a:stretch>
        </p:blipFill>
        <p:spPr>
          <a:xfrm>
            <a:off x="1301910" y="4054906"/>
            <a:ext cx="179997" cy="108000"/>
          </a:xfrm>
          <a:prstGeom prst="rect">
            <a:avLst/>
          </a:prstGeom>
        </p:spPr>
      </p:pic>
      <p:cxnSp>
        <p:nvCxnSpPr>
          <p:cNvPr id="83" name="Straight Connector 82">
            <a:extLst>
              <a:ext uri="{FF2B5EF4-FFF2-40B4-BE49-F238E27FC236}">
                <a16:creationId xmlns:a16="http://schemas.microsoft.com/office/drawing/2014/main" id="{CBE30940-6B73-4174-6B27-B4ADE40966E7}"/>
              </a:ext>
            </a:extLst>
          </p:cNvPr>
          <p:cNvCxnSpPr>
            <a:cxnSpLocks/>
          </p:cNvCxnSpPr>
          <p:nvPr/>
        </p:nvCxnSpPr>
        <p:spPr>
          <a:xfrm>
            <a:off x="638549" y="67369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6DF29F85-E2A5-FC54-69FE-E3EB16B7858E}"/>
              </a:ext>
            </a:extLst>
          </p:cNvPr>
          <p:cNvSpPr txBox="1"/>
          <p:nvPr/>
        </p:nvSpPr>
        <p:spPr>
          <a:xfrm>
            <a:off x="102790" y="386225"/>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86" name="TextBox 85">
            <a:extLst>
              <a:ext uri="{FF2B5EF4-FFF2-40B4-BE49-F238E27FC236}">
                <a16:creationId xmlns:a16="http://schemas.microsoft.com/office/drawing/2014/main" id="{07754249-6C73-3E53-1CFE-67ACC0C7C807}"/>
              </a:ext>
            </a:extLst>
          </p:cNvPr>
          <p:cNvSpPr txBox="1"/>
          <p:nvPr/>
        </p:nvSpPr>
        <p:spPr>
          <a:xfrm>
            <a:off x="660712" y="6828718"/>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Draw a line matching each idiom or expression with its correct meaning (1/2 mark per match).</a:t>
            </a:r>
          </a:p>
        </p:txBody>
      </p:sp>
      <p:graphicFrame>
        <p:nvGraphicFramePr>
          <p:cNvPr id="34" name="Table 33">
            <a:extLst>
              <a:ext uri="{FF2B5EF4-FFF2-40B4-BE49-F238E27FC236}">
                <a16:creationId xmlns:a16="http://schemas.microsoft.com/office/drawing/2014/main" id="{F5029DD4-77CC-1199-B2F4-5109081BBCE0}"/>
              </a:ext>
            </a:extLst>
          </p:cNvPr>
          <p:cNvGraphicFramePr>
            <a:graphicFrameLocks noGrp="1"/>
          </p:cNvGraphicFramePr>
          <p:nvPr>
            <p:extLst>
              <p:ext uri="{D42A27DB-BD31-4B8C-83A1-F6EECF244321}">
                <p14:modId xmlns:p14="http://schemas.microsoft.com/office/powerpoint/2010/main" val="6685199"/>
              </p:ext>
            </p:extLst>
          </p:nvPr>
        </p:nvGraphicFramePr>
        <p:xfrm>
          <a:off x="1203535" y="7167546"/>
          <a:ext cx="6233614" cy="2649431"/>
        </p:xfrm>
        <a:graphic>
          <a:graphicData uri="http://schemas.openxmlformats.org/drawingml/2006/table">
            <a:tbl>
              <a:tblPr>
                <a:tableStyleId>{5C22544A-7EE6-4342-B048-85BDC9FD1C3A}</a:tableStyleId>
              </a:tblPr>
              <a:tblGrid>
                <a:gridCol w="2421092">
                  <a:extLst>
                    <a:ext uri="{9D8B030D-6E8A-4147-A177-3AD203B41FA5}">
                      <a16:colId xmlns:a16="http://schemas.microsoft.com/office/drawing/2014/main" val="2180155359"/>
                    </a:ext>
                  </a:extLst>
                </a:gridCol>
                <a:gridCol w="3812522">
                  <a:extLst>
                    <a:ext uri="{9D8B030D-6E8A-4147-A177-3AD203B41FA5}">
                      <a16:colId xmlns:a16="http://schemas.microsoft.com/office/drawing/2014/main" val="3038898538"/>
                    </a:ext>
                  </a:extLst>
                </a:gridCol>
              </a:tblGrid>
              <a:tr h="466971">
                <a:tc>
                  <a:txBody>
                    <a:bodyPr/>
                    <a:lstStyle/>
                    <a:p>
                      <a:pPr>
                        <a:buNone/>
                      </a:pPr>
                      <a:r>
                        <a:rPr lang="en-AU" sz="1200" b="1" dirty="0">
                          <a:effectLst/>
                          <a:latin typeface="Book Antiqua" panose="02040602050305030304" pitchFamily="18" charset="0"/>
                        </a:rPr>
                        <a:t>IDIOM / EXPRESSION</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b="1" dirty="0">
                          <a:effectLst/>
                          <a:latin typeface="Book Antiqua" panose="02040602050305030304" pitchFamily="18" charset="0"/>
                        </a:rPr>
                        <a:t>MEANING</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945836490"/>
                  </a:ext>
                </a:extLst>
              </a:tr>
              <a:tr h="545615">
                <a:tc>
                  <a:txBody>
                    <a:bodyPr/>
                    <a:lstStyle/>
                    <a:p>
                      <a:pPr>
                        <a:buNone/>
                      </a:pPr>
                      <a:r>
                        <a:rPr lang="en-AU" sz="1200" dirty="0">
                          <a:effectLst/>
                          <a:latin typeface="Book Antiqua" panose="02040602050305030304" pitchFamily="18" charset="0"/>
                        </a:rPr>
                        <a:t>A Pyrrhic victory</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To be harmed or undone by the very scheme one devised to hurt others.</a:t>
                      </a:r>
                    </a:p>
                  </a:txBody>
                  <a:tcPr marL="75538" marR="75538" marT="37769" marB="37769">
                    <a:solidFill>
                      <a:schemeClr val="bg1"/>
                    </a:solidFill>
                  </a:tcPr>
                </a:tc>
                <a:extLst>
                  <a:ext uri="{0D108BD9-81ED-4DB2-BD59-A6C34878D82A}">
                    <a16:rowId xmlns:a16="http://schemas.microsoft.com/office/drawing/2014/main" val="752485547"/>
                  </a:ext>
                </a:extLst>
              </a:tr>
              <a:tr h="545615">
                <a:tc>
                  <a:txBody>
                    <a:bodyPr/>
                    <a:lstStyle/>
                    <a:p>
                      <a:pPr>
                        <a:buNone/>
                      </a:pPr>
                      <a:r>
                        <a:rPr lang="en-AU" sz="1200" dirty="0">
                          <a:effectLst/>
                          <a:latin typeface="Book Antiqua" panose="02040602050305030304" pitchFamily="18" charset="0"/>
                        </a:rPr>
                        <a:t>Hobson's choice</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deal in which someone sacrifices their integrity in exchange for power, wealth or success.</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1921598304"/>
                  </a:ext>
                </a:extLst>
              </a:tr>
              <a:tr h="545615">
                <a:tc>
                  <a:txBody>
                    <a:bodyPr/>
                    <a:lstStyle/>
                    <a:p>
                      <a:pPr>
                        <a:buNone/>
                      </a:pPr>
                      <a:r>
                        <a:rPr lang="en-AU" sz="1200">
                          <a:effectLst/>
                          <a:latin typeface="Book Antiqua" panose="02040602050305030304" pitchFamily="18" charset="0"/>
                        </a:rPr>
                        <a:t>To be hoist with one's own petard</a:t>
                      </a:r>
                      <a:endParaRPr lang="en-AU" sz="120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win achieved at such great cost that it is hardly better than a defeat.</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4048301266"/>
                  </a:ext>
                </a:extLst>
              </a:tr>
              <a:tr h="545615">
                <a:tc>
                  <a:txBody>
                    <a:bodyPr/>
                    <a:lstStyle/>
                    <a:p>
                      <a:pPr>
                        <a:buNone/>
                      </a:pPr>
                      <a:r>
                        <a:rPr lang="en-AU" sz="1200" dirty="0">
                          <a:effectLst/>
                          <a:latin typeface="Book Antiqua" panose="02040602050305030304" pitchFamily="18" charset="0"/>
                          <a:ea typeface="Arial" panose="020B0604020202020204" pitchFamily="34" charset="0"/>
                        </a:rPr>
                        <a:t>A Faustian bargain</a:t>
                      </a: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ea typeface="Arial" panose="020B0604020202020204" pitchFamily="34" charset="0"/>
                        </a:rPr>
                        <a:t>A supposed choice in which the only option is to take what is offered or nothing at all.</a:t>
                      </a:r>
                    </a:p>
                  </a:txBody>
                  <a:tcPr marL="75538" marR="75538" marT="37769" marB="37769">
                    <a:solidFill>
                      <a:schemeClr val="bg1"/>
                    </a:solidFill>
                  </a:tcPr>
                </a:tc>
                <a:extLst>
                  <a:ext uri="{0D108BD9-81ED-4DB2-BD59-A6C34878D82A}">
                    <a16:rowId xmlns:a16="http://schemas.microsoft.com/office/drawing/2014/main" val="3413726961"/>
                  </a:ext>
                </a:extLst>
              </a:tr>
            </a:tbl>
          </a:graphicData>
        </a:graphic>
      </p:graphicFrame>
    </p:spTree>
    <p:extLst>
      <p:ext uri="{BB962C8B-B14F-4D97-AF65-F5344CB8AC3E}">
        <p14:creationId xmlns:p14="http://schemas.microsoft.com/office/powerpoint/2010/main" val="1191427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2</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2446642"/>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8780" y="5345906"/>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50287" y="534590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8D291956-5915-7FA6-C059-4C36F93B21E9}"/>
              </a:ext>
            </a:extLst>
          </p:cNvPr>
          <p:cNvSpPr txBox="1"/>
          <p:nvPr/>
        </p:nvSpPr>
        <p:spPr>
          <a:xfrm>
            <a:off x="715082" y="5369802"/>
            <a:ext cx="6597859" cy="1173013"/>
          </a:xfrm>
          <a:prstGeom prst="rect">
            <a:avLst/>
          </a:prstGeom>
          <a:noFill/>
        </p:spPr>
        <p:txBody>
          <a:bodyPr wrap="square" rtlCol="0">
            <a:spAutoFit/>
          </a:bodyPr>
          <a:lstStyle/>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The words and expressions below are all conjunctions or conjunctive adverbs. Classify each one by type and write it in the correct column in the table below (each answer is worth a quarter of a mark).</a:t>
            </a:r>
          </a:p>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TIP: Some of these are trick questions!</a:t>
            </a:r>
          </a:p>
        </p:txBody>
      </p:sp>
      <p:sp>
        <p:nvSpPr>
          <p:cNvPr id="25" name="Rectangle: Top Corners Snipped 24">
            <a:extLst>
              <a:ext uri="{FF2B5EF4-FFF2-40B4-BE49-F238E27FC236}">
                <a16:creationId xmlns:a16="http://schemas.microsoft.com/office/drawing/2014/main" id="{88728653-AE8C-DCDF-FFC7-88DF2C8BC1E9}"/>
              </a:ext>
            </a:extLst>
          </p:cNvPr>
          <p:cNvSpPr/>
          <p:nvPr/>
        </p:nvSpPr>
        <p:spPr>
          <a:xfrm rot="5400000">
            <a:off x="708968" y="96553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Top Corners Snipped 25">
            <a:extLst>
              <a:ext uri="{FF2B5EF4-FFF2-40B4-BE49-F238E27FC236}">
                <a16:creationId xmlns:a16="http://schemas.microsoft.com/office/drawing/2014/main" id="{03404C49-354C-A81A-6901-E9652C8DE664}"/>
              </a:ext>
            </a:extLst>
          </p:cNvPr>
          <p:cNvSpPr/>
          <p:nvPr/>
        </p:nvSpPr>
        <p:spPr>
          <a:xfrm rot="5400000">
            <a:off x="715083" y="83345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Top Corners Snipped 26">
            <a:extLst>
              <a:ext uri="{FF2B5EF4-FFF2-40B4-BE49-F238E27FC236}">
                <a16:creationId xmlns:a16="http://schemas.microsoft.com/office/drawing/2014/main" id="{0BB65C9E-4F06-E4D6-3030-830965BDFE1F}"/>
              </a:ext>
            </a:extLst>
          </p:cNvPr>
          <p:cNvSpPr/>
          <p:nvPr/>
        </p:nvSpPr>
        <p:spPr>
          <a:xfrm rot="5400000">
            <a:off x="715083" y="87366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233F0C91-E65A-6FD2-83D0-784751371565}"/>
              </a:ext>
            </a:extLst>
          </p:cNvPr>
          <p:cNvSpPr/>
          <p:nvPr/>
        </p:nvSpPr>
        <p:spPr>
          <a:xfrm rot="5400000">
            <a:off x="712816" y="9173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9" name="Table 30">
            <a:extLst>
              <a:ext uri="{FF2B5EF4-FFF2-40B4-BE49-F238E27FC236}">
                <a16:creationId xmlns:a16="http://schemas.microsoft.com/office/drawing/2014/main" id="{3E52E611-D815-A2E5-BB4B-F25DF0C4CCF6}"/>
              </a:ext>
            </a:extLst>
          </p:cNvPr>
          <p:cNvGraphicFramePr>
            <a:graphicFrameLocks noGrp="1"/>
          </p:cNvGraphicFramePr>
          <p:nvPr>
            <p:extLst>
              <p:ext uri="{D42A27DB-BD31-4B8C-83A1-F6EECF244321}">
                <p14:modId xmlns:p14="http://schemas.microsoft.com/office/powerpoint/2010/main" val="3530225523"/>
              </p:ext>
            </p:extLst>
          </p:nvPr>
        </p:nvGraphicFramePr>
        <p:xfrm>
          <a:off x="1330336" y="7885362"/>
          <a:ext cx="5764964" cy="2211815"/>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442363">
                <a:tc>
                  <a:txBody>
                    <a:bodyPr/>
                    <a:lstStyle/>
                    <a:p>
                      <a:pPr algn="ctr"/>
                      <a:r>
                        <a:rPr lang="en-AU" sz="1200" dirty="0">
                          <a:latin typeface="Book Antiqua" panose="02040602050305030304" pitchFamily="18" charset="0"/>
                        </a:rPr>
                        <a:t>Coordinating</a:t>
                      </a:r>
                    </a:p>
                  </a:txBody>
                  <a:tcPr>
                    <a:solidFill>
                      <a:schemeClr val="bg2"/>
                    </a:solidFill>
                  </a:tcPr>
                </a:tc>
                <a:tc>
                  <a:txBody>
                    <a:bodyPr/>
                    <a:lstStyle/>
                    <a:p>
                      <a:pPr algn="ctr"/>
                      <a:r>
                        <a:rPr lang="en-AU" sz="1200" dirty="0">
                          <a:latin typeface="Book Antiqua" panose="02040602050305030304" pitchFamily="18" charset="0"/>
                        </a:rPr>
                        <a:t>Subordinating</a:t>
                      </a:r>
                    </a:p>
                  </a:txBody>
                  <a:tcPr>
                    <a:solidFill>
                      <a:schemeClr val="bg2"/>
                    </a:solidFill>
                  </a:tcPr>
                </a:tc>
                <a:tc>
                  <a:txBody>
                    <a:bodyPr/>
                    <a:lstStyle/>
                    <a:p>
                      <a:pPr algn="ctr"/>
                      <a:r>
                        <a:rPr lang="en-AU" sz="1200" dirty="0">
                          <a:latin typeface="Book Antiqua" panose="02040602050305030304" pitchFamily="18" charset="0"/>
                        </a:rPr>
                        <a:t>Correlative</a:t>
                      </a:r>
                    </a:p>
                  </a:txBody>
                  <a:tcPr>
                    <a:solidFill>
                      <a:schemeClr val="bg2"/>
                    </a:solidFill>
                  </a:tcPr>
                </a:tc>
                <a:tc>
                  <a:txBody>
                    <a:bodyPr/>
                    <a:lstStyle/>
                    <a:p>
                      <a:pPr algn="ctr"/>
                      <a:r>
                        <a:rPr lang="en-AU" sz="1200" dirty="0">
                          <a:latin typeface="Book Antiqua" panose="02040602050305030304" pitchFamily="18" charset="0"/>
                        </a:rPr>
                        <a:t>Conjunctive adverb</a:t>
                      </a:r>
                    </a:p>
                  </a:txBody>
                  <a:tcPr>
                    <a:solidFill>
                      <a:schemeClr val="bg2"/>
                    </a:solidFill>
                  </a:tcPr>
                </a:tc>
                <a:extLst>
                  <a:ext uri="{0D108BD9-81ED-4DB2-BD59-A6C34878D82A}">
                    <a16:rowId xmlns:a16="http://schemas.microsoft.com/office/drawing/2014/main" val="3265232040"/>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702230854"/>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187723908"/>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852706796"/>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3300481547"/>
                  </a:ext>
                </a:extLst>
              </a:tr>
            </a:tbl>
          </a:graphicData>
        </a:graphic>
      </p:graphicFrame>
      <p:graphicFrame>
        <p:nvGraphicFramePr>
          <p:cNvPr id="30" name="Table 29">
            <a:extLst>
              <a:ext uri="{FF2B5EF4-FFF2-40B4-BE49-F238E27FC236}">
                <a16:creationId xmlns:a16="http://schemas.microsoft.com/office/drawing/2014/main" id="{9DF80498-9E19-BC94-2072-B8AE7A3B299F}"/>
              </a:ext>
            </a:extLst>
          </p:cNvPr>
          <p:cNvGraphicFramePr>
            <a:graphicFrameLocks noGrp="1"/>
          </p:cNvGraphicFramePr>
          <p:nvPr>
            <p:extLst>
              <p:ext uri="{D42A27DB-BD31-4B8C-83A1-F6EECF244321}">
                <p14:modId xmlns:p14="http://schemas.microsoft.com/office/powerpoint/2010/main" val="4058312902"/>
              </p:ext>
            </p:extLst>
          </p:nvPr>
        </p:nvGraphicFramePr>
        <p:xfrm>
          <a:off x="1330336" y="6317464"/>
          <a:ext cx="5764964" cy="1545328"/>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386332">
                <a:tc>
                  <a:txBody>
                    <a:bodyPr/>
                    <a:lstStyle/>
                    <a:p>
                      <a:pPr algn="ctr"/>
                      <a:r>
                        <a:rPr lang="en-AU" sz="1200" dirty="0">
                          <a:latin typeface="Book Antiqua" panose="02040602050305030304" pitchFamily="18" charset="0"/>
                        </a:rPr>
                        <a:t>whereas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nevertheless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neither … 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for</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7042995"/>
                  </a:ext>
                </a:extLst>
              </a:tr>
              <a:tr h="386332">
                <a:tc>
                  <a:txBody>
                    <a:bodyPr/>
                    <a:lstStyle/>
                    <a:p>
                      <a:pPr algn="ctr"/>
                      <a:r>
                        <a:rPr lang="en-AU" sz="1200" dirty="0">
                          <a:latin typeface="Book Antiqua" panose="02040602050305030304" pitchFamily="18" charset="0"/>
                        </a:rPr>
                        <a:t>moreover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lest</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both … and</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5790760"/>
                  </a:ext>
                </a:extLst>
              </a:tr>
              <a:tr h="386332">
                <a:tc>
                  <a:txBody>
                    <a:bodyPr/>
                    <a:lstStyle/>
                    <a:p>
                      <a:pPr algn="ctr"/>
                      <a:r>
                        <a:rPr lang="en-AU" sz="1200" dirty="0">
                          <a:latin typeface="Book Antiqua" panose="02040602050305030304" pitchFamily="18" charset="0"/>
                        </a:rPr>
                        <a:t>whether … 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albeit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conversely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but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5321884"/>
                  </a:ext>
                </a:extLst>
              </a:tr>
              <a:tr h="386332">
                <a:tc>
                  <a:txBody>
                    <a:bodyPr/>
                    <a:lstStyle/>
                    <a:p>
                      <a:pPr algn="ctr"/>
                      <a:r>
                        <a:rPr lang="en-AU" sz="1200" dirty="0">
                          <a:latin typeface="Book Antiqua" panose="02040602050305030304" pitchFamily="18" charset="0"/>
                        </a:rPr>
                        <a:t>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consequently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not only … but also</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unless</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0598603"/>
                  </a:ext>
                </a:extLst>
              </a:tr>
            </a:tbl>
          </a:graphicData>
        </a:graphic>
      </p:graphicFrame>
      <p:sp>
        <p:nvSpPr>
          <p:cNvPr id="31" name="TextBox 30">
            <a:extLst>
              <a:ext uri="{FF2B5EF4-FFF2-40B4-BE49-F238E27FC236}">
                <a16:creationId xmlns:a16="http://schemas.microsoft.com/office/drawing/2014/main" id="{E340910F-FD70-36AF-473C-674786B98C5B}"/>
              </a:ext>
            </a:extLst>
          </p:cNvPr>
          <p:cNvSpPr txBox="1"/>
          <p:nvPr/>
        </p:nvSpPr>
        <p:spPr>
          <a:xfrm>
            <a:off x="632913" y="9766310"/>
            <a:ext cx="420159" cy="276999"/>
          </a:xfrm>
          <a:prstGeom prst="rect">
            <a:avLst/>
          </a:prstGeom>
          <a:noFill/>
        </p:spPr>
        <p:txBody>
          <a:bodyPr wrap="square" rtlCol="0">
            <a:spAutoFit/>
          </a:bodyPr>
          <a:lstStyle/>
          <a:p>
            <a:r>
              <a:rPr lang="en-AU" sz="1200" b="1" spc="-50" dirty="0">
                <a:solidFill>
                  <a:srgbClr val="231F20"/>
                </a:solidFill>
                <a:latin typeface="Arial"/>
                <a:cs typeface="Arial"/>
              </a:rPr>
              <a:t> 10</a:t>
            </a:r>
            <a:endParaRPr lang="en-AU" sz="1200" dirty="0"/>
          </a:p>
        </p:txBody>
      </p:sp>
      <p:sp>
        <p:nvSpPr>
          <p:cNvPr id="32" name="TextBox 31">
            <a:extLst>
              <a:ext uri="{FF2B5EF4-FFF2-40B4-BE49-F238E27FC236}">
                <a16:creationId xmlns:a16="http://schemas.microsoft.com/office/drawing/2014/main" id="{DE99396E-3340-A303-BC4B-FD683C00B878}"/>
              </a:ext>
            </a:extLst>
          </p:cNvPr>
          <p:cNvSpPr txBox="1"/>
          <p:nvPr/>
        </p:nvSpPr>
        <p:spPr>
          <a:xfrm>
            <a:off x="690301" y="8432565"/>
            <a:ext cx="374237" cy="276999"/>
          </a:xfrm>
          <a:prstGeom prst="rect">
            <a:avLst/>
          </a:prstGeom>
          <a:noFill/>
        </p:spPr>
        <p:txBody>
          <a:bodyPr wrap="square" rtlCol="0">
            <a:spAutoFit/>
          </a:bodyPr>
          <a:lstStyle/>
          <a:p>
            <a:r>
              <a:rPr lang="en-AU" sz="1200" b="1" spc="-50" dirty="0">
                <a:solidFill>
                  <a:srgbClr val="231F20"/>
                </a:solidFill>
                <a:latin typeface="Arial"/>
                <a:cs typeface="Arial"/>
              </a:rPr>
              <a:t> 7</a:t>
            </a:r>
            <a:endParaRPr lang="en-AU" sz="1200" dirty="0"/>
          </a:p>
        </p:txBody>
      </p:sp>
      <p:sp>
        <p:nvSpPr>
          <p:cNvPr id="33" name="TextBox 32">
            <a:extLst>
              <a:ext uri="{FF2B5EF4-FFF2-40B4-BE49-F238E27FC236}">
                <a16:creationId xmlns:a16="http://schemas.microsoft.com/office/drawing/2014/main" id="{05A0351D-673B-79BF-143E-D8C2CE62852F}"/>
              </a:ext>
            </a:extLst>
          </p:cNvPr>
          <p:cNvSpPr txBox="1"/>
          <p:nvPr/>
        </p:nvSpPr>
        <p:spPr>
          <a:xfrm>
            <a:off x="703847" y="8850295"/>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34" name="TextBox 33">
            <a:extLst>
              <a:ext uri="{FF2B5EF4-FFF2-40B4-BE49-F238E27FC236}">
                <a16:creationId xmlns:a16="http://schemas.microsoft.com/office/drawing/2014/main" id="{01045046-1DC8-52AE-2ADB-E4FBD8FF1630}"/>
              </a:ext>
            </a:extLst>
          </p:cNvPr>
          <p:cNvSpPr txBox="1"/>
          <p:nvPr/>
        </p:nvSpPr>
        <p:spPr>
          <a:xfrm>
            <a:off x="686826" y="9280472"/>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37" name="object 34">
            <a:extLst>
              <a:ext uri="{FF2B5EF4-FFF2-40B4-BE49-F238E27FC236}">
                <a16:creationId xmlns:a16="http://schemas.microsoft.com/office/drawing/2014/main" id="{8BC37211-4DA5-82DB-5747-189A1EA7C63E}"/>
              </a:ext>
            </a:extLst>
          </p:cNvPr>
          <p:cNvSpPr txBox="1"/>
          <p:nvPr/>
        </p:nvSpPr>
        <p:spPr>
          <a:xfrm>
            <a:off x="762922" y="744963"/>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correct words to complete each sentence (½ mark per word).</a:t>
            </a:r>
            <a:endParaRPr sz="1200" b="1" dirty="0">
              <a:latin typeface="Book Antiqua" panose="02040602050305030304" pitchFamily="18" charset="0"/>
              <a:cs typeface="Cambria"/>
            </a:endParaRPr>
          </a:p>
        </p:txBody>
      </p:sp>
      <p:sp>
        <p:nvSpPr>
          <p:cNvPr id="38" name="Rectangle: Top Corners Snipped 37">
            <a:extLst>
              <a:ext uri="{FF2B5EF4-FFF2-40B4-BE49-F238E27FC236}">
                <a16:creationId xmlns:a16="http://schemas.microsoft.com/office/drawing/2014/main" id="{165C282C-8A93-7273-03DF-B0BEC04B0E88}"/>
              </a:ext>
            </a:extLst>
          </p:cNvPr>
          <p:cNvSpPr/>
          <p:nvPr/>
        </p:nvSpPr>
        <p:spPr>
          <a:xfrm rot="5400000">
            <a:off x="718351" y="115947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Rectangle: Top Corners Snipped 38">
            <a:extLst>
              <a:ext uri="{FF2B5EF4-FFF2-40B4-BE49-F238E27FC236}">
                <a16:creationId xmlns:a16="http://schemas.microsoft.com/office/drawing/2014/main" id="{4B8BD083-A08F-50BB-C4A6-8AFFBEF47FEB}"/>
              </a:ext>
            </a:extLst>
          </p:cNvPr>
          <p:cNvSpPr/>
          <p:nvPr/>
        </p:nvSpPr>
        <p:spPr>
          <a:xfrm rot="5400000">
            <a:off x="711589" y="18606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0" name="Rectangle: Top Corners Snipped 39">
            <a:extLst>
              <a:ext uri="{FF2B5EF4-FFF2-40B4-BE49-F238E27FC236}">
                <a16:creationId xmlns:a16="http://schemas.microsoft.com/office/drawing/2014/main" id="{0493B52C-E4BF-EB17-238F-8346DCB07A17}"/>
              </a:ext>
            </a:extLst>
          </p:cNvPr>
          <p:cNvSpPr/>
          <p:nvPr/>
        </p:nvSpPr>
        <p:spPr>
          <a:xfrm rot="5400000">
            <a:off x="718350" y="256374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1" name="Rectangle: Top Corners Snipped 40">
            <a:extLst>
              <a:ext uri="{FF2B5EF4-FFF2-40B4-BE49-F238E27FC236}">
                <a16:creationId xmlns:a16="http://schemas.microsoft.com/office/drawing/2014/main" id="{AF389F0B-9A66-2BA8-9ABA-8A6CAC760480}"/>
              </a:ext>
            </a:extLst>
          </p:cNvPr>
          <p:cNvSpPr/>
          <p:nvPr/>
        </p:nvSpPr>
        <p:spPr>
          <a:xfrm rot="5400000">
            <a:off x="708968" y="330488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a:extLst>
              <a:ext uri="{FF2B5EF4-FFF2-40B4-BE49-F238E27FC236}">
                <a16:creationId xmlns:a16="http://schemas.microsoft.com/office/drawing/2014/main" id="{21AD81B6-58BF-8289-6D40-F41CAD7CF761}"/>
              </a:ext>
            </a:extLst>
          </p:cNvPr>
          <p:cNvSpPr txBox="1"/>
          <p:nvPr/>
        </p:nvSpPr>
        <p:spPr>
          <a:xfrm>
            <a:off x="715082" y="126346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14BF345A-4997-5BA7-796A-1BBC6D14C2C9}"/>
              </a:ext>
            </a:extLst>
          </p:cNvPr>
          <p:cNvSpPr txBox="1"/>
          <p:nvPr/>
        </p:nvSpPr>
        <p:spPr>
          <a:xfrm>
            <a:off x="731283" y="1956814"/>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20D50D64-7A50-7539-8097-04261F71E2AF}"/>
              </a:ext>
            </a:extLst>
          </p:cNvPr>
          <p:cNvSpPr txBox="1"/>
          <p:nvPr/>
        </p:nvSpPr>
        <p:spPr>
          <a:xfrm>
            <a:off x="727714" y="2662320"/>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52" name="TextBox 51">
            <a:extLst>
              <a:ext uri="{FF2B5EF4-FFF2-40B4-BE49-F238E27FC236}">
                <a16:creationId xmlns:a16="http://schemas.microsoft.com/office/drawing/2014/main" id="{53AD80FF-9072-E5F5-14F3-2F4DEC1CB120}"/>
              </a:ext>
            </a:extLst>
          </p:cNvPr>
          <p:cNvSpPr txBox="1"/>
          <p:nvPr/>
        </p:nvSpPr>
        <p:spPr>
          <a:xfrm>
            <a:off x="709639" y="339725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55" name="Rectangle: Top Corners Snipped 54">
            <a:extLst>
              <a:ext uri="{FF2B5EF4-FFF2-40B4-BE49-F238E27FC236}">
                <a16:creationId xmlns:a16="http://schemas.microsoft.com/office/drawing/2014/main" id="{F1DB9C34-EE66-9CF3-D142-7EB1BB2EE2B4}"/>
              </a:ext>
            </a:extLst>
          </p:cNvPr>
          <p:cNvSpPr/>
          <p:nvPr/>
        </p:nvSpPr>
        <p:spPr>
          <a:xfrm rot="5400000">
            <a:off x="713334" y="40148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78A8F592-ED5E-390B-A7A1-8FC36280A783}"/>
              </a:ext>
            </a:extLst>
          </p:cNvPr>
          <p:cNvSpPr txBox="1"/>
          <p:nvPr/>
        </p:nvSpPr>
        <p:spPr>
          <a:xfrm>
            <a:off x="731283" y="4111911"/>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59" name="Rectangle: Top Corners Snipped 58">
            <a:extLst>
              <a:ext uri="{FF2B5EF4-FFF2-40B4-BE49-F238E27FC236}">
                <a16:creationId xmlns:a16="http://schemas.microsoft.com/office/drawing/2014/main" id="{0DDD7B53-4513-3CD4-39FD-688E61DF7A2D}"/>
              </a:ext>
            </a:extLst>
          </p:cNvPr>
          <p:cNvSpPr/>
          <p:nvPr/>
        </p:nvSpPr>
        <p:spPr>
          <a:xfrm rot="5400000">
            <a:off x="709082" y="475588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a:extLst>
              <a:ext uri="{FF2B5EF4-FFF2-40B4-BE49-F238E27FC236}">
                <a16:creationId xmlns:a16="http://schemas.microsoft.com/office/drawing/2014/main" id="{3A46F35C-072D-2EA4-8C5A-80EDCEB85EEF}"/>
              </a:ext>
            </a:extLst>
          </p:cNvPr>
          <p:cNvSpPr txBox="1"/>
          <p:nvPr/>
        </p:nvSpPr>
        <p:spPr>
          <a:xfrm>
            <a:off x="727031" y="4852930"/>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61" name="TextBox 60">
            <a:extLst>
              <a:ext uri="{FF2B5EF4-FFF2-40B4-BE49-F238E27FC236}">
                <a16:creationId xmlns:a16="http://schemas.microsoft.com/office/drawing/2014/main" id="{C1C479E9-53AD-A195-D63B-C529D844CCD0}"/>
              </a:ext>
            </a:extLst>
          </p:cNvPr>
          <p:cNvSpPr txBox="1"/>
          <p:nvPr/>
        </p:nvSpPr>
        <p:spPr>
          <a:xfrm>
            <a:off x="1187282" y="976469"/>
            <a:ext cx="6173611" cy="4335931"/>
          </a:xfrm>
          <a:prstGeom prst="rect">
            <a:avLst/>
          </a:prstGeom>
          <a:noFill/>
        </p:spPr>
        <p:txBody>
          <a:bodyPr wrap="square">
            <a:spAutoFit/>
          </a:bodyPr>
          <a:lstStyle/>
          <a:p>
            <a:pPr>
              <a:lnSpc>
                <a:spcPct val="170000"/>
              </a:lnSpc>
              <a:spcAft>
                <a:spcPts val="800"/>
              </a:spcAft>
            </a:pPr>
            <a:r>
              <a:rPr lang="en-US" sz="1200" dirty="0">
                <a:latin typeface="Book Antiqua" panose="02040602050305030304" pitchFamily="18" charset="0"/>
              </a:rPr>
              <a:t xml:space="preserve">The forger's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method fooled experts for years, yet his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confession to a stranger in a bar undid him within a week.</a:t>
            </a:r>
          </a:p>
          <a:p>
            <a:pPr>
              <a:lnSpc>
                <a:spcPct val="170000"/>
              </a:lnSpc>
              <a:spcAft>
                <a:spcPts val="800"/>
              </a:spcAft>
            </a:pPr>
            <a:r>
              <a:rPr lang="en-US" sz="1200" dirty="0">
                <a:latin typeface="Book Antiqua" panose="02040602050305030304" pitchFamily="18" charset="0"/>
              </a:rPr>
              <a:t xml:space="preserve">The court required a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arbitrator, yet the one appointed seemed completely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in the evidence.</a:t>
            </a:r>
          </a:p>
          <a:p>
            <a:pPr>
              <a:lnSpc>
                <a:spcPct val="170000"/>
              </a:lnSpc>
              <a:spcAft>
                <a:spcPts val="800"/>
              </a:spcAft>
            </a:pPr>
            <a:r>
              <a:rPr lang="en-US" sz="1200" dirty="0">
                <a:latin typeface="Book Antiqua" panose="02040602050305030304" pitchFamily="18" charset="0"/>
              </a:rPr>
              <a:t xml:space="preserve">Before the auction, the valuer was asked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the painting and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the owners of any doubts about its authenticity.</a:t>
            </a:r>
          </a:p>
          <a:p>
            <a:pPr>
              <a:lnSpc>
                <a:spcPct val="170000"/>
              </a:lnSpc>
              <a:spcAft>
                <a:spcPts val="800"/>
              </a:spcAft>
            </a:pPr>
            <a:r>
              <a:rPr lang="en-US" sz="1200" dirty="0">
                <a:latin typeface="Book Antiqua" panose="02040602050305030304" pitchFamily="18" charset="0"/>
              </a:rPr>
              <a:t xml:space="preserve">The cargo ship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in heavy seas off Cape Leeuwin, and at the inquiry its captain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under relentless questioning.</a:t>
            </a:r>
          </a:p>
          <a:p>
            <a:pPr>
              <a:lnSpc>
                <a:spcPct val="170000"/>
              </a:lnSpc>
              <a:spcAft>
                <a:spcPts val="800"/>
              </a:spcAft>
            </a:pPr>
            <a:r>
              <a:rPr lang="en-US" sz="1200" dirty="0">
                <a:latin typeface="Book Antiqua" panose="02040602050305030304" pitchFamily="18" charset="0"/>
              </a:rPr>
              <a:t xml:space="preserve">Several factors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against a quick recovery, although government grants may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the worst of the losses.</a:t>
            </a:r>
          </a:p>
          <a:p>
            <a:pPr>
              <a:lnSpc>
                <a:spcPct val="170000"/>
              </a:lnSpc>
              <a:spcAft>
                <a:spcPts val="800"/>
              </a:spcAft>
            </a:pPr>
            <a:r>
              <a:rPr lang="en-US" sz="1200" dirty="0">
                <a:latin typeface="Book Antiqua" panose="02040602050305030304" pitchFamily="18" charset="0"/>
              </a:rPr>
              <a:t xml:space="preserve">The regime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the opposition party, then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a compulsory curriculum celebrating its own achievements.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13693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207965"/>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207965"/>
            <a:ext cx="0" cy="9682984"/>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3253" y="7815259"/>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9071" y="371790"/>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7817985"/>
            <a:ext cx="69137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47970" y="4390905"/>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03456" y="20943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2384" y="13928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71203" y="220157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17" name="TextBox 116">
            <a:extLst>
              <a:ext uri="{FF2B5EF4-FFF2-40B4-BE49-F238E27FC236}">
                <a16:creationId xmlns:a16="http://schemas.microsoft.com/office/drawing/2014/main" id="{842E2E29-50C6-7E82-BCFE-196E1F875265}"/>
              </a:ext>
            </a:extLst>
          </p:cNvPr>
          <p:cNvSpPr txBox="1"/>
          <p:nvPr/>
        </p:nvSpPr>
        <p:spPr>
          <a:xfrm>
            <a:off x="680152" y="1497164"/>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 name="Rectangle: Top Corners Snipped 2">
            <a:extLst>
              <a:ext uri="{FF2B5EF4-FFF2-40B4-BE49-F238E27FC236}">
                <a16:creationId xmlns:a16="http://schemas.microsoft.com/office/drawing/2014/main" id="{6B1395AB-05BE-67D8-F568-6260D01A39EC}"/>
              </a:ext>
            </a:extLst>
          </p:cNvPr>
          <p:cNvSpPr/>
          <p:nvPr/>
        </p:nvSpPr>
        <p:spPr>
          <a:xfrm rot="5400000">
            <a:off x="703292" y="81290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bject 34">
            <a:extLst>
              <a:ext uri="{FF2B5EF4-FFF2-40B4-BE49-F238E27FC236}">
                <a16:creationId xmlns:a16="http://schemas.microsoft.com/office/drawing/2014/main" id="{01CFEC48-D0BC-3A7C-276C-8B5ACE871FEE}"/>
              </a:ext>
            </a:extLst>
          </p:cNvPr>
          <p:cNvSpPr txBox="1"/>
          <p:nvPr/>
        </p:nvSpPr>
        <p:spPr>
          <a:xfrm>
            <a:off x="736212" y="7871795"/>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which sentence/s punctuate the extra information correctly.</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3" name="Rectangle: Top Corners Snipped 12">
            <a:extLst>
              <a:ext uri="{FF2B5EF4-FFF2-40B4-BE49-F238E27FC236}">
                <a16:creationId xmlns:a16="http://schemas.microsoft.com/office/drawing/2014/main" id="{993C6CAC-6266-E2BF-7EAA-2F1EF77B1897}"/>
              </a:ext>
            </a:extLst>
          </p:cNvPr>
          <p:cNvSpPr/>
          <p:nvPr/>
        </p:nvSpPr>
        <p:spPr>
          <a:xfrm rot="5400000">
            <a:off x="712831" y="6757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Top Corners Snipped 13">
            <a:extLst>
              <a:ext uri="{FF2B5EF4-FFF2-40B4-BE49-F238E27FC236}">
                <a16:creationId xmlns:a16="http://schemas.microsoft.com/office/drawing/2014/main" id="{50D7859D-63F1-419B-1878-6071901F763F}"/>
              </a:ext>
            </a:extLst>
          </p:cNvPr>
          <p:cNvSpPr/>
          <p:nvPr/>
        </p:nvSpPr>
        <p:spPr>
          <a:xfrm rot="5400000">
            <a:off x="700438" y="906170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bject 34">
            <a:extLst>
              <a:ext uri="{FF2B5EF4-FFF2-40B4-BE49-F238E27FC236}">
                <a16:creationId xmlns:a16="http://schemas.microsoft.com/office/drawing/2014/main" id="{7A30A2E0-08F5-A32A-4B76-7D424CD81985}"/>
              </a:ext>
            </a:extLst>
          </p:cNvPr>
          <p:cNvSpPr txBox="1"/>
          <p:nvPr/>
        </p:nvSpPr>
        <p:spPr>
          <a:xfrm>
            <a:off x="1481328" y="8202168"/>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Uluru which rises 348 metres above the surrounding plain is sacred to the Anangu people.</a:t>
            </a:r>
          </a:p>
        </p:txBody>
      </p:sp>
      <p:sp>
        <p:nvSpPr>
          <p:cNvPr id="120" name="object 34"/>
          <p:cNvSpPr txBox="1"/>
          <p:nvPr/>
        </p:nvSpPr>
        <p:spPr>
          <a:xfrm>
            <a:off x="1481328" y="8732520"/>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Uluru, which rises 348 metres above the surrounding plain is sacred to the Anangu people.</a:t>
            </a:r>
          </a:p>
        </p:txBody>
      </p:sp>
      <p:sp>
        <p:nvSpPr>
          <p:cNvPr id="119" name="object 34"/>
          <p:cNvSpPr txBox="1"/>
          <p:nvPr/>
        </p:nvSpPr>
        <p:spPr>
          <a:xfrm>
            <a:off x="1481328" y="8467344"/>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Uluru, which rises 348 metres above the surrounding plain, is sacred to the Anangu people.</a:t>
            </a:r>
          </a:p>
        </p:txBody>
      </p:sp>
      <p:sp>
        <p:nvSpPr>
          <p:cNvPr id="118" name="object 34"/>
          <p:cNvSpPr txBox="1"/>
          <p:nvPr/>
        </p:nvSpPr>
        <p:spPr>
          <a:xfrm>
            <a:off x="1481328" y="9134856"/>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The station's only doctor – a vet by training – spent the winter treating frostbite.</a:t>
            </a:r>
          </a:p>
        </p:txBody>
      </p:sp>
      <p:sp>
        <p:nvSpPr>
          <p:cNvPr id="122" name="object 34"/>
          <p:cNvSpPr txBox="1"/>
          <p:nvPr/>
        </p:nvSpPr>
        <p:spPr>
          <a:xfrm>
            <a:off x="1481328" y="9665208"/>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The station's only doctor, a vet by training spent the winter treating frostbite.</a:t>
            </a:r>
          </a:p>
        </p:txBody>
      </p:sp>
      <p:sp>
        <p:nvSpPr>
          <p:cNvPr id="121" name="object 34"/>
          <p:cNvSpPr txBox="1"/>
          <p:nvPr/>
        </p:nvSpPr>
        <p:spPr>
          <a:xfrm>
            <a:off x="1481328" y="9400032"/>
            <a:ext cx="6035040" cy="265176"/>
          </a:xfrm>
          <a:prstGeom prst="rect">
            <a:avLst/>
          </a:prstGeom>
        </p:spPr>
        <p:txBody>
          <a:bodyPr vert="horz" wrap="square" lIns="0" tIns="12700" rIns="0" bIns="0" rtlCol="0">
            <a:spAutoFit/>
          </a:bodyPr>
          <a:lstStyle/>
          <a:p>
            <a:pPr lvl="0">
              <a:lnSpc>
                <a:spcPct val="100000"/>
              </a:lnSpc>
            </a:pPr>
            <a:r>
              <a:rPr lang="en-AU" sz="1100" dirty="0">
                <a:latin typeface="Book Antiqua" panose="02040602050305030304" pitchFamily="18" charset="0"/>
              </a:rPr>
              <a:t>The station's only doctor (a vet by training) spent the winter treating frostbite.</a:t>
            </a:r>
          </a:p>
        </p:txBody>
      </p:sp>
      <p:sp>
        <p:nvSpPr>
          <p:cNvPr id="17" name="TextBox 16">
            <a:extLst>
              <a:ext uri="{FF2B5EF4-FFF2-40B4-BE49-F238E27FC236}">
                <a16:creationId xmlns:a16="http://schemas.microsoft.com/office/drawing/2014/main" id="{B599E02D-1B7D-5B01-45C7-76447A8CEBF1}"/>
              </a:ext>
            </a:extLst>
          </p:cNvPr>
          <p:cNvSpPr txBox="1"/>
          <p:nvPr/>
        </p:nvSpPr>
        <p:spPr>
          <a:xfrm>
            <a:off x="671571" y="9157716"/>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8" name="TextBox 17">
            <a:extLst>
              <a:ext uri="{FF2B5EF4-FFF2-40B4-BE49-F238E27FC236}">
                <a16:creationId xmlns:a16="http://schemas.microsoft.com/office/drawing/2014/main" id="{859FDDF3-6DB0-53CA-9BE8-788C86070578}"/>
              </a:ext>
            </a:extLst>
          </p:cNvPr>
          <p:cNvSpPr txBox="1"/>
          <p:nvPr/>
        </p:nvSpPr>
        <p:spPr>
          <a:xfrm>
            <a:off x="671203" y="8225028"/>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9" name="TextBox 18">
            <a:extLst>
              <a:ext uri="{FF2B5EF4-FFF2-40B4-BE49-F238E27FC236}">
                <a16:creationId xmlns:a16="http://schemas.microsoft.com/office/drawing/2014/main" id="{79F13396-2C63-5725-B2FC-119C88E611A3}"/>
              </a:ext>
            </a:extLst>
          </p:cNvPr>
          <p:cNvSpPr txBox="1"/>
          <p:nvPr/>
        </p:nvSpPr>
        <p:spPr>
          <a:xfrm>
            <a:off x="680152" y="685188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20" name="Rectangle: Top Corners Snipped 19">
            <a:extLst>
              <a:ext uri="{FF2B5EF4-FFF2-40B4-BE49-F238E27FC236}">
                <a16:creationId xmlns:a16="http://schemas.microsoft.com/office/drawing/2014/main" id="{EE842AD1-6B1F-E5E6-6946-A6E2267BBF4B}"/>
              </a:ext>
            </a:extLst>
          </p:cNvPr>
          <p:cNvSpPr/>
          <p:nvPr/>
        </p:nvSpPr>
        <p:spPr>
          <a:xfrm rot="5400000">
            <a:off x="702384" y="691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F190D36A-EA46-95C1-025E-4B0F0E2EECE1}"/>
              </a:ext>
            </a:extLst>
          </p:cNvPr>
          <p:cNvSpPr txBox="1"/>
          <p:nvPr/>
        </p:nvSpPr>
        <p:spPr>
          <a:xfrm>
            <a:off x="680152" y="795912"/>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2" name="Rectangle: Top Corners Snipped 21">
            <a:extLst>
              <a:ext uri="{FF2B5EF4-FFF2-40B4-BE49-F238E27FC236}">
                <a16:creationId xmlns:a16="http://schemas.microsoft.com/office/drawing/2014/main" id="{7897BC34-5223-4FDC-D615-F5C9DCE85D47}"/>
              </a:ext>
            </a:extLst>
          </p:cNvPr>
          <p:cNvSpPr/>
          <p:nvPr/>
        </p:nvSpPr>
        <p:spPr>
          <a:xfrm rot="5400000">
            <a:off x="716034" y="57475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Top Corners Snipped 22">
            <a:extLst>
              <a:ext uri="{FF2B5EF4-FFF2-40B4-BE49-F238E27FC236}">
                <a16:creationId xmlns:a16="http://schemas.microsoft.com/office/drawing/2014/main" id="{CDEF179D-0B26-CE3D-0B35-BCA6D80AF4B8}"/>
              </a:ext>
            </a:extLst>
          </p:cNvPr>
          <p:cNvSpPr/>
          <p:nvPr/>
        </p:nvSpPr>
        <p:spPr>
          <a:xfrm rot="5400000">
            <a:off x="700438" y="287218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19A23441-1607-E421-2B81-31CB17465456}"/>
              </a:ext>
            </a:extLst>
          </p:cNvPr>
          <p:cNvSpPr txBox="1"/>
          <p:nvPr/>
        </p:nvSpPr>
        <p:spPr>
          <a:xfrm>
            <a:off x="672152" y="193696"/>
            <a:ext cx="6434418"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has one word with incorrect grammar. Underline the error and write only the correct word below.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26" name="Rectangle: Top Corners Snipped 25">
            <a:extLst>
              <a:ext uri="{FF2B5EF4-FFF2-40B4-BE49-F238E27FC236}">
                <a16:creationId xmlns:a16="http://schemas.microsoft.com/office/drawing/2014/main" id="{9F8C5AF8-FA2B-281F-7385-6DAD3779E035}"/>
              </a:ext>
            </a:extLst>
          </p:cNvPr>
          <p:cNvSpPr/>
          <p:nvPr/>
        </p:nvSpPr>
        <p:spPr>
          <a:xfrm rot="5400000">
            <a:off x="716510" y="47389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34">
            <a:extLst>
              <a:ext uri="{FF2B5EF4-FFF2-40B4-BE49-F238E27FC236}">
                <a16:creationId xmlns:a16="http://schemas.microsoft.com/office/drawing/2014/main" id="{39E4F1EE-4F23-7D81-7AE1-1E649CFC4BCA}"/>
              </a:ext>
            </a:extLst>
          </p:cNvPr>
          <p:cNvSpPr txBox="1"/>
          <p:nvPr/>
        </p:nvSpPr>
        <p:spPr>
          <a:xfrm>
            <a:off x="1380943" y="824212"/>
            <a:ext cx="5684706"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By the time the rescue helicopter arrived, the trawler had sank beneath the swell.</a:t>
            </a:r>
          </a:p>
        </p:txBody>
      </p:sp>
      <p:sp>
        <p:nvSpPr>
          <p:cNvPr id="28" name="object 34">
            <a:extLst>
              <a:ext uri="{FF2B5EF4-FFF2-40B4-BE49-F238E27FC236}">
                <a16:creationId xmlns:a16="http://schemas.microsoft.com/office/drawing/2014/main" id="{4DE003D9-0BD9-223D-E5A9-C587A5B3A653}"/>
              </a:ext>
            </a:extLst>
          </p:cNvPr>
          <p:cNvSpPr txBox="1"/>
          <p:nvPr/>
        </p:nvSpPr>
        <p:spPr>
          <a:xfrm>
            <a:off x="1380943" y="2997342"/>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Despite hours of hostile cross-examination, the witness remained remarkably calmly.</a:t>
            </a:r>
            <a:endParaRPr lang="en-AU" sz="1200" spc="-20" dirty="0">
              <a:solidFill>
                <a:srgbClr val="231F20"/>
              </a:solidFill>
              <a:latin typeface="Book Antiqua" panose="02040602050305030304" pitchFamily="18" charset="0"/>
              <a:cs typeface="Cambria"/>
            </a:endParaRPr>
          </a:p>
        </p:txBody>
      </p:sp>
      <p:sp>
        <p:nvSpPr>
          <p:cNvPr id="30" name="object 34">
            <a:extLst>
              <a:ext uri="{FF2B5EF4-FFF2-40B4-BE49-F238E27FC236}">
                <a16:creationId xmlns:a16="http://schemas.microsoft.com/office/drawing/2014/main" id="{72221E73-FE3F-A967-BF28-40860554D1B8}"/>
              </a:ext>
            </a:extLst>
          </p:cNvPr>
          <p:cNvSpPr txBox="1"/>
          <p:nvPr/>
        </p:nvSpPr>
        <p:spPr>
          <a:xfrm>
            <a:off x="1399844" y="2149794"/>
            <a:ext cx="603501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Of the two tenders submitted for the new stadium, the local firm's was the cheapest.</a:t>
            </a:r>
            <a:endParaRPr lang="en-AU" sz="1200" spc="-20" dirty="0">
              <a:solidFill>
                <a:srgbClr val="231F20"/>
              </a:solidFill>
              <a:latin typeface="Book Antiqua" panose="02040602050305030304" pitchFamily="18" charset="0"/>
              <a:cs typeface="Cambria"/>
            </a:endParaRPr>
          </a:p>
        </p:txBody>
      </p:sp>
      <p:sp>
        <p:nvSpPr>
          <p:cNvPr id="31" name="object 34">
            <a:extLst>
              <a:ext uri="{FF2B5EF4-FFF2-40B4-BE49-F238E27FC236}">
                <a16:creationId xmlns:a16="http://schemas.microsoft.com/office/drawing/2014/main" id="{839DDD11-C9D7-975E-D491-1257340EBA02}"/>
              </a:ext>
            </a:extLst>
          </p:cNvPr>
          <p:cNvSpPr txBox="1"/>
          <p:nvPr/>
        </p:nvSpPr>
        <p:spPr>
          <a:xfrm>
            <a:off x="1367786" y="1501987"/>
            <a:ext cx="6067074"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a brief court martial, the three mutineers were hung at dawn.</a:t>
            </a:r>
            <a:endParaRPr lang="en-US" sz="1200" dirty="0">
              <a:latin typeface="Book Antiqua" panose="02040602050305030304" pitchFamily="18" charset="0"/>
              <a:cs typeface="Cambria"/>
            </a:endParaRPr>
          </a:p>
        </p:txBody>
      </p:sp>
      <p:sp>
        <p:nvSpPr>
          <p:cNvPr id="32" name="TextBox 31">
            <a:extLst>
              <a:ext uri="{FF2B5EF4-FFF2-40B4-BE49-F238E27FC236}">
                <a16:creationId xmlns:a16="http://schemas.microsoft.com/office/drawing/2014/main" id="{D9D17DAF-67FC-8F90-2BFE-28C08D40394D}"/>
              </a:ext>
            </a:extLst>
          </p:cNvPr>
          <p:cNvSpPr txBox="1"/>
          <p:nvPr/>
        </p:nvSpPr>
        <p:spPr>
          <a:xfrm>
            <a:off x="658319" y="296656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34" name="TextBox 33">
            <a:extLst>
              <a:ext uri="{FF2B5EF4-FFF2-40B4-BE49-F238E27FC236}">
                <a16:creationId xmlns:a16="http://schemas.microsoft.com/office/drawing/2014/main" id="{51D3D48B-26C8-785C-E2DC-B1AE7C719873}"/>
              </a:ext>
            </a:extLst>
          </p:cNvPr>
          <p:cNvSpPr txBox="1"/>
          <p:nvPr/>
        </p:nvSpPr>
        <p:spPr>
          <a:xfrm>
            <a:off x="693206" y="4834510"/>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35" name="TextBox 34">
            <a:extLst>
              <a:ext uri="{FF2B5EF4-FFF2-40B4-BE49-F238E27FC236}">
                <a16:creationId xmlns:a16="http://schemas.microsoft.com/office/drawing/2014/main" id="{26A14B38-5297-D8B8-C165-263BBCED6DAC}"/>
              </a:ext>
            </a:extLst>
          </p:cNvPr>
          <p:cNvSpPr txBox="1"/>
          <p:nvPr/>
        </p:nvSpPr>
        <p:spPr>
          <a:xfrm>
            <a:off x="679815" y="584665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36" name="object 34">
            <a:extLst>
              <a:ext uri="{FF2B5EF4-FFF2-40B4-BE49-F238E27FC236}">
                <a16:creationId xmlns:a16="http://schemas.microsoft.com/office/drawing/2014/main" id="{C3E10353-95E2-6EDD-2574-4BCBFB8639A3}"/>
              </a:ext>
            </a:extLst>
          </p:cNvPr>
          <p:cNvSpPr txBox="1"/>
          <p:nvPr/>
        </p:nvSpPr>
        <p:spPr>
          <a:xfrm>
            <a:off x="1393298" y="1207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7" name="object 34">
            <a:extLst>
              <a:ext uri="{FF2B5EF4-FFF2-40B4-BE49-F238E27FC236}">
                <a16:creationId xmlns:a16="http://schemas.microsoft.com/office/drawing/2014/main" id="{9120CE43-ED4F-3627-1C38-3471C723547C}"/>
              </a:ext>
            </a:extLst>
          </p:cNvPr>
          <p:cNvSpPr txBox="1"/>
          <p:nvPr/>
        </p:nvSpPr>
        <p:spPr>
          <a:xfrm>
            <a:off x="1373529" y="1932079"/>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8" name="object 34">
            <a:extLst>
              <a:ext uri="{FF2B5EF4-FFF2-40B4-BE49-F238E27FC236}">
                <a16:creationId xmlns:a16="http://schemas.microsoft.com/office/drawing/2014/main" id="{91FC8F2D-7B2B-B6BD-CE7B-C5AAC911151F}"/>
              </a:ext>
            </a:extLst>
          </p:cNvPr>
          <p:cNvSpPr txBox="1"/>
          <p:nvPr/>
        </p:nvSpPr>
        <p:spPr>
          <a:xfrm>
            <a:off x="1373529" y="265587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9" name="object 34">
            <a:extLst>
              <a:ext uri="{FF2B5EF4-FFF2-40B4-BE49-F238E27FC236}">
                <a16:creationId xmlns:a16="http://schemas.microsoft.com/office/drawing/2014/main" id="{E4A90A71-51C0-94F2-BFB2-B0502E17E86C}"/>
              </a:ext>
            </a:extLst>
          </p:cNvPr>
          <p:cNvSpPr txBox="1"/>
          <p:nvPr/>
        </p:nvSpPr>
        <p:spPr>
          <a:xfrm>
            <a:off x="1373530" y="3382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40" name="object 34">
            <a:extLst>
              <a:ext uri="{FF2B5EF4-FFF2-40B4-BE49-F238E27FC236}">
                <a16:creationId xmlns:a16="http://schemas.microsoft.com/office/drawing/2014/main" id="{290AE103-C53E-9D7C-7CA2-19AD7CB73E71}"/>
              </a:ext>
            </a:extLst>
          </p:cNvPr>
          <p:cNvSpPr txBox="1"/>
          <p:nvPr/>
        </p:nvSpPr>
        <p:spPr>
          <a:xfrm>
            <a:off x="851597" y="4420848"/>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Write the simple meaning of the idioms below.</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45" name="object 34">
            <a:extLst>
              <a:ext uri="{FF2B5EF4-FFF2-40B4-BE49-F238E27FC236}">
                <a16:creationId xmlns:a16="http://schemas.microsoft.com/office/drawing/2014/main" id="{44202CB1-409A-8DC2-E4E5-2F9FFE3E99FC}"/>
              </a:ext>
            </a:extLst>
          </p:cNvPr>
          <p:cNvSpPr txBox="1"/>
          <p:nvPr/>
        </p:nvSpPr>
        <p:spPr>
          <a:xfrm>
            <a:off x="1321776" y="5803360"/>
            <a:ext cx="5835584"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Every time the builders met the council's requirements, the planning office moved the goalposts and demanded another set of reports.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49" name="object 34">
            <a:extLst>
              <a:ext uri="{FF2B5EF4-FFF2-40B4-BE49-F238E27FC236}">
                <a16:creationId xmlns:a16="http://schemas.microsoft.com/office/drawing/2014/main" id="{FA43F635-B6F5-723E-7D50-1A0628966E6B}"/>
              </a:ext>
            </a:extLst>
          </p:cNvPr>
          <p:cNvSpPr txBox="1"/>
          <p:nvPr/>
        </p:nvSpPr>
        <p:spPr>
          <a:xfrm>
            <a:off x="736619" y="523464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0" name="object 34">
            <a:extLst>
              <a:ext uri="{FF2B5EF4-FFF2-40B4-BE49-F238E27FC236}">
                <a16:creationId xmlns:a16="http://schemas.microsoft.com/office/drawing/2014/main" id="{726542A3-B607-15ED-4ACC-34CC0E157283}"/>
              </a:ext>
            </a:extLst>
          </p:cNvPr>
          <p:cNvSpPr txBox="1"/>
          <p:nvPr/>
        </p:nvSpPr>
        <p:spPr>
          <a:xfrm>
            <a:off x="730661" y="626037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1" name="object 34">
            <a:extLst>
              <a:ext uri="{FF2B5EF4-FFF2-40B4-BE49-F238E27FC236}">
                <a16:creationId xmlns:a16="http://schemas.microsoft.com/office/drawing/2014/main" id="{3A2363E0-4429-A6C2-BD85-04686392540D}"/>
              </a:ext>
            </a:extLst>
          </p:cNvPr>
          <p:cNvSpPr txBox="1"/>
          <p:nvPr/>
        </p:nvSpPr>
        <p:spPr>
          <a:xfrm>
            <a:off x="1321776" y="6784472"/>
            <a:ext cx="5746323"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The reviewer damned the debut novel with faint praise, calling it "competent" and "perfectly adequate for a long flight".</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2" name="object 34">
            <a:extLst>
              <a:ext uri="{FF2B5EF4-FFF2-40B4-BE49-F238E27FC236}">
                <a16:creationId xmlns:a16="http://schemas.microsoft.com/office/drawing/2014/main" id="{5DAEE054-C685-33D2-6AA5-DD577FE1A4EA}"/>
              </a:ext>
            </a:extLst>
          </p:cNvPr>
          <p:cNvSpPr txBox="1"/>
          <p:nvPr/>
        </p:nvSpPr>
        <p:spPr>
          <a:xfrm>
            <a:off x="736016" y="7286012"/>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pic>
        <p:nvPicPr>
          <p:cNvPr id="10" name="object 41">
            <a:extLst>
              <a:ext uri="{FF2B5EF4-FFF2-40B4-BE49-F238E27FC236}">
                <a16:creationId xmlns:a16="http://schemas.microsoft.com/office/drawing/2014/main" id="{7F41F897-99A9-6FA7-1C56-F64452CBB35A}"/>
              </a:ext>
            </a:extLst>
          </p:cNvPr>
          <p:cNvPicPr/>
          <p:nvPr/>
        </p:nvPicPr>
        <p:blipFill>
          <a:blip r:embed="rId2" cstate="print"/>
          <a:stretch>
            <a:fillRect/>
          </a:stretch>
        </p:blipFill>
        <p:spPr>
          <a:xfrm>
            <a:off x="1245037" y="8246872"/>
            <a:ext cx="179997" cy="108000"/>
          </a:xfrm>
          <a:prstGeom prst="rect">
            <a:avLst/>
          </a:prstGeom>
        </p:spPr>
      </p:pic>
      <p:pic>
        <p:nvPicPr>
          <p:cNvPr id="12" name="object 41">
            <a:extLst>
              <a:ext uri="{FF2B5EF4-FFF2-40B4-BE49-F238E27FC236}">
                <a16:creationId xmlns:a16="http://schemas.microsoft.com/office/drawing/2014/main" id="{7D87669B-D4ED-FC2B-AC8E-E838CFA317CE}"/>
              </a:ext>
            </a:extLst>
          </p:cNvPr>
          <p:cNvPicPr/>
          <p:nvPr/>
        </p:nvPicPr>
        <p:blipFill>
          <a:blip r:embed="rId2" cstate="print"/>
          <a:stretch>
            <a:fillRect/>
          </a:stretch>
        </p:blipFill>
        <p:spPr>
          <a:xfrm>
            <a:off x="1253382" y="8512048"/>
            <a:ext cx="179997" cy="108000"/>
          </a:xfrm>
          <a:prstGeom prst="rect">
            <a:avLst/>
          </a:prstGeom>
        </p:spPr>
      </p:pic>
      <p:pic>
        <p:nvPicPr>
          <p:cNvPr id="24" name="object 41">
            <a:extLst>
              <a:ext uri="{FF2B5EF4-FFF2-40B4-BE49-F238E27FC236}">
                <a16:creationId xmlns:a16="http://schemas.microsoft.com/office/drawing/2014/main" id="{1ABEF0B8-A15E-490A-3D7C-8F56F754C8A6}"/>
              </a:ext>
            </a:extLst>
          </p:cNvPr>
          <p:cNvPicPr/>
          <p:nvPr/>
        </p:nvPicPr>
        <p:blipFill>
          <a:blip r:embed="rId2" cstate="print"/>
          <a:stretch>
            <a:fillRect/>
          </a:stretch>
        </p:blipFill>
        <p:spPr>
          <a:xfrm>
            <a:off x="1253382" y="8777224"/>
            <a:ext cx="179997" cy="108000"/>
          </a:xfrm>
          <a:prstGeom prst="rect">
            <a:avLst/>
          </a:prstGeom>
        </p:spPr>
      </p:pic>
      <p:pic>
        <p:nvPicPr>
          <p:cNvPr id="42" name="object 41">
            <a:extLst>
              <a:ext uri="{FF2B5EF4-FFF2-40B4-BE49-F238E27FC236}">
                <a16:creationId xmlns:a16="http://schemas.microsoft.com/office/drawing/2014/main" id="{CCC3C72F-1153-FAC7-DEAB-B03AC6140DCF}"/>
              </a:ext>
            </a:extLst>
          </p:cNvPr>
          <p:cNvPicPr/>
          <p:nvPr/>
        </p:nvPicPr>
        <p:blipFill>
          <a:blip r:embed="rId2" cstate="print"/>
          <a:stretch>
            <a:fillRect/>
          </a:stretch>
        </p:blipFill>
        <p:spPr>
          <a:xfrm>
            <a:off x="1247744" y="9179560"/>
            <a:ext cx="179997" cy="108000"/>
          </a:xfrm>
          <a:prstGeom prst="rect">
            <a:avLst/>
          </a:prstGeom>
        </p:spPr>
      </p:pic>
      <p:pic>
        <p:nvPicPr>
          <p:cNvPr id="43" name="object 41">
            <a:extLst>
              <a:ext uri="{FF2B5EF4-FFF2-40B4-BE49-F238E27FC236}">
                <a16:creationId xmlns:a16="http://schemas.microsoft.com/office/drawing/2014/main" id="{B323C780-E000-5C80-F6DC-3D30591A55B6}"/>
              </a:ext>
            </a:extLst>
          </p:cNvPr>
          <p:cNvPicPr/>
          <p:nvPr/>
        </p:nvPicPr>
        <p:blipFill>
          <a:blip r:embed="rId2" cstate="print"/>
          <a:stretch>
            <a:fillRect/>
          </a:stretch>
        </p:blipFill>
        <p:spPr>
          <a:xfrm>
            <a:off x="1253382" y="9444736"/>
            <a:ext cx="179997" cy="108000"/>
          </a:xfrm>
          <a:prstGeom prst="rect">
            <a:avLst/>
          </a:prstGeom>
        </p:spPr>
      </p:pic>
      <p:pic>
        <p:nvPicPr>
          <p:cNvPr id="44" name="object 41">
            <a:extLst>
              <a:ext uri="{FF2B5EF4-FFF2-40B4-BE49-F238E27FC236}">
                <a16:creationId xmlns:a16="http://schemas.microsoft.com/office/drawing/2014/main" id="{31F10DCA-C91F-CC1C-D717-6769B71488FC}"/>
              </a:ext>
            </a:extLst>
          </p:cNvPr>
          <p:cNvPicPr/>
          <p:nvPr/>
        </p:nvPicPr>
        <p:blipFill>
          <a:blip r:embed="rId2" cstate="print"/>
          <a:stretch>
            <a:fillRect/>
          </a:stretch>
        </p:blipFill>
        <p:spPr>
          <a:xfrm>
            <a:off x="1253382" y="9709912"/>
            <a:ext cx="179997" cy="108000"/>
          </a:xfrm>
          <a:prstGeom prst="rect">
            <a:avLst/>
          </a:prstGeom>
        </p:spPr>
      </p:pic>
      <p:sp>
        <p:nvSpPr>
          <p:cNvPr id="46" name="Rectangle: Top Corners Snipped 22">
            <a:extLst>
              <a:ext uri="{FF2B5EF4-FFF2-40B4-BE49-F238E27FC236}">
                <a16:creationId xmlns:a16="http://schemas.microsoft.com/office/drawing/2014/main" id="{8737049C-2999-DE46-C844-F3D10B781B81}"/>
              </a:ext>
            </a:extLst>
          </p:cNvPr>
          <p:cNvSpPr/>
          <p:nvPr/>
        </p:nvSpPr>
        <p:spPr>
          <a:xfrm rot="5400000">
            <a:off x="700438" y="3593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TextBox 46">
            <a:extLst>
              <a:ext uri="{FF2B5EF4-FFF2-40B4-BE49-F238E27FC236}">
                <a16:creationId xmlns:a16="http://schemas.microsoft.com/office/drawing/2014/main" id="{03C4F94E-FE04-ED03-FDCA-DE7125921FC9}"/>
              </a:ext>
            </a:extLst>
          </p:cNvPr>
          <p:cNvSpPr txBox="1"/>
          <p:nvPr/>
        </p:nvSpPr>
        <p:spPr>
          <a:xfrm>
            <a:off x="658319" y="3689604"/>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8" name="object 34">
            <a:extLst>
              <a:ext uri="{FF2B5EF4-FFF2-40B4-BE49-F238E27FC236}">
                <a16:creationId xmlns:a16="http://schemas.microsoft.com/office/drawing/2014/main" id="{833DFD6C-3833-DD5E-8299-8957E987EAF6}"/>
              </a:ext>
            </a:extLst>
          </p:cNvPr>
          <p:cNvSpPr txBox="1"/>
          <p:nvPr/>
        </p:nvSpPr>
        <p:spPr>
          <a:xfrm>
            <a:off x="1391573" y="3675887"/>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cartographer, which had charted the northern coastline, died in poverty and obscurity.</a:t>
            </a:r>
            <a:endParaRPr lang="en-AU" sz="1200" spc="-20" dirty="0">
              <a:solidFill>
                <a:srgbClr val="231F20"/>
              </a:solidFill>
              <a:latin typeface="Book Antiqua" panose="02040602050305030304" pitchFamily="18" charset="0"/>
              <a:cs typeface="Cambria"/>
            </a:endParaRPr>
          </a:p>
        </p:txBody>
      </p:sp>
      <p:sp>
        <p:nvSpPr>
          <p:cNvPr id="53" name="object 34">
            <a:extLst>
              <a:ext uri="{FF2B5EF4-FFF2-40B4-BE49-F238E27FC236}">
                <a16:creationId xmlns:a16="http://schemas.microsoft.com/office/drawing/2014/main" id="{C355CE94-FC13-4D04-E017-EECD3A97A834}"/>
              </a:ext>
            </a:extLst>
          </p:cNvPr>
          <p:cNvSpPr txBox="1"/>
          <p:nvPr/>
        </p:nvSpPr>
        <p:spPr>
          <a:xfrm>
            <a:off x="1359682" y="4114800"/>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54" name="object 34">
            <a:extLst>
              <a:ext uri="{FF2B5EF4-FFF2-40B4-BE49-F238E27FC236}">
                <a16:creationId xmlns:a16="http://schemas.microsoft.com/office/drawing/2014/main" id="{444B71C3-5758-8517-D1D5-A200DB21CDB2}"/>
              </a:ext>
            </a:extLst>
          </p:cNvPr>
          <p:cNvSpPr txBox="1"/>
          <p:nvPr/>
        </p:nvSpPr>
        <p:spPr>
          <a:xfrm>
            <a:off x="1282983" y="4789556"/>
            <a:ext cx="566344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Taking over a club that had lost fourteen straight games, the new coach soon realised the job was a poisoned chalice.</a:t>
            </a:r>
            <a:endParaRPr lang="en-AU" sz="1200" spc="-20" dirty="0">
              <a:solidFill>
                <a:srgbClr val="231F20"/>
              </a:solidFill>
              <a:latin typeface="Book Antiqua" panose="02040602050305030304" pitchFamily="18" charset="0"/>
              <a:cs typeface="Cambria"/>
            </a:endParaRPr>
          </a:p>
        </p:txBody>
      </p:sp>
    </p:spTree>
    <p:extLst>
      <p:ext uri="{BB962C8B-B14F-4D97-AF65-F5344CB8AC3E}">
        <p14:creationId xmlns:p14="http://schemas.microsoft.com/office/powerpoint/2010/main" val="304824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23688"/>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43853" y="630141"/>
            <a:ext cx="2099" cy="94564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8402" y="1008661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442602" y="60991"/>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73174" y="60991"/>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79950" y="12176"/>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91160" y="155571"/>
            <a:ext cx="417072" cy="461665"/>
          </a:xfrm>
          <a:prstGeom prst="rect">
            <a:avLst/>
          </a:prstGeom>
          <a:noFill/>
          <a:ln>
            <a:noFill/>
          </a:ln>
        </p:spPr>
        <p:txBody>
          <a:bodyPr wrap="square" rtlCol="0">
            <a:spAutoFit/>
          </a:bodyPr>
          <a:lstStyle/>
          <a:p>
            <a:pPr algn="ctr"/>
            <a:r>
              <a:rPr lang="en-AU" sz="2400" b="1" dirty="0">
                <a:latin typeface="Candara" panose="020E0502030303020204" pitchFamily="34" charset="0"/>
                <a:cs typeface="Aharoni" panose="02010803020104030203" pitchFamily="2" charset="-79"/>
              </a:rPr>
              <a:t>3</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68001" y="62937"/>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1650" y="648020"/>
            <a:ext cx="461665" cy="2702455"/>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75391" y="4312967"/>
            <a:ext cx="461665" cy="276398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9215D004-6F90-647D-C3A9-E1D77FD6C0E3}"/>
              </a:ext>
            </a:extLst>
          </p:cNvPr>
          <p:cNvSpPr txBox="1"/>
          <p:nvPr/>
        </p:nvSpPr>
        <p:spPr>
          <a:xfrm>
            <a:off x="1221148" y="1021097"/>
            <a:ext cx="40270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new treaty will supercede every agreement signed during the colonial period.</a:t>
            </a:r>
            <a:endParaRPr lang="en-AU" sz="1200" spc="-20" dirty="0">
              <a:solidFill>
                <a:srgbClr val="231F20"/>
              </a:solidFill>
              <a:latin typeface="Book Antiqua" panose="02040602050305030304" pitchFamily="18" charset="0"/>
              <a:cs typeface="Cambria"/>
            </a:endParaRPr>
          </a:p>
        </p:txBody>
      </p:sp>
      <p:sp>
        <p:nvSpPr>
          <p:cNvPr id="7" name="object 34">
            <a:extLst>
              <a:ext uri="{FF2B5EF4-FFF2-40B4-BE49-F238E27FC236}">
                <a16:creationId xmlns:a16="http://schemas.microsoft.com/office/drawing/2014/main" id="{31644DDD-E0B3-3E79-436F-49EB906585A9}"/>
              </a:ext>
            </a:extLst>
          </p:cNvPr>
          <p:cNvSpPr txBox="1"/>
          <p:nvPr/>
        </p:nvSpPr>
        <p:spPr>
          <a:xfrm>
            <a:off x="734037" y="695900"/>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 </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7CDBA501-AC22-F90C-DF88-0EFE60B6ACD5}"/>
              </a:ext>
            </a:extLst>
          </p:cNvPr>
          <p:cNvSpPr/>
          <p:nvPr/>
        </p:nvSpPr>
        <p:spPr>
          <a:xfrm rot="5400000">
            <a:off x="718845" y="9699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201FF9E0-979D-C27F-3C67-8B5FDE93AE68}"/>
              </a:ext>
            </a:extLst>
          </p:cNvPr>
          <p:cNvSpPr/>
          <p:nvPr/>
        </p:nvSpPr>
        <p:spPr>
          <a:xfrm rot="5400000">
            <a:off x="712451" y="156815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64A52355-3457-3E34-DE17-F602B02148DB}"/>
              </a:ext>
            </a:extLst>
          </p:cNvPr>
          <p:cNvSpPr/>
          <p:nvPr/>
        </p:nvSpPr>
        <p:spPr>
          <a:xfrm rot="5400000">
            <a:off x="717990" y="21167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72831FA6-5694-4D1B-41E3-891F5D7A0D49}"/>
              </a:ext>
            </a:extLst>
          </p:cNvPr>
          <p:cNvSpPr/>
          <p:nvPr/>
        </p:nvSpPr>
        <p:spPr>
          <a:xfrm rot="5400000">
            <a:off x="720134" y="26748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2EA3A069-DDDA-B515-E4FE-92299B204C6B}"/>
              </a:ext>
            </a:extLst>
          </p:cNvPr>
          <p:cNvSpPr txBox="1"/>
          <p:nvPr/>
        </p:nvSpPr>
        <p:spPr>
          <a:xfrm>
            <a:off x="1221148" y="1600109"/>
            <a:ext cx="3939639"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She acted as the liason between the rescue teams and the families waiting at the mine.</a:t>
            </a:r>
            <a:endParaRPr sz="1200" dirty="0">
              <a:latin typeface="Book Antiqua" panose="02040602050305030304" pitchFamily="18" charset="0"/>
              <a:cs typeface="Cambria"/>
            </a:endParaRPr>
          </a:p>
        </p:txBody>
      </p:sp>
      <p:sp>
        <p:nvSpPr>
          <p:cNvPr id="57" name="object 34">
            <a:extLst>
              <a:ext uri="{FF2B5EF4-FFF2-40B4-BE49-F238E27FC236}">
                <a16:creationId xmlns:a16="http://schemas.microsoft.com/office/drawing/2014/main" id="{4947E13A-43D7-FA0B-5B0C-C375A18D8B78}"/>
              </a:ext>
            </a:extLst>
          </p:cNvPr>
          <p:cNvSpPr txBox="1"/>
          <p:nvPr/>
        </p:nvSpPr>
        <p:spPr>
          <a:xfrm>
            <a:off x="1199268" y="2163185"/>
            <a:ext cx="417730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Paramedics worked for forty minutes to resusitate the swimmer pulled from the rip.</a:t>
            </a:r>
            <a:endParaRPr sz="1200" dirty="0">
              <a:latin typeface="Book Antiqua" panose="02040602050305030304" pitchFamily="18" charset="0"/>
              <a:cs typeface="Cambria"/>
            </a:endParaRPr>
          </a:p>
        </p:txBody>
      </p:sp>
      <p:sp>
        <p:nvSpPr>
          <p:cNvPr id="58" name="object 34">
            <a:extLst>
              <a:ext uri="{FF2B5EF4-FFF2-40B4-BE49-F238E27FC236}">
                <a16:creationId xmlns:a16="http://schemas.microsoft.com/office/drawing/2014/main" id="{244EA883-C7DB-39AA-5C22-66978C8376A7}"/>
              </a:ext>
            </a:extLst>
          </p:cNvPr>
          <p:cNvSpPr txBox="1"/>
          <p:nvPr/>
        </p:nvSpPr>
        <p:spPr>
          <a:xfrm>
            <a:off x="1237102" y="2709353"/>
            <a:ext cx="403503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committee continued to vaccilate between the two designs until the funding expired.</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407D6AE4-38FD-BDE5-D967-50FA12A9E7CF}"/>
              </a:ext>
            </a:extLst>
          </p:cNvPr>
          <p:cNvSpPr>
            <a:spLocks noChangeArrowheads="1"/>
          </p:cNvSpPr>
          <p:nvPr/>
        </p:nvSpPr>
        <p:spPr bwMode="auto">
          <a:xfrm>
            <a:off x="5508136" y="1026106"/>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43543AEF-0D1B-31B7-860D-420FE133189F}"/>
              </a:ext>
            </a:extLst>
          </p:cNvPr>
          <p:cNvSpPr>
            <a:spLocks noChangeArrowheads="1"/>
          </p:cNvSpPr>
          <p:nvPr/>
        </p:nvSpPr>
        <p:spPr bwMode="auto">
          <a:xfrm>
            <a:off x="5508136" y="1591450"/>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D69FC3A0-B547-DFF4-C847-BDAFABB159EE}"/>
              </a:ext>
            </a:extLst>
          </p:cNvPr>
          <p:cNvSpPr>
            <a:spLocks noChangeArrowheads="1"/>
          </p:cNvSpPr>
          <p:nvPr/>
        </p:nvSpPr>
        <p:spPr bwMode="auto">
          <a:xfrm>
            <a:off x="5508136" y="208895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DFBADC1A-1DF0-637F-AAA5-1E8677A87488}"/>
              </a:ext>
            </a:extLst>
          </p:cNvPr>
          <p:cNvSpPr>
            <a:spLocks noChangeArrowheads="1"/>
          </p:cNvSpPr>
          <p:nvPr/>
        </p:nvSpPr>
        <p:spPr bwMode="auto">
          <a:xfrm>
            <a:off x="5514103" y="268321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5C566FDD-9979-2AB1-A571-20DA69122175}"/>
              </a:ext>
            </a:extLst>
          </p:cNvPr>
          <p:cNvSpPr txBox="1"/>
          <p:nvPr/>
        </p:nvSpPr>
        <p:spPr>
          <a:xfrm>
            <a:off x="740297" y="108090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2541D311-7F44-9D6C-FC38-D575FAF8E7A5}"/>
              </a:ext>
            </a:extLst>
          </p:cNvPr>
          <p:cNvSpPr txBox="1"/>
          <p:nvPr/>
        </p:nvSpPr>
        <p:spPr>
          <a:xfrm>
            <a:off x="711870" y="166428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D51D3379-E4CF-25AC-257F-EF129F73894E}"/>
              </a:ext>
            </a:extLst>
          </p:cNvPr>
          <p:cNvSpPr txBox="1"/>
          <p:nvPr/>
        </p:nvSpPr>
        <p:spPr>
          <a:xfrm>
            <a:off x="732171" y="221576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F8A08EB0-42C8-CF62-9C25-2D6ED3363B0E}"/>
              </a:ext>
            </a:extLst>
          </p:cNvPr>
          <p:cNvSpPr txBox="1"/>
          <p:nvPr/>
        </p:nvSpPr>
        <p:spPr>
          <a:xfrm>
            <a:off x="735029" y="277180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docshape84">
            <a:extLst>
              <a:ext uri="{FF2B5EF4-FFF2-40B4-BE49-F238E27FC236}">
                <a16:creationId xmlns:a16="http://schemas.microsoft.com/office/drawing/2014/main" id="{8EF2E1A4-B1A8-CCEC-2555-36777FAA2E1E}"/>
              </a:ext>
            </a:extLst>
          </p:cNvPr>
          <p:cNvSpPr>
            <a:spLocks noChangeArrowheads="1"/>
          </p:cNvSpPr>
          <p:nvPr/>
        </p:nvSpPr>
        <p:spPr bwMode="auto">
          <a:xfrm>
            <a:off x="5508136" y="374206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8" name="Rectangle: Top Corners Snipped 67">
            <a:extLst>
              <a:ext uri="{FF2B5EF4-FFF2-40B4-BE49-F238E27FC236}">
                <a16:creationId xmlns:a16="http://schemas.microsoft.com/office/drawing/2014/main" id="{BF8E935C-4EB4-DBB0-5D13-E53EDFDC130D}"/>
              </a:ext>
            </a:extLst>
          </p:cNvPr>
          <p:cNvSpPr/>
          <p:nvPr/>
        </p:nvSpPr>
        <p:spPr>
          <a:xfrm rot="5400000">
            <a:off x="717884" y="31594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TextBox 68">
            <a:extLst>
              <a:ext uri="{FF2B5EF4-FFF2-40B4-BE49-F238E27FC236}">
                <a16:creationId xmlns:a16="http://schemas.microsoft.com/office/drawing/2014/main" id="{5457F167-58A6-14AF-CFDB-6C6132FF9F56}"/>
              </a:ext>
            </a:extLst>
          </p:cNvPr>
          <p:cNvSpPr txBox="1"/>
          <p:nvPr/>
        </p:nvSpPr>
        <p:spPr>
          <a:xfrm>
            <a:off x="730736" y="3248899"/>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70" name="object 34">
            <a:extLst>
              <a:ext uri="{FF2B5EF4-FFF2-40B4-BE49-F238E27FC236}">
                <a16:creationId xmlns:a16="http://schemas.microsoft.com/office/drawing/2014/main" id="{62579A70-9399-1E0F-7BA3-076847CC17C8}"/>
              </a:ext>
            </a:extLst>
          </p:cNvPr>
          <p:cNvSpPr txBox="1"/>
          <p:nvPr/>
        </p:nvSpPr>
        <p:spPr>
          <a:xfrm>
            <a:off x="1237101" y="3206770"/>
            <a:ext cx="4184361"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Many locals considered the plan to build a casino beside the war memorial sacreligious.</a:t>
            </a:r>
            <a:endParaRPr sz="1200" dirty="0">
              <a:latin typeface="Book Antiqua" panose="02040602050305030304" pitchFamily="18" charset="0"/>
              <a:cs typeface="Cambria"/>
            </a:endParaRPr>
          </a:p>
        </p:txBody>
      </p:sp>
      <p:sp>
        <p:nvSpPr>
          <p:cNvPr id="52" name="docshape84">
            <a:extLst>
              <a:ext uri="{FF2B5EF4-FFF2-40B4-BE49-F238E27FC236}">
                <a16:creationId xmlns:a16="http://schemas.microsoft.com/office/drawing/2014/main" id="{AED5C657-1772-42C5-7CFA-79EAC61E586B}"/>
              </a:ext>
            </a:extLst>
          </p:cNvPr>
          <p:cNvSpPr>
            <a:spLocks noChangeArrowheads="1"/>
          </p:cNvSpPr>
          <p:nvPr/>
        </p:nvSpPr>
        <p:spPr bwMode="auto">
          <a:xfrm>
            <a:off x="5508136" y="324492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3" name="Rectangle: Top Corners Snipped 52">
            <a:extLst>
              <a:ext uri="{FF2B5EF4-FFF2-40B4-BE49-F238E27FC236}">
                <a16:creationId xmlns:a16="http://schemas.microsoft.com/office/drawing/2014/main" id="{D9C2BDC2-4AED-9F01-EFD8-F83295923242}"/>
              </a:ext>
            </a:extLst>
          </p:cNvPr>
          <p:cNvSpPr/>
          <p:nvPr/>
        </p:nvSpPr>
        <p:spPr>
          <a:xfrm rot="5400000">
            <a:off x="717884" y="368886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2" name="TextBox 71">
            <a:extLst>
              <a:ext uri="{FF2B5EF4-FFF2-40B4-BE49-F238E27FC236}">
                <a16:creationId xmlns:a16="http://schemas.microsoft.com/office/drawing/2014/main" id="{444CD1D9-11CA-5870-58FF-4DAB90685CC2}"/>
              </a:ext>
            </a:extLst>
          </p:cNvPr>
          <p:cNvSpPr txBox="1"/>
          <p:nvPr/>
        </p:nvSpPr>
        <p:spPr>
          <a:xfrm>
            <a:off x="722738" y="3778289"/>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3" name="object 34">
            <a:extLst>
              <a:ext uri="{FF2B5EF4-FFF2-40B4-BE49-F238E27FC236}">
                <a16:creationId xmlns:a16="http://schemas.microsoft.com/office/drawing/2014/main" id="{B3A4F925-2AD5-38E6-DBC8-B37A040CEEE9}"/>
              </a:ext>
            </a:extLst>
          </p:cNvPr>
          <p:cNvSpPr txBox="1"/>
          <p:nvPr/>
        </p:nvSpPr>
        <p:spPr>
          <a:xfrm>
            <a:off x="1237101" y="3728179"/>
            <a:ext cx="3964239" cy="566822"/>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weeks of debate, the scientists finally reached a concensus on the cause of the fish kill.</a:t>
            </a:r>
            <a:endParaRPr sz="1200" dirty="0">
              <a:latin typeface="Book Antiqua" panose="02040602050305030304" pitchFamily="18" charset="0"/>
              <a:cs typeface="Cambria"/>
            </a:endParaRPr>
          </a:p>
        </p:txBody>
      </p:sp>
      <p:cxnSp>
        <p:nvCxnSpPr>
          <p:cNvPr id="16" name="Straight Connector 15">
            <a:extLst>
              <a:ext uri="{FF2B5EF4-FFF2-40B4-BE49-F238E27FC236}">
                <a16:creationId xmlns:a16="http://schemas.microsoft.com/office/drawing/2014/main" id="{EB49FB29-0DC8-AEAF-3175-13341A00BC3E}"/>
              </a:ext>
            </a:extLst>
          </p:cNvPr>
          <p:cNvCxnSpPr>
            <a:cxnSpLocks/>
          </p:cNvCxnSpPr>
          <p:nvPr/>
        </p:nvCxnSpPr>
        <p:spPr>
          <a:xfrm>
            <a:off x="654354" y="431296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4" name="Rectangle: Top Corners Snipped 43">
            <a:extLst>
              <a:ext uri="{FF2B5EF4-FFF2-40B4-BE49-F238E27FC236}">
                <a16:creationId xmlns:a16="http://schemas.microsoft.com/office/drawing/2014/main" id="{F7921792-EA7C-F3F5-4C4E-49FA7D5F8178}"/>
              </a:ext>
            </a:extLst>
          </p:cNvPr>
          <p:cNvSpPr/>
          <p:nvPr/>
        </p:nvSpPr>
        <p:spPr>
          <a:xfrm rot="5400000">
            <a:off x="711917" y="87585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4DEEA21D-0524-DFD0-4F05-7C593C748A47}"/>
              </a:ext>
            </a:extLst>
          </p:cNvPr>
          <p:cNvSpPr txBox="1"/>
          <p:nvPr/>
        </p:nvSpPr>
        <p:spPr>
          <a:xfrm>
            <a:off x="715626" y="6501597"/>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participial phrase in each sentence.</a:t>
            </a:r>
            <a:endParaRPr lang="en-AU" sz="1200" dirty="0"/>
          </a:p>
        </p:txBody>
      </p:sp>
      <p:sp>
        <p:nvSpPr>
          <p:cNvPr id="71" name="TextBox 70">
            <a:extLst>
              <a:ext uri="{FF2B5EF4-FFF2-40B4-BE49-F238E27FC236}">
                <a16:creationId xmlns:a16="http://schemas.microsoft.com/office/drawing/2014/main" id="{61096039-E9E5-60F5-8155-5508FFC988A8}"/>
              </a:ext>
            </a:extLst>
          </p:cNvPr>
          <p:cNvSpPr txBox="1"/>
          <p:nvPr/>
        </p:nvSpPr>
        <p:spPr>
          <a:xfrm>
            <a:off x="729062" y="4478702"/>
            <a:ext cx="6681154" cy="1910736"/>
          </a:xfrm>
          <a:prstGeom prst="roundRect">
            <a:avLst/>
          </a:prstGeom>
          <a:solidFill>
            <a:schemeClr val="bg2"/>
          </a:solidFill>
        </p:spPr>
        <p:txBody>
          <a:bodyPr wrap="square">
            <a:spAutoFit/>
          </a:bodyPr>
          <a:lstStyle/>
          <a:p>
            <a:pPr>
              <a:lnSpc>
                <a:spcPct val="150000"/>
              </a:lnSpc>
            </a:pPr>
            <a:r>
              <a:rPr lang="en-US" sz="1200" dirty="0">
                <a:solidFill>
                  <a:srgbClr val="231F20"/>
                </a:solidFill>
                <a:latin typeface="Book Antiqua" panose="02040602050305030304" pitchFamily="18" charset="0"/>
                <a:ea typeface="Cambria" panose="02040503050406030204" pitchFamily="18" charset="0"/>
              </a:rPr>
              <a:t xml:space="preserve">A </a:t>
            </a:r>
            <a:r>
              <a:rPr lang="en-US" sz="1200" dirty="0" b="1">
                <a:solidFill>
                  <a:srgbClr val="231F20"/>
                </a:solidFill>
                <a:latin typeface="Book Antiqua" panose="02040602050305030304" pitchFamily="18" charset="0"/>
                <a:ea typeface="Cambria" panose="02040503050406030204" pitchFamily="18" charset="0"/>
              </a:rPr>
              <a:t>participial phrase</a:t>
            </a:r>
            <a:r>
              <a:rPr lang="en-US" sz="1200" dirty="0">
                <a:solidFill>
                  <a:srgbClr val="231F20"/>
                </a:solidFill>
                <a:latin typeface="Book Antiqua" panose="02040602050305030304" pitchFamily="18" charset="0"/>
                <a:ea typeface="Cambria" panose="02040503050406030204" pitchFamily="18" charset="0"/>
              </a:rPr>
              <a:t xml:space="preserve"> begins with a present participle (-ing) or a past participle (-ed, -en, etc.) and works like an adjective, describing a noun.</a:t>
            </a:r>
          </a:p>
          <a:p>
            <a:pPr>
              <a:lnSpc>
                <a:spcPct val="150000"/>
              </a:lnSpc>
            </a:pPr>
            <a:r>
              <a:rPr lang="en-US" sz="1200" dirty="0" b="1">
                <a:solidFill>
                  <a:srgbClr val="231F20"/>
                </a:solidFill>
                <a:latin typeface="Book Antiqua" panose="02040602050305030304" pitchFamily="18" charset="0"/>
                <a:ea typeface="Cambria" panose="02040503050406030204" pitchFamily="18" charset="0"/>
              </a:rPr>
              <a:t>Examples:</a:t>
            </a:r>
            <a:r>
              <a:rPr lang="en-US" sz="1200" dirty="0">
                <a:solidFill>
                  <a:srgbClr val="231F20"/>
                </a:solidFill>
                <a:latin typeface="Book Antiqua" panose="02040602050305030304" pitchFamily="18" charset="0"/>
                <a:ea typeface="Cambria" panose="02040503050406030204" pitchFamily="18" charset="0"/>
              </a:rPr>
              <a:t xml:space="preserve"> "Exhausted by the climb, the hikers rested." / "The woman sitting by the window is a detective."</a:t>
            </a:r>
            <a:endParaRPr lang="en-US" sz="1200" b="1" dirty="0">
              <a:solidFill>
                <a:srgbClr val="231F20"/>
              </a:solidFill>
              <a:latin typeface="Book Antiqua" panose="02040602050305030304" pitchFamily="18" charset="0"/>
              <a:ea typeface="Cambria" panose="02040503050406030204" pitchFamily="18" charset="0"/>
            </a:endParaRPr>
          </a:p>
          <a:p>
            <a:pPr>
              <a:lnSpc>
                <a:spcPct val="150000"/>
              </a:lnSpc>
            </a:pPr>
            <a:r>
              <a:rPr lang="en-US" sz="1200" dirty="0">
                <a:solidFill>
                  <a:srgbClr val="231F20"/>
                </a:solidFill>
                <a:latin typeface="Book Antiqua" panose="02040602050305030304" pitchFamily="18" charset="0"/>
                <a:ea typeface="Cambria" panose="02040503050406030204" pitchFamily="18" charset="0"/>
              </a:rPr>
              <a:t>Do not confuse it with a gerund phrase, which works as a noun ("Climbing Everest was her dream"), or with part of a verb ("She was climbing").</a:t>
            </a:r>
          </a:p>
        </p:txBody>
      </p:sp>
      <p:sp>
        <p:nvSpPr>
          <p:cNvPr id="74" name="Rectangle: Top Corners Snipped 73">
            <a:extLst>
              <a:ext uri="{FF2B5EF4-FFF2-40B4-BE49-F238E27FC236}">
                <a16:creationId xmlns:a16="http://schemas.microsoft.com/office/drawing/2014/main" id="{9A8F8084-45EF-594F-4B9A-647932DDBE4B}"/>
              </a:ext>
            </a:extLst>
          </p:cNvPr>
          <p:cNvSpPr/>
          <p:nvPr/>
        </p:nvSpPr>
        <p:spPr>
          <a:xfrm rot="5400000">
            <a:off x="710574" y="751556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Rectangle: Top Corners Snipped 74">
            <a:extLst>
              <a:ext uri="{FF2B5EF4-FFF2-40B4-BE49-F238E27FC236}">
                <a16:creationId xmlns:a16="http://schemas.microsoft.com/office/drawing/2014/main" id="{183BD432-E4D9-4CC3-1975-FD758F86C3DC}"/>
              </a:ext>
            </a:extLst>
          </p:cNvPr>
          <p:cNvSpPr/>
          <p:nvPr/>
        </p:nvSpPr>
        <p:spPr>
          <a:xfrm rot="5400000">
            <a:off x="718101" y="69271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78" name="Table 13">
            <a:extLst>
              <a:ext uri="{FF2B5EF4-FFF2-40B4-BE49-F238E27FC236}">
                <a16:creationId xmlns:a16="http://schemas.microsoft.com/office/drawing/2014/main" id="{D5949E2E-CCA0-7992-090E-DB77D82C6013}"/>
              </a:ext>
            </a:extLst>
          </p:cNvPr>
          <p:cNvGraphicFramePr>
            <a:graphicFrameLocks noGrp="1"/>
          </p:cNvGraphicFramePr>
          <p:nvPr>
            <p:extLst>
              <p:ext uri="{D42A27DB-BD31-4B8C-83A1-F6EECF244321}">
                <p14:modId xmlns:p14="http://schemas.microsoft.com/office/powerpoint/2010/main" val="1135116762"/>
              </p:ext>
            </p:extLst>
          </p:nvPr>
        </p:nvGraphicFramePr>
        <p:xfrm>
          <a:off x="1165988" y="6835018"/>
          <a:ext cx="6308635" cy="3067891"/>
        </p:xfrm>
        <a:graphic>
          <a:graphicData uri="http://schemas.openxmlformats.org/drawingml/2006/table">
            <a:tbl>
              <a:tblPr firstRow="1" bandRow="1">
                <a:tableStyleId>{5940675A-B579-460E-94D1-54222C63F5DA}</a:tableStyleId>
              </a:tblPr>
              <a:tblGrid>
                <a:gridCol w="6308635">
                  <a:extLst>
                    <a:ext uri="{9D8B030D-6E8A-4147-A177-3AD203B41FA5}">
                      <a16:colId xmlns:a16="http://schemas.microsoft.com/office/drawing/2014/main" val="3661105598"/>
                    </a:ext>
                  </a:extLst>
                </a:gridCol>
              </a:tblGrid>
              <a:tr h="593708">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For eleven years, restoring the stained glass occupied a team led by a single master glazier.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20695">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Scientists were monitoring the volcano when a plume of ash, rising faster than predicted, forced an evacuation.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82142">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Trained in secret by a retired champion, the young boxer loved sparring with anyone in the gym.</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650651">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Hoping to avoid a scandal, the club's board delayed publishing the report until late on Friday.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620695">
                <a:tc>
                  <a:txBody>
                    <a:bodyPr/>
                    <a:lstStyle/>
                    <a:p>
                      <a:pPr marL="0" marR="0" lvl="0" indent="0" algn="l" defTabSz="755934" rtl="0" eaLnBrk="1" fontAlgn="auto" latinLnBrk="0" hangingPunct="1">
                        <a:lnSpc>
                          <a:spcPct val="150000"/>
                        </a:lnSpc>
                        <a:spcBef>
                          <a:spcPts val="0"/>
                        </a:spcBef>
                        <a:spcAft>
                          <a:spcPts val="0"/>
                        </a:spcAft>
                        <a:buClrTx/>
                        <a:buSzTx/>
                        <a:buFontTx/>
                        <a:buNone/>
                        <a:tabLst/>
                        <a:defRPr/>
                      </a:pPr>
                      <a:r>
                        <a:rPr lang="en-AU" sz="1200" dirty="0">
                          <a:latin typeface="Book Antiqua" panose="02040602050305030304" pitchFamily="18" charset="0"/>
                        </a:rPr>
                        <a:t>Collectors are now paying record sums for first-edition novels signed by their authors.</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bl>
          </a:graphicData>
        </a:graphic>
      </p:graphicFrame>
      <p:sp>
        <p:nvSpPr>
          <p:cNvPr id="79" name="Rectangle: Top Corners Snipped 78">
            <a:extLst>
              <a:ext uri="{FF2B5EF4-FFF2-40B4-BE49-F238E27FC236}">
                <a16:creationId xmlns:a16="http://schemas.microsoft.com/office/drawing/2014/main" id="{1910A880-F4D1-AEEE-1807-5E0ACAAC6BCC}"/>
              </a:ext>
            </a:extLst>
          </p:cNvPr>
          <p:cNvSpPr/>
          <p:nvPr/>
        </p:nvSpPr>
        <p:spPr>
          <a:xfrm rot="5400000">
            <a:off x="708049" y="80956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44A495B9-68EE-C8CD-A620-61CECC5D0309}"/>
              </a:ext>
            </a:extLst>
          </p:cNvPr>
          <p:cNvSpPr txBox="1"/>
          <p:nvPr/>
        </p:nvSpPr>
        <p:spPr>
          <a:xfrm>
            <a:off x="728432" y="7029359"/>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sp>
        <p:nvSpPr>
          <p:cNvPr id="10" name="TextBox 9">
            <a:extLst>
              <a:ext uri="{FF2B5EF4-FFF2-40B4-BE49-F238E27FC236}">
                <a16:creationId xmlns:a16="http://schemas.microsoft.com/office/drawing/2014/main" id="{5A4A0F2C-23F1-4777-5D14-99F4D0C9268C}"/>
              </a:ext>
            </a:extLst>
          </p:cNvPr>
          <p:cNvSpPr txBox="1"/>
          <p:nvPr/>
        </p:nvSpPr>
        <p:spPr>
          <a:xfrm>
            <a:off x="731040" y="7626502"/>
            <a:ext cx="374237" cy="276999"/>
          </a:xfrm>
          <a:prstGeom prst="rect">
            <a:avLst/>
          </a:prstGeom>
          <a:noFill/>
        </p:spPr>
        <p:txBody>
          <a:bodyPr wrap="square" rtlCol="0">
            <a:spAutoFit/>
          </a:bodyPr>
          <a:lstStyle/>
          <a:p>
            <a:r>
              <a:rPr lang="en-US" sz="1200" b="1" spc="-50" dirty="0">
                <a:solidFill>
                  <a:srgbClr val="231F20"/>
                </a:solidFill>
                <a:latin typeface="Arial"/>
                <a:cs typeface="Arial"/>
              </a:rPr>
              <a:t>8</a:t>
            </a:r>
            <a:endParaRPr lang="en-AU" sz="1200" dirty="0"/>
          </a:p>
        </p:txBody>
      </p:sp>
      <p:sp>
        <p:nvSpPr>
          <p:cNvPr id="12" name="TextBox 11">
            <a:extLst>
              <a:ext uri="{FF2B5EF4-FFF2-40B4-BE49-F238E27FC236}">
                <a16:creationId xmlns:a16="http://schemas.microsoft.com/office/drawing/2014/main" id="{6B1E0FF6-846E-4EA6-7012-793285461D2F}"/>
              </a:ext>
            </a:extLst>
          </p:cNvPr>
          <p:cNvSpPr txBox="1"/>
          <p:nvPr/>
        </p:nvSpPr>
        <p:spPr>
          <a:xfrm>
            <a:off x="717802" y="8195698"/>
            <a:ext cx="374237" cy="276999"/>
          </a:xfrm>
          <a:prstGeom prst="rect">
            <a:avLst/>
          </a:prstGeom>
          <a:noFill/>
        </p:spPr>
        <p:txBody>
          <a:bodyPr wrap="square" rtlCol="0">
            <a:spAutoFit/>
          </a:bodyPr>
          <a:lstStyle/>
          <a:p>
            <a:r>
              <a:rPr lang="en-US" sz="1200" b="1" spc="-50" dirty="0">
                <a:solidFill>
                  <a:srgbClr val="231F20"/>
                </a:solidFill>
                <a:latin typeface="Arial"/>
                <a:cs typeface="Arial"/>
              </a:rPr>
              <a:t>9</a:t>
            </a:r>
            <a:endParaRPr lang="en-AU" sz="1200" dirty="0"/>
          </a:p>
        </p:txBody>
      </p:sp>
      <p:sp>
        <p:nvSpPr>
          <p:cNvPr id="15" name="TextBox 14">
            <a:extLst>
              <a:ext uri="{FF2B5EF4-FFF2-40B4-BE49-F238E27FC236}">
                <a16:creationId xmlns:a16="http://schemas.microsoft.com/office/drawing/2014/main" id="{FD1A0FA1-A540-BA18-B7E4-C946AFF1B1E4}"/>
              </a:ext>
            </a:extLst>
          </p:cNvPr>
          <p:cNvSpPr txBox="1"/>
          <p:nvPr/>
        </p:nvSpPr>
        <p:spPr>
          <a:xfrm>
            <a:off x="684733" y="8855330"/>
            <a:ext cx="374237" cy="276999"/>
          </a:xfrm>
          <a:prstGeom prst="rect">
            <a:avLst/>
          </a:prstGeom>
          <a:noFill/>
        </p:spPr>
        <p:txBody>
          <a:bodyPr wrap="square" rtlCol="0">
            <a:spAutoFit/>
          </a:bodyPr>
          <a:lstStyle/>
          <a:p>
            <a:r>
              <a:rPr lang="en-US" sz="1200" b="1" spc="-50" dirty="0">
                <a:solidFill>
                  <a:srgbClr val="231F20"/>
                </a:solidFill>
                <a:latin typeface="Arial"/>
                <a:cs typeface="Arial"/>
              </a:rPr>
              <a:t>10</a:t>
            </a:r>
            <a:endParaRPr lang="en-AU" sz="1200" dirty="0"/>
          </a:p>
        </p:txBody>
      </p:sp>
      <p:sp>
        <p:nvSpPr>
          <p:cNvPr id="17" name="Rectangle: Top Corners Snipped 16">
            <a:extLst>
              <a:ext uri="{FF2B5EF4-FFF2-40B4-BE49-F238E27FC236}">
                <a16:creationId xmlns:a16="http://schemas.microsoft.com/office/drawing/2014/main" id="{1A11B0E0-DDDB-4A68-2A2A-66B23D92706B}"/>
              </a:ext>
            </a:extLst>
          </p:cNvPr>
          <p:cNvSpPr/>
          <p:nvPr/>
        </p:nvSpPr>
        <p:spPr>
          <a:xfrm rot="5400000">
            <a:off x="718845" y="93617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F98DFE49-0458-F2E6-DC5F-AC9B528E2E44}"/>
              </a:ext>
            </a:extLst>
          </p:cNvPr>
          <p:cNvSpPr txBox="1"/>
          <p:nvPr/>
        </p:nvSpPr>
        <p:spPr>
          <a:xfrm>
            <a:off x="703221" y="945700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1</a:t>
            </a:r>
            <a:endParaRPr lang="en-AU" sz="1200" dirty="0"/>
          </a:p>
        </p:txBody>
      </p:sp>
    </p:spTree>
    <p:extLst>
      <p:ext uri="{BB962C8B-B14F-4D97-AF65-F5344CB8AC3E}">
        <p14:creationId xmlns:p14="http://schemas.microsoft.com/office/powerpoint/2010/main" val="40703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35802" y="310602"/>
            <a:ext cx="4531" cy="929109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960170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1563" y="3747394"/>
            <a:ext cx="461665" cy="1400538"/>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42" y="362027"/>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36305" y="372910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9716" y="8412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TextBox 116">
            <a:extLst>
              <a:ext uri="{FF2B5EF4-FFF2-40B4-BE49-F238E27FC236}">
                <a16:creationId xmlns:a16="http://schemas.microsoft.com/office/drawing/2014/main" id="{842E2E29-50C6-7E82-BCFE-196E1F875265}"/>
              </a:ext>
            </a:extLst>
          </p:cNvPr>
          <p:cNvSpPr txBox="1"/>
          <p:nvPr/>
        </p:nvSpPr>
        <p:spPr>
          <a:xfrm>
            <a:off x="692580" y="937259"/>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5" name="object 34">
            <a:extLst>
              <a:ext uri="{FF2B5EF4-FFF2-40B4-BE49-F238E27FC236}">
                <a16:creationId xmlns:a16="http://schemas.microsoft.com/office/drawing/2014/main" id="{0CAC6DCC-393F-271C-8705-BF289519E32B}"/>
              </a:ext>
            </a:extLst>
          </p:cNvPr>
          <p:cNvSpPr txBox="1"/>
          <p:nvPr/>
        </p:nvSpPr>
        <p:spPr>
          <a:xfrm>
            <a:off x="748290" y="403181"/>
            <a:ext cx="6124824"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word or phrase that best completes each sentence. Consider tense, aspect, mood and subject-verb agreement (1/2 mark per answer).</a:t>
            </a:r>
          </a:p>
        </p:txBody>
      </p:sp>
      <p:sp>
        <p:nvSpPr>
          <p:cNvPr id="24" name="TextBox 23">
            <a:extLst>
              <a:ext uri="{FF2B5EF4-FFF2-40B4-BE49-F238E27FC236}">
                <a16:creationId xmlns:a16="http://schemas.microsoft.com/office/drawing/2014/main" id="{B3E1D085-F953-E055-4E2D-347EB7FC11B7}"/>
              </a:ext>
            </a:extLst>
          </p:cNvPr>
          <p:cNvSpPr txBox="1"/>
          <p:nvPr/>
        </p:nvSpPr>
        <p:spPr>
          <a:xfrm>
            <a:off x="714670" y="3802258"/>
            <a:ext cx="6675120" cy="4714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the rhetorical device used in each sentence: Anaphora (A), Epistrophe (E), Zeugma (Z) or Hypophora (H).</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4" name="Rectangle: Top Corners Snipped 13">
            <a:extLst>
              <a:ext uri="{FF2B5EF4-FFF2-40B4-BE49-F238E27FC236}">
                <a16:creationId xmlns:a16="http://schemas.microsoft.com/office/drawing/2014/main" id="{7BA36138-2E0C-067D-A186-8F27DA697772}"/>
              </a:ext>
            </a:extLst>
          </p:cNvPr>
          <p:cNvSpPr/>
          <p:nvPr/>
        </p:nvSpPr>
        <p:spPr>
          <a:xfrm rot="5400000">
            <a:off x="710852" y="74726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ED62D995-8A8E-2446-0516-DF1DFD477446}"/>
              </a:ext>
            </a:extLst>
          </p:cNvPr>
          <p:cNvSpPr/>
          <p:nvPr/>
        </p:nvSpPr>
        <p:spPr>
          <a:xfrm rot="5400000">
            <a:off x="710852" y="65509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Rectangle: Top Corners Snipped 22">
            <a:extLst>
              <a:ext uri="{FF2B5EF4-FFF2-40B4-BE49-F238E27FC236}">
                <a16:creationId xmlns:a16="http://schemas.microsoft.com/office/drawing/2014/main" id="{93B53A55-B4BE-812E-247F-6755986FCBCB}"/>
              </a:ext>
            </a:extLst>
          </p:cNvPr>
          <p:cNvSpPr/>
          <p:nvPr/>
        </p:nvSpPr>
        <p:spPr>
          <a:xfrm rot="5400000">
            <a:off x="710852" y="609008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5" name="Table 13">
            <a:extLst>
              <a:ext uri="{FF2B5EF4-FFF2-40B4-BE49-F238E27FC236}">
                <a16:creationId xmlns:a16="http://schemas.microsoft.com/office/drawing/2014/main" id="{2323B3C8-1D7B-272B-007D-CE62B7AA4BF0}"/>
              </a:ext>
            </a:extLst>
          </p:cNvPr>
          <p:cNvGraphicFramePr>
            <a:graphicFrameLocks noGrp="1"/>
          </p:cNvGraphicFramePr>
          <p:nvPr>
            <p:extLst>
              <p:ext uri="{D42A27DB-BD31-4B8C-83A1-F6EECF244321}">
                <p14:modId xmlns:p14="http://schemas.microsoft.com/office/powerpoint/2010/main" val="4186646777"/>
              </p:ext>
            </p:extLst>
          </p:nvPr>
        </p:nvGraphicFramePr>
        <p:xfrm>
          <a:off x="1128616" y="6097402"/>
          <a:ext cx="6391655" cy="3226003"/>
        </p:xfrm>
        <a:graphic>
          <a:graphicData uri="http://schemas.openxmlformats.org/drawingml/2006/table">
            <a:tbl>
              <a:tblPr firstRow="1" bandRow="1">
                <a:tableStyleId>{5940675A-B579-460E-94D1-54222C63F5DA}</a:tableStyleId>
              </a:tblPr>
              <a:tblGrid>
                <a:gridCol w="5349240">
                  <a:extLst>
                    <a:ext uri="{9D8B030D-6E8A-4147-A177-3AD203B41FA5}">
                      <a16:colId xmlns:a16="http://schemas.microsoft.com/office/drawing/2014/main" val="3661105598"/>
                    </a:ext>
                  </a:extLst>
                </a:gridCol>
                <a:gridCol w="1042415">
                  <a:extLst>
                    <a:ext uri="{9D8B030D-6E8A-4147-A177-3AD203B41FA5}">
                      <a16:colId xmlns:a16="http://schemas.microsoft.com/office/drawing/2014/main" val="2385878221"/>
                    </a:ext>
                  </a:extLst>
                </a:gridCol>
              </a:tblGrid>
              <a:tr h="460857">
                <a:tc>
                  <a:txBody>
                    <a:bodyPr/>
                    <a:lstStyle/>
                    <a:p>
                      <a:r>
                        <a:rPr lang="en-US" sz="1200" dirty="0">
                          <a:latin typeface="Book Antiqua" panose="02040602050305030304" pitchFamily="18" charset="0"/>
                        </a:rPr>
                        <a:t>Scientists warned about the drought, farmers warned about the drought, and even the banks warned about the drought.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460857">
                <a:tc>
                  <a:txBody>
                    <a:bodyPr/>
                    <a:lstStyle/>
                    <a:p>
                      <a:r>
                        <a:rPr lang="en-US" sz="1200" dirty="0">
                          <a:latin typeface="Book Antiqua" panose="02040602050305030304" pitchFamily="18" charset="0"/>
                        </a:rPr>
                        <a:t>The detective broke the lock and the suspect's confidence in the same afternoon.</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460857">
                <a:tc>
                  <a:txBody>
                    <a:bodyPr/>
                    <a:lstStyle/>
                    <a:p>
                      <a:r>
                        <a:rPr lang="en-US" sz="1200" dirty="0">
                          <a:latin typeface="Book Antiqua" panose="02040602050305030304" pitchFamily="18" charset="0"/>
                        </a:rPr>
                        <a:t>Not a single witness came forward, not a single camera caught the theft, not a single alarm sounded.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460857">
                <a:tc>
                  <a:txBody>
                    <a:bodyPr/>
                    <a:lstStyle/>
                    <a:p>
                      <a:r>
                        <a:rPr lang="en-US" sz="1200" dirty="0">
                          <a:latin typeface="Book Antiqua" panose="02040602050305030304" pitchFamily="18" charset="0"/>
                        </a:rPr>
                        <a:t>Why did the rescue mission fail so disastrously? Its leaders ignored every warning the local guides gave them.</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The ambassador swallowed his pride and an overcooked dinner in the name of diplomacy.</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Ask the nurses who were threatened, ask the patients who were neglected, ask the families who were ignored.</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2851628"/>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In the city he felt invisible; at work he felt invisible; even at home, among his own children, he felt invisible.</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5160012"/>
                  </a:ext>
                </a:extLst>
              </a:tr>
            </a:tbl>
          </a:graphicData>
        </a:graphic>
      </p:graphicFrame>
      <p:sp>
        <p:nvSpPr>
          <p:cNvPr id="27" name="Rectangle: Top Corners Snipped 26">
            <a:extLst>
              <a:ext uri="{FF2B5EF4-FFF2-40B4-BE49-F238E27FC236}">
                <a16:creationId xmlns:a16="http://schemas.microsoft.com/office/drawing/2014/main" id="{4FE07DF9-E632-CCF9-2455-BF82A06D472D}"/>
              </a:ext>
            </a:extLst>
          </p:cNvPr>
          <p:cNvSpPr/>
          <p:nvPr/>
        </p:nvSpPr>
        <p:spPr>
          <a:xfrm rot="5400000">
            <a:off x="710852" y="70118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9695C99B-E730-9F93-1CE1-C269AD7BAB6A}"/>
              </a:ext>
            </a:extLst>
          </p:cNvPr>
          <p:cNvSpPr txBox="1"/>
          <p:nvPr/>
        </p:nvSpPr>
        <p:spPr>
          <a:xfrm>
            <a:off x="678137" y="6186098"/>
            <a:ext cx="374237" cy="276999"/>
          </a:xfrm>
          <a:prstGeom prst="rect">
            <a:avLst/>
          </a:prstGeom>
          <a:noFill/>
        </p:spPr>
        <p:txBody>
          <a:bodyPr wrap="square" rtlCol="0">
            <a:spAutoFit/>
          </a:bodyPr>
          <a:lstStyle/>
          <a:p>
            <a:r>
              <a:rPr lang="en-US" sz="1200" b="1" spc="-50" dirty="0">
                <a:solidFill>
                  <a:srgbClr val="231F20"/>
                </a:solidFill>
                <a:latin typeface="Arial"/>
                <a:cs typeface="Arial"/>
              </a:rPr>
              <a:t>14</a:t>
            </a:r>
            <a:endParaRPr lang="en-AU" sz="1200" dirty="0"/>
          </a:p>
        </p:txBody>
      </p:sp>
      <p:sp>
        <p:nvSpPr>
          <p:cNvPr id="32" name="TextBox 31">
            <a:extLst>
              <a:ext uri="{FF2B5EF4-FFF2-40B4-BE49-F238E27FC236}">
                <a16:creationId xmlns:a16="http://schemas.microsoft.com/office/drawing/2014/main" id="{2ED5EF68-72C9-8349-E0E1-26AFFB08AC4B}"/>
              </a:ext>
            </a:extLst>
          </p:cNvPr>
          <p:cNvSpPr txBox="1"/>
          <p:nvPr/>
        </p:nvSpPr>
        <p:spPr>
          <a:xfrm>
            <a:off x="673861" y="6646956"/>
            <a:ext cx="374237" cy="276999"/>
          </a:xfrm>
          <a:prstGeom prst="rect">
            <a:avLst/>
          </a:prstGeom>
          <a:noFill/>
        </p:spPr>
        <p:txBody>
          <a:bodyPr wrap="square" rtlCol="0">
            <a:spAutoFit/>
          </a:bodyPr>
          <a:lstStyle/>
          <a:p>
            <a:r>
              <a:rPr lang="en-US" sz="1200" b="1" spc="-50" dirty="0">
                <a:solidFill>
                  <a:srgbClr val="231F20"/>
                </a:solidFill>
                <a:latin typeface="Arial"/>
                <a:cs typeface="Arial"/>
              </a:rPr>
              <a:t>15</a:t>
            </a:r>
            <a:endParaRPr lang="en-AU" sz="1200" dirty="0"/>
          </a:p>
        </p:txBody>
      </p:sp>
      <p:sp>
        <p:nvSpPr>
          <p:cNvPr id="34" name="TextBox 33">
            <a:extLst>
              <a:ext uri="{FF2B5EF4-FFF2-40B4-BE49-F238E27FC236}">
                <a16:creationId xmlns:a16="http://schemas.microsoft.com/office/drawing/2014/main" id="{3AC0A916-D075-32FA-DF00-D3C8B3BA98F2}"/>
              </a:ext>
            </a:extLst>
          </p:cNvPr>
          <p:cNvSpPr txBox="1"/>
          <p:nvPr/>
        </p:nvSpPr>
        <p:spPr>
          <a:xfrm>
            <a:off x="683668" y="7107814"/>
            <a:ext cx="374237" cy="276999"/>
          </a:xfrm>
          <a:prstGeom prst="rect">
            <a:avLst/>
          </a:prstGeom>
          <a:noFill/>
        </p:spPr>
        <p:txBody>
          <a:bodyPr wrap="square" rtlCol="0">
            <a:spAutoFit/>
          </a:bodyPr>
          <a:lstStyle/>
          <a:p>
            <a:r>
              <a:rPr lang="en-US" sz="1200" b="1" spc="-50" dirty="0">
                <a:solidFill>
                  <a:srgbClr val="231F20"/>
                </a:solidFill>
                <a:latin typeface="Arial"/>
                <a:cs typeface="Arial"/>
              </a:rPr>
              <a:t>16</a:t>
            </a:r>
            <a:endParaRPr lang="en-AU" sz="1200" dirty="0"/>
          </a:p>
        </p:txBody>
      </p:sp>
      <p:sp>
        <p:nvSpPr>
          <p:cNvPr id="36" name="TextBox 35">
            <a:extLst>
              <a:ext uri="{FF2B5EF4-FFF2-40B4-BE49-F238E27FC236}">
                <a16:creationId xmlns:a16="http://schemas.microsoft.com/office/drawing/2014/main" id="{BBE75361-776E-E4A0-C4B5-F944C683DAE6}"/>
              </a:ext>
            </a:extLst>
          </p:cNvPr>
          <p:cNvSpPr txBox="1"/>
          <p:nvPr/>
        </p:nvSpPr>
        <p:spPr>
          <a:xfrm>
            <a:off x="683668" y="7568671"/>
            <a:ext cx="374237" cy="276999"/>
          </a:xfrm>
          <a:prstGeom prst="rect">
            <a:avLst/>
          </a:prstGeom>
          <a:noFill/>
        </p:spPr>
        <p:txBody>
          <a:bodyPr wrap="square" rtlCol="0">
            <a:spAutoFit/>
          </a:bodyPr>
          <a:lstStyle/>
          <a:p>
            <a:r>
              <a:rPr lang="en-US" sz="1200" b="1" spc="-50" dirty="0">
                <a:solidFill>
                  <a:srgbClr val="231F20"/>
                </a:solidFill>
                <a:latin typeface="Arial"/>
                <a:cs typeface="Arial"/>
              </a:rPr>
              <a:t>17</a:t>
            </a:r>
            <a:endParaRPr lang="en-AU" sz="1200" dirty="0"/>
          </a:p>
        </p:txBody>
      </p:sp>
      <p:sp>
        <p:nvSpPr>
          <p:cNvPr id="38" name="Rectangle: Top Corners Snipped 37">
            <a:extLst>
              <a:ext uri="{FF2B5EF4-FFF2-40B4-BE49-F238E27FC236}">
                <a16:creationId xmlns:a16="http://schemas.microsoft.com/office/drawing/2014/main" id="{9E673872-0BDE-FC0C-9F1A-56059CD58C1C}"/>
              </a:ext>
            </a:extLst>
          </p:cNvPr>
          <p:cNvSpPr/>
          <p:nvPr/>
        </p:nvSpPr>
        <p:spPr>
          <a:xfrm rot="5400000">
            <a:off x="703866" y="793351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a:extLst>
              <a:ext uri="{FF2B5EF4-FFF2-40B4-BE49-F238E27FC236}">
                <a16:creationId xmlns:a16="http://schemas.microsoft.com/office/drawing/2014/main" id="{C6FBC85B-BB09-5375-370D-03D3B40BF94D}"/>
              </a:ext>
            </a:extLst>
          </p:cNvPr>
          <p:cNvSpPr txBox="1"/>
          <p:nvPr/>
        </p:nvSpPr>
        <p:spPr>
          <a:xfrm>
            <a:off x="678137" y="8029529"/>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8</a:t>
            </a:r>
            <a:endParaRPr lang="en-AU" sz="1200" dirty="0"/>
          </a:p>
        </p:txBody>
      </p:sp>
      <p:sp>
        <p:nvSpPr>
          <p:cNvPr id="44" name="Rectangle: Top Corners Snipped 43">
            <a:extLst>
              <a:ext uri="{FF2B5EF4-FFF2-40B4-BE49-F238E27FC236}">
                <a16:creationId xmlns:a16="http://schemas.microsoft.com/office/drawing/2014/main" id="{07A8F2BC-0FB7-1212-68DF-6C91F42641CD}"/>
              </a:ext>
            </a:extLst>
          </p:cNvPr>
          <p:cNvSpPr/>
          <p:nvPr/>
        </p:nvSpPr>
        <p:spPr>
          <a:xfrm rot="5400000">
            <a:off x="709835" y="885523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Rectangle: Top Corners Snipped 47">
            <a:extLst>
              <a:ext uri="{FF2B5EF4-FFF2-40B4-BE49-F238E27FC236}">
                <a16:creationId xmlns:a16="http://schemas.microsoft.com/office/drawing/2014/main" id="{CA8C9C85-6A7F-B1DA-6FC8-65D9DC442346}"/>
              </a:ext>
            </a:extLst>
          </p:cNvPr>
          <p:cNvSpPr/>
          <p:nvPr/>
        </p:nvSpPr>
        <p:spPr>
          <a:xfrm rot="5400000">
            <a:off x="710289" y="83943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a:extLst>
              <a:ext uri="{FF2B5EF4-FFF2-40B4-BE49-F238E27FC236}">
                <a16:creationId xmlns:a16="http://schemas.microsoft.com/office/drawing/2014/main" id="{7D261DCA-869B-584B-1048-89DA461DA509}"/>
              </a:ext>
            </a:extLst>
          </p:cNvPr>
          <p:cNvSpPr txBox="1"/>
          <p:nvPr/>
        </p:nvSpPr>
        <p:spPr>
          <a:xfrm>
            <a:off x="692686" y="8490386"/>
            <a:ext cx="374237" cy="276999"/>
          </a:xfrm>
          <a:prstGeom prst="rect">
            <a:avLst/>
          </a:prstGeom>
          <a:noFill/>
        </p:spPr>
        <p:txBody>
          <a:bodyPr wrap="square" rtlCol="0">
            <a:spAutoFit/>
          </a:bodyPr>
          <a:lstStyle/>
          <a:p>
            <a:r>
              <a:rPr lang="en-US" sz="1200" b="1" spc="-50" dirty="0">
                <a:solidFill>
                  <a:srgbClr val="231F20"/>
                </a:solidFill>
                <a:latin typeface="Arial"/>
                <a:cs typeface="Arial"/>
              </a:rPr>
              <a:t>19</a:t>
            </a:r>
            <a:endParaRPr lang="en-AU" sz="1200" dirty="0"/>
          </a:p>
        </p:txBody>
      </p:sp>
      <p:sp>
        <p:nvSpPr>
          <p:cNvPr id="53" name="TextBox 52">
            <a:extLst>
              <a:ext uri="{FF2B5EF4-FFF2-40B4-BE49-F238E27FC236}">
                <a16:creationId xmlns:a16="http://schemas.microsoft.com/office/drawing/2014/main" id="{335D0822-3BD8-17D5-169F-DDDC0A088413}"/>
              </a:ext>
            </a:extLst>
          </p:cNvPr>
          <p:cNvSpPr txBox="1"/>
          <p:nvPr/>
        </p:nvSpPr>
        <p:spPr>
          <a:xfrm>
            <a:off x="682651" y="8951244"/>
            <a:ext cx="374237" cy="276999"/>
          </a:xfrm>
          <a:prstGeom prst="rect">
            <a:avLst/>
          </a:prstGeom>
          <a:noFill/>
        </p:spPr>
        <p:txBody>
          <a:bodyPr wrap="square" rtlCol="0">
            <a:spAutoFit/>
          </a:bodyPr>
          <a:lstStyle/>
          <a:p>
            <a:r>
              <a:rPr lang="en-US" sz="1200" b="1" spc="-50" dirty="0">
                <a:solidFill>
                  <a:srgbClr val="231F20"/>
                </a:solidFill>
                <a:latin typeface="Arial"/>
                <a:cs typeface="Arial"/>
              </a:rPr>
              <a:t>20</a:t>
            </a:r>
            <a:endParaRPr lang="en-AU" sz="1200" dirty="0"/>
          </a:p>
        </p:txBody>
      </p:sp>
      <p:sp>
        <p:nvSpPr>
          <p:cNvPr id="19" name="Rectangle: Top Corners Snipped 114">
            <a:extLst>
              <a:ext uri="{FF2B5EF4-FFF2-40B4-BE49-F238E27FC236}">
                <a16:creationId xmlns:a16="http://schemas.microsoft.com/office/drawing/2014/main" id="{93B804B6-F70A-BCD3-CC0C-8638CC36451D}"/>
              </a:ext>
            </a:extLst>
          </p:cNvPr>
          <p:cNvSpPr/>
          <p:nvPr/>
        </p:nvSpPr>
        <p:spPr>
          <a:xfrm rot="5400000">
            <a:off x="708397" y="244245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Box 27">
            <a:extLst>
              <a:ext uri="{FF2B5EF4-FFF2-40B4-BE49-F238E27FC236}">
                <a16:creationId xmlns:a16="http://schemas.microsoft.com/office/drawing/2014/main" id="{8F1E72FC-1D41-4020-1F59-71AACB02FAD2}"/>
              </a:ext>
            </a:extLst>
          </p:cNvPr>
          <p:cNvSpPr txBox="1"/>
          <p:nvPr/>
        </p:nvSpPr>
        <p:spPr>
          <a:xfrm>
            <a:off x="646850" y="2538465"/>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1" name="object 34">
            <a:extLst>
              <a:ext uri="{FF2B5EF4-FFF2-40B4-BE49-F238E27FC236}">
                <a16:creationId xmlns:a16="http://schemas.microsoft.com/office/drawing/2014/main" id="{E48896E1-8F93-EF16-3F2F-854458F18460}"/>
              </a:ext>
            </a:extLst>
          </p:cNvPr>
          <p:cNvSpPr txBox="1"/>
          <p:nvPr/>
        </p:nvSpPr>
        <p:spPr>
          <a:xfrm>
            <a:off x="1152144" y="886968"/>
            <a:ext cx="6355080" cy="831235"/>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the levee had been reinforced in 2019, the town __________________ during last year's flood.</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be spared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been spared</a:t>
            </a:r>
            <a:br>
              <a:rPr lang="en-AU" sz="1200" spc="-20" dirty="0">
                <a:solidFill>
                  <a:srgbClr val="231F20"/>
                </a:solidFill>
                <a:latin typeface="Book Antiqua" panose="02040602050305030304" pitchFamily="18" charset="0"/>
                <a:cs typeface="Cambria"/>
              </a:rPr>
            </a:b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would have been spared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had been spared</a:t>
            </a:r>
            <a:endParaRPr lang="en-AU" sz="1200" spc="-20" dirty="0">
              <a:solidFill>
                <a:srgbClr val="231F20"/>
              </a:solidFill>
              <a:latin typeface="Book Antiqua" panose="02040602050305030304" pitchFamily="18" charset="0"/>
              <a:cs typeface="Cambria"/>
            </a:endParaRPr>
          </a:p>
        </p:txBody>
      </p:sp>
      <p:sp>
        <p:nvSpPr>
          <p:cNvPr id="3" name="object 34">
            <a:extLst>
              <a:ext uri="{FF2B5EF4-FFF2-40B4-BE49-F238E27FC236}">
                <a16:creationId xmlns:a16="http://schemas.microsoft.com/office/drawing/2014/main" id="{88946EDA-1133-CBB5-019B-EB283277774F}"/>
              </a:ext>
            </a:extLst>
          </p:cNvPr>
          <p:cNvSpPr txBox="1"/>
          <p:nvPr/>
        </p:nvSpPr>
        <p:spPr>
          <a:xfrm>
            <a:off x="1152144" y="1782211"/>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the state had approved the rail line a decade ago, commuters __________________ an hour in traffic every morning now.</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not have spent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would not be spending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will not spend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did not spend</a:t>
            </a:r>
            <a:endParaRPr lang="en-AU" sz="1200" spc="-20" dirty="0">
              <a:solidFill>
                <a:srgbClr val="231F20"/>
              </a:solidFill>
              <a:latin typeface="Book Antiqua" panose="02040602050305030304" pitchFamily="18" charset="0"/>
              <a:cs typeface="Cambria"/>
            </a:endParaRPr>
          </a:p>
        </p:txBody>
      </p:sp>
      <p:sp>
        <p:nvSpPr>
          <p:cNvPr id="9" name="object 34">
            <a:extLst>
              <a:ext uri="{FF2B5EF4-FFF2-40B4-BE49-F238E27FC236}">
                <a16:creationId xmlns:a16="http://schemas.microsoft.com/office/drawing/2014/main" id="{B74BA4DD-188C-F6FE-E19E-54D7DF8E2F68}"/>
              </a:ext>
            </a:extLst>
          </p:cNvPr>
          <p:cNvSpPr txBox="1"/>
          <p:nvPr/>
        </p:nvSpPr>
        <p:spPr>
          <a:xfrm>
            <a:off x="1152144" y="2488173"/>
            <a:ext cx="6355080" cy="452673"/>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By the time the probe reaches Saturn, it __________________ more than a billion kilometres.</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will travel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travelled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travelled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would have travelled</a:t>
            </a:r>
            <a:endParaRPr lang="en-AU" sz="1200" spc="-20" dirty="0">
              <a:solidFill>
                <a:srgbClr val="231F20"/>
              </a:solidFill>
              <a:latin typeface="Book Antiqua" panose="02040602050305030304" pitchFamily="18" charset="0"/>
              <a:cs typeface="Cambria"/>
            </a:endParaRPr>
          </a:p>
        </p:txBody>
      </p:sp>
      <p:sp>
        <p:nvSpPr>
          <p:cNvPr id="12" name="object 34">
            <a:extLst>
              <a:ext uri="{FF2B5EF4-FFF2-40B4-BE49-F238E27FC236}">
                <a16:creationId xmlns:a16="http://schemas.microsoft.com/office/drawing/2014/main" id="{FB267443-ACBD-AA42-D628-139F166FA948}"/>
              </a:ext>
            </a:extLst>
          </p:cNvPr>
          <p:cNvSpPr txBox="1"/>
          <p:nvPr/>
        </p:nvSpPr>
        <p:spPr>
          <a:xfrm>
            <a:off x="1152144" y="3004855"/>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Neither the lead surgeon nor her assistants __________________ willing to comment on the failed operation.</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was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is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been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were</a:t>
            </a:r>
            <a:endParaRPr lang="en-AU" sz="1200" spc="-20" dirty="0">
              <a:solidFill>
                <a:srgbClr val="231F20"/>
              </a:solidFill>
              <a:latin typeface="Book Antiqua" panose="02040602050305030304" pitchFamily="18" charset="0"/>
              <a:cs typeface="Cambria"/>
            </a:endParaRPr>
          </a:p>
        </p:txBody>
      </p:sp>
      <p:sp>
        <p:nvSpPr>
          <p:cNvPr id="118" name="TextBox 62"/>
          <p:cNvSpPr txBox="1"/>
          <p:nvPr/>
        </p:nvSpPr>
        <p:spPr>
          <a:xfrm>
            <a:off x="786384" y="4290547"/>
            <a:ext cx="6675120" cy="171541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Anaphora:</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start of successive clauses or phrases. e.g. "Every rehearsal, every injury, every sacrifice had led to this night."</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Epistrophe:</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end of successive clauses or phrases. e.g. "She was born in this valley, married in this valley and will be buried in this valley."</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Zeugma:</a:t>
            </a:r>
            <a:r>
              <a:rPr lang="en-US" sz="1200" dirty="0">
                <a:solidFill>
                  <a:srgbClr val="231F20"/>
                </a:solidFill>
                <a:latin typeface="Book Antiqua" panose="02040602050305030304" pitchFamily="18" charset="0"/>
                <a:ea typeface="Cambria" panose="02040503050406030204" pitchFamily="18" charset="0"/>
              </a:rPr>
              <a:t xml:space="preserve"> one word (usually a verb) governs two others in different senses. e.g. "She lost her keys and her temper."</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Hypophora:</a:t>
            </a:r>
            <a:r>
              <a:rPr lang="en-US" sz="1200" dirty="0">
                <a:solidFill>
                  <a:srgbClr val="231F20"/>
                </a:solidFill>
                <a:latin typeface="Book Antiqua" panose="02040602050305030304" pitchFamily="18" charset="0"/>
                <a:ea typeface="Cambria" panose="02040503050406030204" pitchFamily="18" charset="0"/>
              </a:rPr>
              <a:t xml:space="preserve"> raising a question and immediately answering it. e.g. "What did the inquiry find? Almost nothing the public did not already know."</a:t>
            </a:r>
          </a:p>
        </p:txBody>
      </p:sp>
    </p:spTree>
    <p:extLst>
      <p:ext uri="{BB962C8B-B14F-4D97-AF65-F5344CB8AC3E}">
        <p14:creationId xmlns:p14="http://schemas.microsoft.com/office/powerpoint/2010/main" val="237122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3974" cy="9388942"/>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6287" y="1008636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4</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00276" y="5515467"/>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48924" y="55404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Rectangle: Top Corners Snipped 3">
            <a:extLst>
              <a:ext uri="{FF2B5EF4-FFF2-40B4-BE49-F238E27FC236}">
                <a16:creationId xmlns:a16="http://schemas.microsoft.com/office/drawing/2014/main" id="{FC0AEF7C-253D-6201-265D-A625E516970A}"/>
              </a:ext>
            </a:extLst>
          </p:cNvPr>
          <p:cNvSpPr/>
          <p:nvPr/>
        </p:nvSpPr>
        <p:spPr>
          <a:xfrm rot="5400000">
            <a:off x="718472" y="11393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1D313A1B-395F-4350-7234-1F1670FDA344}"/>
              </a:ext>
            </a:extLst>
          </p:cNvPr>
          <p:cNvSpPr/>
          <p:nvPr/>
        </p:nvSpPr>
        <p:spPr>
          <a:xfrm rot="5400000">
            <a:off x="716988" y="16638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81F1C78F-9AFC-CD83-E78C-3F19B10CF191}"/>
              </a:ext>
            </a:extLst>
          </p:cNvPr>
          <p:cNvSpPr/>
          <p:nvPr/>
        </p:nvSpPr>
        <p:spPr>
          <a:xfrm rot="5400000">
            <a:off x="716243" y="2194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Top Corners Snipped 14">
            <a:extLst>
              <a:ext uri="{FF2B5EF4-FFF2-40B4-BE49-F238E27FC236}">
                <a16:creationId xmlns:a16="http://schemas.microsoft.com/office/drawing/2014/main" id="{CD9DBA53-D241-31AA-5A56-58E6CDF22BBF}"/>
              </a:ext>
            </a:extLst>
          </p:cNvPr>
          <p:cNvSpPr/>
          <p:nvPr/>
        </p:nvSpPr>
        <p:spPr>
          <a:xfrm rot="5400000">
            <a:off x="716636" y="27164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85BD043-0637-9DD0-17A5-6BA1B2D672AC}"/>
              </a:ext>
            </a:extLst>
          </p:cNvPr>
          <p:cNvSpPr txBox="1"/>
          <p:nvPr/>
        </p:nvSpPr>
        <p:spPr>
          <a:xfrm>
            <a:off x="715203" y="1243365"/>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17" name="TextBox 16">
            <a:extLst>
              <a:ext uri="{FF2B5EF4-FFF2-40B4-BE49-F238E27FC236}">
                <a16:creationId xmlns:a16="http://schemas.microsoft.com/office/drawing/2014/main" id="{78B1450F-C730-1232-00BD-C1797AFFB3E0}"/>
              </a:ext>
            </a:extLst>
          </p:cNvPr>
          <p:cNvSpPr txBox="1"/>
          <p:nvPr/>
        </p:nvSpPr>
        <p:spPr>
          <a:xfrm>
            <a:off x="727396" y="176600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18" name="TextBox 17">
            <a:extLst>
              <a:ext uri="{FF2B5EF4-FFF2-40B4-BE49-F238E27FC236}">
                <a16:creationId xmlns:a16="http://schemas.microsoft.com/office/drawing/2014/main" id="{C9603284-8A0D-3617-7F56-C8644E5FBFC5}"/>
              </a:ext>
            </a:extLst>
          </p:cNvPr>
          <p:cNvSpPr txBox="1"/>
          <p:nvPr/>
        </p:nvSpPr>
        <p:spPr>
          <a:xfrm>
            <a:off x="759193" y="2287965"/>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22" name="TextBox 21">
            <a:extLst>
              <a:ext uri="{FF2B5EF4-FFF2-40B4-BE49-F238E27FC236}">
                <a16:creationId xmlns:a16="http://schemas.microsoft.com/office/drawing/2014/main" id="{8D73D214-4D81-918A-A4D9-252BC0296801}"/>
              </a:ext>
            </a:extLst>
          </p:cNvPr>
          <p:cNvSpPr txBox="1"/>
          <p:nvPr/>
        </p:nvSpPr>
        <p:spPr>
          <a:xfrm>
            <a:off x="738132" y="282526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23" name="Rectangle: Top Corners Snipped 22">
            <a:extLst>
              <a:ext uri="{FF2B5EF4-FFF2-40B4-BE49-F238E27FC236}">
                <a16:creationId xmlns:a16="http://schemas.microsoft.com/office/drawing/2014/main" id="{4006A166-CFE5-212E-429A-4AA215536A69}"/>
              </a:ext>
            </a:extLst>
          </p:cNvPr>
          <p:cNvSpPr/>
          <p:nvPr/>
        </p:nvSpPr>
        <p:spPr>
          <a:xfrm rot="5400000">
            <a:off x="713658" y="32516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Box 23">
            <a:extLst>
              <a:ext uri="{FF2B5EF4-FFF2-40B4-BE49-F238E27FC236}">
                <a16:creationId xmlns:a16="http://schemas.microsoft.com/office/drawing/2014/main" id="{8CF09DE0-87D0-95C2-8909-7BB88995FFAD}"/>
              </a:ext>
            </a:extLst>
          </p:cNvPr>
          <p:cNvSpPr txBox="1"/>
          <p:nvPr/>
        </p:nvSpPr>
        <p:spPr>
          <a:xfrm>
            <a:off x="727927" y="3348742"/>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35" name="TextBox 34">
            <a:extLst>
              <a:ext uri="{FF2B5EF4-FFF2-40B4-BE49-F238E27FC236}">
                <a16:creationId xmlns:a16="http://schemas.microsoft.com/office/drawing/2014/main" id="{22E2A9D6-1DE1-CDCA-AAFC-C1C376759E44}"/>
              </a:ext>
            </a:extLst>
          </p:cNvPr>
          <p:cNvSpPr txBox="1"/>
          <p:nvPr/>
        </p:nvSpPr>
        <p:spPr>
          <a:xfrm>
            <a:off x="727396" y="566260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Identify the type of clause bolded in each sentence, by shading one bubble.</a:t>
            </a:r>
            <a:endParaRPr lang="en-AU" sz="1200" dirty="0"/>
          </a:p>
        </p:txBody>
      </p:sp>
      <p:sp>
        <p:nvSpPr>
          <p:cNvPr id="78" name="Rectangle: Top Corners Snipped 77">
            <a:extLst>
              <a:ext uri="{FF2B5EF4-FFF2-40B4-BE49-F238E27FC236}">
                <a16:creationId xmlns:a16="http://schemas.microsoft.com/office/drawing/2014/main" id="{579AFCF8-C813-9368-222C-B90982941BBF}"/>
              </a:ext>
            </a:extLst>
          </p:cNvPr>
          <p:cNvSpPr/>
          <p:nvPr/>
        </p:nvSpPr>
        <p:spPr>
          <a:xfrm rot="5400000">
            <a:off x="714930" y="37819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9" name="Rectangle: Top Corners Snipped 78">
            <a:extLst>
              <a:ext uri="{FF2B5EF4-FFF2-40B4-BE49-F238E27FC236}">
                <a16:creationId xmlns:a16="http://schemas.microsoft.com/office/drawing/2014/main" id="{46ACBDA6-634E-A248-DF43-17A234565517}"/>
              </a:ext>
            </a:extLst>
          </p:cNvPr>
          <p:cNvSpPr/>
          <p:nvPr/>
        </p:nvSpPr>
        <p:spPr>
          <a:xfrm rot="5400000">
            <a:off x="715345" y="43323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Rectangle: Top Corners Snipped 79">
            <a:extLst>
              <a:ext uri="{FF2B5EF4-FFF2-40B4-BE49-F238E27FC236}">
                <a16:creationId xmlns:a16="http://schemas.microsoft.com/office/drawing/2014/main" id="{E75BE725-AF10-68E5-0762-CD5ADBE2E942}"/>
              </a:ext>
            </a:extLst>
          </p:cNvPr>
          <p:cNvSpPr/>
          <p:nvPr/>
        </p:nvSpPr>
        <p:spPr>
          <a:xfrm rot="5400000">
            <a:off x="713658" y="601834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ectangle: Top Corners Snipped 80">
            <a:extLst>
              <a:ext uri="{FF2B5EF4-FFF2-40B4-BE49-F238E27FC236}">
                <a16:creationId xmlns:a16="http://schemas.microsoft.com/office/drawing/2014/main" id="{82C1FBA6-CBCF-A9B5-52EF-33725DC32409}"/>
              </a:ext>
            </a:extLst>
          </p:cNvPr>
          <p:cNvSpPr/>
          <p:nvPr/>
        </p:nvSpPr>
        <p:spPr>
          <a:xfrm rot="5400000">
            <a:off x="717990" y="48623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28BED239-28F2-CDB6-F458-BC525B5715EB}"/>
              </a:ext>
            </a:extLst>
          </p:cNvPr>
          <p:cNvSpPr txBox="1"/>
          <p:nvPr/>
        </p:nvSpPr>
        <p:spPr>
          <a:xfrm>
            <a:off x="1224055" y="8587353"/>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Because the evidence had been obtained illegally, </a:t>
            </a:r>
            <a:r>
              <a:rPr lang="en-AU" sz="1200" dirty="0" b="1">
                <a:latin typeface="Book Antiqua" panose="02040602050305030304" pitchFamily="18" charset="0"/>
              </a:rPr>
              <a:t>the judge refused to admit it</a:t>
            </a:r>
            <a:r>
              <a:rPr lang="en-AU" sz="1200" dirty="0">
                <a:latin typeface="Book Antiqua" panose="02040602050305030304" pitchFamily="18" charset="0"/>
              </a:rPr>
              <a:t>.</a:t>
            </a:r>
            <a:endParaRPr sz="1200" dirty="0">
              <a:latin typeface="Book Antiqua" panose="02040602050305030304" pitchFamily="18" charset="0"/>
              <a:cs typeface="Cambria"/>
            </a:endParaRPr>
          </a:p>
        </p:txBody>
      </p:sp>
      <p:pic>
        <p:nvPicPr>
          <p:cNvPr id="83" name="object 41">
            <a:extLst>
              <a:ext uri="{FF2B5EF4-FFF2-40B4-BE49-F238E27FC236}">
                <a16:creationId xmlns:a16="http://schemas.microsoft.com/office/drawing/2014/main" id="{A9FFA61C-FE53-88D2-F74B-D457F129D7FA}"/>
              </a:ext>
            </a:extLst>
          </p:cNvPr>
          <p:cNvPicPr/>
          <p:nvPr/>
        </p:nvPicPr>
        <p:blipFill>
          <a:blip r:embed="rId2" cstate="print"/>
          <a:stretch>
            <a:fillRect/>
          </a:stretch>
        </p:blipFill>
        <p:spPr>
          <a:xfrm>
            <a:off x="1243584" y="6563534"/>
            <a:ext cx="179997" cy="108000"/>
          </a:xfrm>
          <a:prstGeom prst="rect">
            <a:avLst/>
          </a:prstGeom>
        </p:spPr>
      </p:pic>
      <p:pic>
        <p:nvPicPr>
          <p:cNvPr id="84" name="object 41">
            <a:extLst>
              <a:ext uri="{FF2B5EF4-FFF2-40B4-BE49-F238E27FC236}">
                <a16:creationId xmlns:a16="http://schemas.microsoft.com/office/drawing/2014/main" id="{3F683A09-2C3B-013F-C0FE-21B50E6EA30F}"/>
              </a:ext>
            </a:extLst>
          </p:cNvPr>
          <p:cNvPicPr/>
          <p:nvPr/>
        </p:nvPicPr>
        <p:blipFill>
          <a:blip r:embed="rId2" cstate="print"/>
          <a:stretch>
            <a:fillRect/>
          </a:stretch>
        </p:blipFill>
        <p:spPr>
          <a:xfrm>
            <a:off x="2212848" y="6566159"/>
            <a:ext cx="179997" cy="108000"/>
          </a:xfrm>
          <a:prstGeom prst="rect">
            <a:avLst/>
          </a:prstGeom>
        </p:spPr>
      </p:pic>
      <p:sp>
        <p:nvSpPr>
          <p:cNvPr id="85" name="object 34">
            <a:extLst>
              <a:ext uri="{FF2B5EF4-FFF2-40B4-BE49-F238E27FC236}">
                <a16:creationId xmlns:a16="http://schemas.microsoft.com/office/drawing/2014/main" id="{04EB9E24-4906-FA3F-3C40-19817CB4D62B}"/>
              </a:ext>
            </a:extLst>
          </p:cNvPr>
          <p:cNvSpPr txBox="1"/>
          <p:nvPr/>
        </p:nvSpPr>
        <p:spPr>
          <a:xfrm>
            <a:off x="1536192" y="6524752"/>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86" name="object 34">
            <a:extLst>
              <a:ext uri="{FF2B5EF4-FFF2-40B4-BE49-F238E27FC236}">
                <a16:creationId xmlns:a16="http://schemas.microsoft.com/office/drawing/2014/main" id="{3DFFC117-250E-39E9-5865-208C38B7A6C0}"/>
              </a:ext>
            </a:extLst>
          </p:cNvPr>
          <p:cNvSpPr txBox="1"/>
          <p:nvPr/>
        </p:nvSpPr>
        <p:spPr>
          <a:xfrm>
            <a:off x="2505456" y="6516205"/>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87" name="object 41">
            <a:extLst>
              <a:ext uri="{FF2B5EF4-FFF2-40B4-BE49-F238E27FC236}">
                <a16:creationId xmlns:a16="http://schemas.microsoft.com/office/drawing/2014/main" id="{80B87D15-A713-325E-CF31-E589875EC093}"/>
              </a:ext>
            </a:extLst>
          </p:cNvPr>
          <p:cNvPicPr/>
          <p:nvPr/>
        </p:nvPicPr>
        <p:blipFill>
          <a:blip r:embed="rId2" cstate="print"/>
          <a:stretch>
            <a:fillRect/>
          </a:stretch>
        </p:blipFill>
        <p:spPr>
          <a:xfrm>
            <a:off x="4087368" y="6571617"/>
            <a:ext cx="179997" cy="108000"/>
          </a:xfrm>
          <a:prstGeom prst="rect">
            <a:avLst/>
          </a:prstGeom>
        </p:spPr>
      </p:pic>
      <p:sp>
        <p:nvSpPr>
          <p:cNvPr id="88" name="object 34">
            <a:extLst>
              <a:ext uri="{FF2B5EF4-FFF2-40B4-BE49-F238E27FC236}">
                <a16:creationId xmlns:a16="http://schemas.microsoft.com/office/drawing/2014/main" id="{D02143DC-90F4-8935-776B-F0E46C9D728D}"/>
              </a:ext>
            </a:extLst>
          </p:cNvPr>
          <p:cNvSpPr txBox="1"/>
          <p:nvPr/>
        </p:nvSpPr>
        <p:spPr>
          <a:xfrm>
            <a:off x="1228919" y="6150160"/>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Whether the autopsy report was leaked deliberately</a:t>
            </a:r>
            <a:r>
              <a:rPr lang="en-AU" sz="1200" dirty="0">
                <a:latin typeface="Book Antiqua" panose="02040602050305030304" pitchFamily="18" charset="0"/>
              </a:rPr>
              <a:t xml:space="preserve"> remains unclear.</a:t>
            </a:r>
            <a:endParaRPr sz="1200" dirty="0">
              <a:latin typeface="Book Antiqua" panose="02040602050305030304" pitchFamily="18" charset="0"/>
              <a:cs typeface="Cambria"/>
            </a:endParaRPr>
          </a:p>
        </p:txBody>
      </p:sp>
      <p:sp>
        <p:nvSpPr>
          <p:cNvPr id="89" name="object 34">
            <a:extLst>
              <a:ext uri="{FF2B5EF4-FFF2-40B4-BE49-F238E27FC236}">
                <a16:creationId xmlns:a16="http://schemas.microsoft.com/office/drawing/2014/main" id="{9450EFC7-6903-D13D-1DA4-4D5B64A49FB2}"/>
              </a:ext>
            </a:extLst>
          </p:cNvPr>
          <p:cNvSpPr txBox="1"/>
          <p:nvPr/>
        </p:nvSpPr>
        <p:spPr>
          <a:xfrm>
            <a:off x="4379976" y="6523881"/>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sp>
        <p:nvSpPr>
          <p:cNvPr id="90" name="object 34">
            <a:extLst>
              <a:ext uri="{FF2B5EF4-FFF2-40B4-BE49-F238E27FC236}">
                <a16:creationId xmlns:a16="http://schemas.microsoft.com/office/drawing/2014/main" id="{E7579CE4-4B27-E89D-461D-548B2B389F7D}"/>
              </a:ext>
            </a:extLst>
          </p:cNvPr>
          <p:cNvSpPr txBox="1"/>
          <p:nvPr/>
        </p:nvSpPr>
        <p:spPr>
          <a:xfrm>
            <a:off x="1218782" y="6922222"/>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violinist, </a:t>
            </a:r>
            <a:r>
              <a:rPr lang="en-AU" sz="1200" dirty="0" b="1">
                <a:latin typeface="Book Antiqua" panose="02040602050305030304" pitchFamily="18" charset="0"/>
              </a:rPr>
              <a:t>whose left hand had been crushed in an accident</a:t>
            </a:r>
            <a:r>
              <a:rPr lang="en-AU" sz="1200" dirty="0">
                <a:latin typeface="Book Antiqua" panose="02040602050305030304" pitchFamily="18" charset="0"/>
              </a:rPr>
              <a:t>, retrained as a conductor.</a:t>
            </a:r>
            <a:endParaRPr sz="1200" dirty="0">
              <a:latin typeface="Book Antiqua" panose="02040602050305030304" pitchFamily="18" charset="0"/>
              <a:cs typeface="Cambria"/>
            </a:endParaRPr>
          </a:p>
        </p:txBody>
      </p:sp>
      <p:sp>
        <p:nvSpPr>
          <p:cNvPr id="97" name="object 34">
            <a:extLst>
              <a:ext uri="{FF2B5EF4-FFF2-40B4-BE49-F238E27FC236}">
                <a16:creationId xmlns:a16="http://schemas.microsoft.com/office/drawing/2014/main" id="{FC601826-4320-9699-A416-177BD96B3E35}"/>
              </a:ext>
            </a:extLst>
          </p:cNvPr>
          <p:cNvSpPr txBox="1"/>
          <p:nvPr/>
        </p:nvSpPr>
        <p:spPr>
          <a:xfrm>
            <a:off x="1235496" y="773246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Although the ice was visibly thinning</a:t>
            </a:r>
            <a:r>
              <a:rPr lang="en-AU" sz="1200" dirty="0">
                <a:latin typeface="Book Antiqua" panose="02040602050305030304" pitchFamily="18" charset="0"/>
              </a:rPr>
              <a:t>, the expedition pressed on towards the pole.</a:t>
            </a:r>
            <a:endParaRPr sz="1200" dirty="0">
              <a:latin typeface="Book Antiqua" panose="02040602050305030304" pitchFamily="18" charset="0"/>
              <a:cs typeface="Cambria"/>
            </a:endParaRPr>
          </a:p>
        </p:txBody>
      </p:sp>
      <p:sp>
        <p:nvSpPr>
          <p:cNvPr id="110" name="TextBox 109">
            <a:extLst>
              <a:ext uri="{FF2B5EF4-FFF2-40B4-BE49-F238E27FC236}">
                <a16:creationId xmlns:a16="http://schemas.microsoft.com/office/drawing/2014/main" id="{58972C13-0C4A-39BB-44FE-1AA438B6BA82}"/>
              </a:ext>
            </a:extLst>
          </p:cNvPr>
          <p:cNvSpPr txBox="1"/>
          <p:nvPr/>
        </p:nvSpPr>
        <p:spPr>
          <a:xfrm>
            <a:off x="715203" y="3885680"/>
            <a:ext cx="347022"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111" name="TextBox 110">
            <a:extLst>
              <a:ext uri="{FF2B5EF4-FFF2-40B4-BE49-F238E27FC236}">
                <a16:creationId xmlns:a16="http://schemas.microsoft.com/office/drawing/2014/main" id="{6E409CA8-C572-E6AB-AFD5-48240746A6AD}"/>
              </a:ext>
            </a:extLst>
          </p:cNvPr>
          <p:cNvSpPr txBox="1"/>
          <p:nvPr/>
        </p:nvSpPr>
        <p:spPr>
          <a:xfrm>
            <a:off x="717043" y="4428997"/>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112" name="TextBox 111">
            <a:extLst>
              <a:ext uri="{FF2B5EF4-FFF2-40B4-BE49-F238E27FC236}">
                <a16:creationId xmlns:a16="http://schemas.microsoft.com/office/drawing/2014/main" id="{9EC943BE-3DF5-95E5-3140-B8EE3F7A917A}"/>
              </a:ext>
            </a:extLst>
          </p:cNvPr>
          <p:cNvSpPr txBox="1"/>
          <p:nvPr/>
        </p:nvSpPr>
        <p:spPr>
          <a:xfrm>
            <a:off x="727396" y="4957754"/>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113" name="TextBox 112">
            <a:extLst>
              <a:ext uri="{FF2B5EF4-FFF2-40B4-BE49-F238E27FC236}">
                <a16:creationId xmlns:a16="http://schemas.microsoft.com/office/drawing/2014/main" id="{0F3AEB84-05A1-A574-9D5A-75F8AEEBAAC7}"/>
              </a:ext>
            </a:extLst>
          </p:cNvPr>
          <p:cNvSpPr txBox="1"/>
          <p:nvPr/>
        </p:nvSpPr>
        <p:spPr>
          <a:xfrm>
            <a:off x="703255" y="6104169"/>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114" name="Rectangle: Top Corners Snipped 113">
            <a:extLst>
              <a:ext uri="{FF2B5EF4-FFF2-40B4-BE49-F238E27FC236}">
                <a16:creationId xmlns:a16="http://schemas.microsoft.com/office/drawing/2014/main" id="{EC838EB9-E2B2-6FDB-B941-BD8D40AB1532}"/>
              </a:ext>
            </a:extLst>
          </p:cNvPr>
          <p:cNvSpPr/>
          <p:nvPr/>
        </p:nvSpPr>
        <p:spPr>
          <a:xfrm rot="5400000">
            <a:off x="713259" y="680586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object 34">
            <a:extLst>
              <a:ext uri="{FF2B5EF4-FFF2-40B4-BE49-F238E27FC236}">
                <a16:creationId xmlns:a16="http://schemas.microsoft.com/office/drawing/2014/main" id="{2AAE0305-AB1C-E581-A266-5D58241F1421}"/>
              </a:ext>
            </a:extLst>
          </p:cNvPr>
          <p:cNvSpPr txBox="1"/>
          <p:nvPr/>
        </p:nvSpPr>
        <p:spPr>
          <a:xfrm>
            <a:off x="1235496" y="940171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Historians still debate </a:t>
            </a:r>
            <a:r>
              <a:rPr lang="en-AU" sz="1200" dirty="0" b="1">
                <a:latin typeface="Book Antiqua" panose="02040602050305030304" pitchFamily="18" charset="0"/>
              </a:rPr>
              <a:t>why the colony was abandoned so suddenly</a:t>
            </a:r>
            <a:r>
              <a:rPr lang="en-AU" sz="1200" dirty="0">
                <a:latin typeface="Book Antiqua" panose="02040602050305030304" pitchFamily="18" charset="0"/>
              </a:rPr>
              <a:t>.</a:t>
            </a:r>
            <a:endParaRPr sz="1200" b="1" dirty="0">
              <a:latin typeface="Book Antiqua" panose="02040602050305030304" pitchFamily="18" charset="0"/>
              <a:cs typeface="Cambria"/>
            </a:endParaRPr>
          </a:p>
        </p:txBody>
      </p:sp>
      <p:sp>
        <p:nvSpPr>
          <p:cNvPr id="122" name="TextBox 121">
            <a:extLst>
              <a:ext uri="{FF2B5EF4-FFF2-40B4-BE49-F238E27FC236}">
                <a16:creationId xmlns:a16="http://schemas.microsoft.com/office/drawing/2014/main" id="{82AA2BD0-0418-2FD5-C28A-4DFF43DC4B0D}"/>
              </a:ext>
            </a:extLst>
          </p:cNvPr>
          <p:cNvSpPr txBox="1"/>
          <p:nvPr/>
        </p:nvSpPr>
        <p:spPr>
          <a:xfrm>
            <a:off x="701016" y="6891689"/>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pic>
        <p:nvPicPr>
          <p:cNvPr id="123" name="object 41">
            <a:extLst>
              <a:ext uri="{FF2B5EF4-FFF2-40B4-BE49-F238E27FC236}">
                <a16:creationId xmlns:a16="http://schemas.microsoft.com/office/drawing/2014/main" id="{EFB6F170-7F70-0492-6F58-525BCAA2A187}"/>
              </a:ext>
            </a:extLst>
          </p:cNvPr>
          <p:cNvPicPr/>
          <p:nvPr/>
        </p:nvPicPr>
        <p:blipFill>
          <a:blip r:embed="rId2" cstate="print"/>
          <a:stretch>
            <a:fillRect/>
          </a:stretch>
        </p:blipFill>
        <p:spPr>
          <a:xfrm>
            <a:off x="5303520" y="6565518"/>
            <a:ext cx="179997" cy="108000"/>
          </a:xfrm>
          <a:prstGeom prst="rect">
            <a:avLst/>
          </a:prstGeom>
        </p:spPr>
      </p:pic>
      <p:sp>
        <p:nvSpPr>
          <p:cNvPr id="124" name="object 34">
            <a:extLst>
              <a:ext uri="{FF2B5EF4-FFF2-40B4-BE49-F238E27FC236}">
                <a16:creationId xmlns:a16="http://schemas.microsoft.com/office/drawing/2014/main" id="{8200F518-477F-4443-9CEC-2FB10DE087D0}"/>
              </a:ext>
            </a:extLst>
          </p:cNvPr>
          <p:cNvSpPr txBox="1"/>
          <p:nvPr/>
        </p:nvSpPr>
        <p:spPr>
          <a:xfrm>
            <a:off x="5596128" y="651778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25" name="object 41">
            <a:extLst>
              <a:ext uri="{FF2B5EF4-FFF2-40B4-BE49-F238E27FC236}">
                <a16:creationId xmlns:a16="http://schemas.microsoft.com/office/drawing/2014/main" id="{6F4B2302-F013-610A-7863-ADDD82D4B517}"/>
              </a:ext>
            </a:extLst>
          </p:cNvPr>
          <p:cNvPicPr/>
          <p:nvPr/>
        </p:nvPicPr>
        <p:blipFill>
          <a:blip r:embed="rId2" cstate="print"/>
          <a:stretch>
            <a:fillRect/>
          </a:stretch>
        </p:blipFill>
        <p:spPr>
          <a:xfrm>
            <a:off x="1243584" y="7349089"/>
            <a:ext cx="179997" cy="108000"/>
          </a:xfrm>
          <a:prstGeom prst="rect">
            <a:avLst/>
          </a:prstGeom>
        </p:spPr>
      </p:pic>
      <p:pic>
        <p:nvPicPr>
          <p:cNvPr id="126" name="object 41">
            <a:extLst>
              <a:ext uri="{FF2B5EF4-FFF2-40B4-BE49-F238E27FC236}">
                <a16:creationId xmlns:a16="http://schemas.microsoft.com/office/drawing/2014/main" id="{21D92E04-82B0-381A-B668-4B820D3A67BB}"/>
              </a:ext>
            </a:extLst>
          </p:cNvPr>
          <p:cNvPicPr/>
          <p:nvPr/>
        </p:nvPicPr>
        <p:blipFill>
          <a:blip r:embed="rId2" cstate="print"/>
          <a:stretch>
            <a:fillRect/>
          </a:stretch>
        </p:blipFill>
        <p:spPr>
          <a:xfrm>
            <a:off x="2212848" y="7351714"/>
            <a:ext cx="179997" cy="108000"/>
          </a:xfrm>
          <a:prstGeom prst="rect">
            <a:avLst/>
          </a:prstGeom>
        </p:spPr>
      </p:pic>
      <p:sp>
        <p:nvSpPr>
          <p:cNvPr id="127" name="object 34">
            <a:extLst>
              <a:ext uri="{FF2B5EF4-FFF2-40B4-BE49-F238E27FC236}">
                <a16:creationId xmlns:a16="http://schemas.microsoft.com/office/drawing/2014/main" id="{3EA259BA-1E3E-4A7C-92AD-44D4E067FA77}"/>
              </a:ext>
            </a:extLst>
          </p:cNvPr>
          <p:cNvSpPr txBox="1"/>
          <p:nvPr/>
        </p:nvSpPr>
        <p:spPr>
          <a:xfrm>
            <a:off x="1536192" y="7310307"/>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28" name="object 34">
            <a:extLst>
              <a:ext uri="{FF2B5EF4-FFF2-40B4-BE49-F238E27FC236}">
                <a16:creationId xmlns:a16="http://schemas.microsoft.com/office/drawing/2014/main" id="{48C6699B-6FFC-0173-7CA9-3AFC5C516999}"/>
              </a:ext>
            </a:extLst>
          </p:cNvPr>
          <p:cNvSpPr txBox="1"/>
          <p:nvPr/>
        </p:nvSpPr>
        <p:spPr>
          <a:xfrm>
            <a:off x="2505456" y="7301760"/>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29" name="object 41">
            <a:extLst>
              <a:ext uri="{FF2B5EF4-FFF2-40B4-BE49-F238E27FC236}">
                <a16:creationId xmlns:a16="http://schemas.microsoft.com/office/drawing/2014/main" id="{C5C29719-A335-FADD-4F24-7B8C3785669D}"/>
              </a:ext>
            </a:extLst>
          </p:cNvPr>
          <p:cNvPicPr/>
          <p:nvPr/>
        </p:nvPicPr>
        <p:blipFill>
          <a:blip r:embed="rId2" cstate="print"/>
          <a:stretch>
            <a:fillRect/>
          </a:stretch>
        </p:blipFill>
        <p:spPr>
          <a:xfrm>
            <a:off x="4087368" y="7357172"/>
            <a:ext cx="179997" cy="108000"/>
          </a:xfrm>
          <a:prstGeom prst="rect">
            <a:avLst/>
          </a:prstGeom>
        </p:spPr>
      </p:pic>
      <p:sp>
        <p:nvSpPr>
          <p:cNvPr id="130" name="object 34">
            <a:extLst>
              <a:ext uri="{FF2B5EF4-FFF2-40B4-BE49-F238E27FC236}">
                <a16:creationId xmlns:a16="http://schemas.microsoft.com/office/drawing/2014/main" id="{9B29C507-DE06-3610-5090-DAE6E22BD56E}"/>
              </a:ext>
            </a:extLst>
          </p:cNvPr>
          <p:cNvSpPr txBox="1"/>
          <p:nvPr/>
        </p:nvSpPr>
        <p:spPr>
          <a:xfrm>
            <a:off x="4379976" y="7309436"/>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1" name="object 41">
            <a:extLst>
              <a:ext uri="{FF2B5EF4-FFF2-40B4-BE49-F238E27FC236}">
                <a16:creationId xmlns:a16="http://schemas.microsoft.com/office/drawing/2014/main" id="{B4A10ADD-6493-967F-D826-2748CF58AA8A}"/>
              </a:ext>
            </a:extLst>
          </p:cNvPr>
          <p:cNvPicPr/>
          <p:nvPr/>
        </p:nvPicPr>
        <p:blipFill>
          <a:blip r:embed="rId2" cstate="print"/>
          <a:stretch>
            <a:fillRect/>
          </a:stretch>
        </p:blipFill>
        <p:spPr>
          <a:xfrm>
            <a:off x="5303520" y="7351073"/>
            <a:ext cx="179997" cy="108000"/>
          </a:xfrm>
          <a:prstGeom prst="rect">
            <a:avLst/>
          </a:prstGeom>
        </p:spPr>
      </p:pic>
      <p:sp>
        <p:nvSpPr>
          <p:cNvPr id="132" name="object 34">
            <a:extLst>
              <a:ext uri="{FF2B5EF4-FFF2-40B4-BE49-F238E27FC236}">
                <a16:creationId xmlns:a16="http://schemas.microsoft.com/office/drawing/2014/main" id="{64804BDC-6BA9-EE79-56B3-3DD3576957D5}"/>
              </a:ext>
            </a:extLst>
          </p:cNvPr>
          <p:cNvSpPr txBox="1"/>
          <p:nvPr/>
        </p:nvSpPr>
        <p:spPr>
          <a:xfrm>
            <a:off x="5596128" y="7303337"/>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33" name="object 41">
            <a:extLst>
              <a:ext uri="{FF2B5EF4-FFF2-40B4-BE49-F238E27FC236}">
                <a16:creationId xmlns:a16="http://schemas.microsoft.com/office/drawing/2014/main" id="{4CC8E471-B853-2EDC-511B-CEE82D8D2293}"/>
              </a:ext>
            </a:extLst>
          </p:cNvPr>
          <p:cNvPicPr/>
          <p:nvPr/>
        </p:nvPicPr>
        <p:blipFill>
          <a:blip r:embed="rId2" cstate="print"/>
          <a:stretch>
            <a:fillRect/>
          </a:stretch>
        </p:blipFill>
        <p:spPr>
          <a:xfrm>
            <a:off x="1243584" y="8183171"/>
            <a:ext cx="179997" cy="108000"/>
          </a:xfrm>
          <a:prstGeom prst="rect">
            <a:avLst/>
          </a:prstGeom>
        </p:spPr>
      </p:pic>
      <p:pic>
        <p:nvPicPr>
          <p:cNvPr id="134" name="object 41">
            <a:extLst>
              <a:ext uri="{FF2B5EF4-FFF2-40B4-BE49-F238E27FC236}">
                <a16:creationId xmlns:a16="http://schemas.microsoft.com/office/drawing/2014/main" id="{E0515234-E58D-9C57-B431-E045D29229C3}"/>
              </a:ext>
            </a:extLst>
          </p:cNvPr>
          <p:cNvPicPr/>
          <p:nvPr/>
        </p:nvPicPr>
        <p:blipFill>
          <a:blip r:embed="rId2" cstate="print"/>
          <a:stretch>
            <a:fillRect/>
          </a:stretch>
        </p:blipFill>
        <p:spPr>
          <a:xfrm>
            <a:off x="2212848" y="8185796"/>
            <a:ext cx="179997" cy="108000"/>
          </a:xfrm>
          <a:prstGeom prst="rect">
            <a:avLst/>
          </a:prstGeom>
        </p:spPr>
      </p:pic>
      <p:sp>
        <p:nvSpPr>
          <p:cNvPr id="135" name="object 34">
            <a:extLst>
              <a:ext uri="{FF2B5EF4-FFF2-40B4-BE49-F238E27FC236}">
                <a16:creationId xmlns:a16="http://schemas.microsoft.com/office/drawing/2014/main" id="{4FFA9BE0-7F91-D5FF-9732-CB42EF92CA58}"/>
              </a:ext>
            </a:extLst>
          </p:cNvPr>
          <p:cNvSpPr txBox="1"/>
          <p:nvPr/>
        </p:nvSpPr>
        <p:spPr>
          <a:xfrm>
            <a:off x="1536192" y="8144389"/>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36" name="object 34">
            <a:extLst>
              <a:ext uri="{FF2B5EF4-FFF2-40B4-BE49-F238E27FC236}">
                <a16:creationId xmlns:a16="http://schemas.microsoft.com/office/drawing/2014/main" id="{E98642CB-6902-5ECC-F2CC-0C50D2921724}"/>
              </a:ext>
            </a:extLst>
          </p:cNvPr>
          <p:cNvSpPr txBox="1"/>
          <p:nvPr/>
        </p:nvSpPr>
        <p:spPr>
          <a:xfrm>
            <a:off x="2505456" y="8135842"/>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37" name="object 41">
            <a:extLst>
              <a:ext uri="{FF2B5EF4-FFF2-40B4-BE49-F238E27FC236}">
                <a16:creationId xmlns:a16="http://schemas.microsoft.com/office/drawing/2014/main" id="{EF7E3A78-1C96-C960-825C-8A9D6BA3ADE1}"/>
              </a:ext>
            </a:extLst>
          </p:cNvPr>
          <p:cNvPicPr/>
          <p:nvPr/>
        </p:nvPicPr>
        <p:blipFill>
          <a:blip r:embed="rId2" cstate="print"/>
          <a:stretch>
            <a:fillRect/>
          </a:stretch>
        </p:blipFill>
        <p:spPr>
          <a:xfrm>
            <a:off x="4087368" y="8191254"/>
            <a:ext cx="179997" cy="108000"/>
          </a:xfrm>
          <a:prstGeom prst="rect">
            <a:avLst/>
          </a:prstGeom>
        </p:spPr>
      </p:pic>
      <p:sp>
        <p:nvSpPr>
          <p:cNvPr id="138" name="object 34">
            <a:extLst>
              <a:ext uri="{FF2B5EF4-FFF2-40B4-BE49-F238E27FC236}">
                <a16:creationId xmlns:a16="http://schemas.microsoft.com/office/drawing/2014/main" id="{9485F339-CA79-252B-3FE3-450E13B6C0A4}"/>
              </a:ext>
            </a:extLst>
          </p:cNvPr>
          <p:cNvSpPr txBox="1"/>
          <p:nvPr/>
        </p:nvSpPr>
        <p:spPr>
          <a:xfrm>
            <a:off x="4379976" y="8143518"/>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9" name="object 41">
            <a:extLst>
              <a:ext uri="{FF2B5EF4-FFF2-40B4-BE49-F238E27FC236}">
                <a16:creationId xmlns:a16="http://schemas.microsoft.com/office/drawing/2014/main" id="{E2A4EEAB-B71F-62E8-9702-3AB135F48BB1}"/>
              </a:ext>
            </a:extLst>
          </p:cNvPr>
          <p:cNvPicPr/>
          <p:nvPr/>
        </p:nvPicPr>
        <p:blipFill>
          <a:blip r:embed="rId2" cstate="print"/>
          <a:stretch>
            <a:fillRect/>
          </a:stretch>
        </p:blipFill>
        <p:spPr>
          <a:xfrm>
            <a:off x="5303520" y="8185155"/>
            <a:ext cx="179997" cy="108000"/>
          </a:xfrm>
          <a:prstGeom prst="rect">
            <a:avLst/>
          </a:prstGeom>
        </p:spPr>
      </p:pic>
      <p:sp>
        <p:nvSpPr>
          <p:cNvPr id="140" name="object 34">
            <a:extLst>
              <a:ext uri="{FF2B5EF4-FFF2-40B4-BE49-F238E27FC236}">
                <a16:creationId xmlns:a16="http://schemas.microsoft.com/office/drawing/2014/main" id="{10C71FB9-B819-8F7E-526E-B1B02B2C6030}"/>
              </a:ext>
            </a:extLst>
          </p:cNvPr>
          <p:cNvSpPr txBox="1"/>
          <p:nvPr/>
        </p:nvSpPr>
        <p:spPr>
          <a:xfrm>
            <a:off x="5596128" y="8137419"/>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1" name="object 41">
            <a:extLst>
              <a:ext uri="{FF2B5EF4-FFF2-40B4-BE49-F238E27FC236}">
                <a16:creationId xmlns:a16="http://schemas.microsoft.com/office/drawing/2014/main" id="{E5159FCA-93BD-F7FB-AB19-9FD7E04BF126}"/>
              </a:ext>
            </a:extLst>
          </p:cNvPr>
          <p:cNvPicPr/>
          <p:nvPr/>
        </p:nvPicPr>
        <p:blipFill>
          <a:blip r:embed="rId2" cstate="print"/>
          <a:stretch>
            <a:fillRect/>
          </a:stretch>
        </p:blipFill>
        <p:spPr>
          <a:xfrm>
            <a:off x="1243584" y="8985483"/>
            <a:ext cx="179997" cy="108000"/>
          </a:xfrm>
          <a:prstGeom prst="rect">
            <a:avLst/>
          </a:prstGeom>
        </p:spPr>
      </p:pic>
      <p:pic>
        <p:nvPicPr>
          <p:cNvPr id="142" name="object 41">
            <a:extLst>
              <a:ext uri="{FF2B5EF4-FFF2-40B4-BE49-F238E27FC236}">
                <a16:creationId xmlns:a16="http://schemas.microsoft.com/office/drawing/2014/main" id="{2A0EB36B-8BA7-6E8A-EFC4-87110B2F4E24}"/>
              </a:ext>
            </a:extLst>
          </p:cNvPr>
          <p:cNvPicPr/>
          <p:nvPr/>
        </p:nvPicPr>
        <p:blipFill>
          <a:blip r:embed="rId2" cstate="print"/>
          <a:stretch>
            <a:fillRect/>
          </a:stretch>
        </p:blipFill>
        <p:spPr>
          <a:xfrm>
            <a:off x="2212848" y="8988108"/>
            <a:ext cx="179997" cy="108000"/>
          </a:xfrm>
          <a:prstGeom prst="rect">
            <a:avLst/>
          </a:prstGeom>
        </p:spPr>
      </p:pic>
      <p:sp>
        <p:nvSpPr>
          <p:cNvPr id="143" name="object 34">
            <a:extLst>
              <a:ext uri="{FF2B5EF4-FFF2-40B4-BE49-F238E27FC236}">
                <a16:creationId xmlns:a16="http://schemas.microsoft.com/office/drawing/2014/main" id="{3DAEC267-BDED-06F4-948D-C59CDC58BCBD}"/>
              </a:ext>
            </a:extLst>
          </p:cNvPr>
          <p:cNvSpPr txBox="1"/>
          <p:nvPr/>
        </p:nvSpPr>
        <p:spPr>
          <a:xfrm>
            <a:off x="1536192" y="894670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44" name="object 34">
            <a:extLst>
              <a:ext uri="{FF2B5EF4-FFF2-40B4-BE49-F238E27FC236}">
                <a16:creationId xmlns:a16="http://schemas.microsoft.com/office/drawing/2014/main" id="{66A532E0-3B52-C62D-F4E5-67DC56B7533C}"/>
              </a:ext>
            </a:extLst>
          </p:cNvPr>
          <p:cNvSpPr txBox="1"/>
          <p:nvPr/>
        </p:nvSpPr>
        <p:spPr>
          <a:xfrm>
            <a:off x="2505456" y="893815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45" name="object 41">
            <a:extLst>
              <a:ext uri="{FF2B5EF4-FFF2-40B4-BE49-F238E27FC236}">
                <a16:creationId xmlns:a16="http://schemas.microsoft.com/office/drawing/2014/main" id="{D3BE2D82-10E7-6AD7-83BA-BAEF9D4D8E80}"/>
              </a:ext>
            </a:extLst>
          </p:cNvPr>
          <p:cNvPicPr/>
          <p:nvPr/>
        </p:nvPicPr>
        <p:blipFill>
          <a:blip r:embed="rId2" cstate="print"/>
          <a:stretch>
            <a:fillRect/>
          </a:stretch>
        </p:blipFill>
        <p:spPr>
          <a:xfrm>
            <a:off x="4087368" y="8993566"/>
            <a:ext cx="179997" cy="108000"/>
          </a:xfrm>
          <a:prstGeom prst="rect">
            <a:avLst/>
          </a:prstGeom>
        </p:spPr>
      </p:pic>
      <p:sp>
        <p:nvSpPr>
          <p:cNvPr id="146" name="object 34">
            <a:extLst>
              <a:ext uri="{FF2B5EF4-FFF2-40B4-BE49-F238E27FC236}">
                <a16:creationId xmlns:a16="http://schemas.microsoft.com/office/drawing/2014/main" id="{07171BE6-ED52-0F01-36D6-B03C08AB179E}"/>
              </a:ext>
            </a:extLst>
          </p:cNvPr>
          <p:cNvSpPr txBox="1"/>
          <p:nvPr/>
        </p:nvSpPr>
        <p:spPr>
          <a:xfrm>
            <a:off x="4379976" y="894583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47" name="object 41">
            <a:extLst>
              <a:ext uri="{FF2B5EF4-FFF2-40B4-BE49-F238E27FC236}">
                <a16:creationId xmlns:a16="http://schemas.microsoft.com/office/drawing/2014/main" id="{14A6E2FB-D06C-EECB-FE78-7F16705A10ED}"/>
              </a:ext>
            </a:extLst>
          </p:cNvPr>
          <p:cNvPicPr/>
          <p:nvPr/>
        </p:nvPicPr>
        <p:blipFill>
          <a:blip r:embed="rId2" cstate="print"/>
          <a:stretch>
            <a:fillRect/>
          </a:stretch>
        </p:blipFill>
        <p:spPr>
          <a:xfrm>
            <a:off x="5303520" y="8987467"/>
            <a:ext cx="179997" cy="108000"/>
          </a:xfrm>
          <a:prstGeom prst="rect">
            <a:avLst/>
          </a:prstGeom>
        </p:spPr>
      </p:pic>
      <p:sp>
        <p:nvSpPr>
          <p:cNvPr id="148" name="object 34">
            <a:extLst>
              <a:ext uri="{FF2B5EF4-FFF2-40B4-BE49-F238E27FC236}">
                <a16:creationId xmlns:a16="http://schemas.microsoft.com/office/drawing/2014/main" id="{31D7D26A-A118-3A2F-C4C6-1B36E804BFC5}"/>
              </a:ext>
            </a:extLst>
          </p:cNvPr>
          <p:cNvSpPr txBox="1"/>
          <p:nvPr/>
        </p:nvSpPr>
        <p:spPr>
          <a:xfrm>
            <a:off x="5596128" y="893973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9" name="object 41">
            <a:extLst>
              <a:ext uri="{FF2B5EF4-FFF2-40B4-BE49-F238E27FC236}">
                <a16:creationId xmlns:a16="http://schemas.microsoft.com/office/drawing/2014/main" id="{8A015ABA-1AED-A1A3-1F77-5005515D6C9C}"/>
              </a:ext>
            </a:extLst>
          </p:cNvPr>
          <p:cNvPicPr/>
          <p:nvPr/>
        </p:nvPicPr>
        <p:blipFill>
          <a:blip r:embed="rId2" cstate="print"/>
          <a:stretch>
            <a:fillRect/>
          </a:stretch>
        </p:blipFill>
        <p:spPr>
          <a:xfrm>
            <a:off x="1243584" y="9789673"/>
            <a:ext cx="179997" cy="108000"/>
          </a:xfrm>
          <a:prstGeom prst="rect">
            <a:avLst/>
          </a:prstGeom>
        </p:spPr>
      </p:pic>
      <p:pic>
        <p:nvPicPr>
          <p:cNvPr id="150" name="object 41">
            <a:extLst>
              <a:ext uri="{FF2B5EF4-FFF2-40B4-BE49-F238E27FC236}">
                <a16:creationId xmlns:a16="http://schemas.microsoft.com/office/drawing/2014/main" id="{779ECE2C-A295-09AE-8DF1-52988BC05FB0}"/>
              </a:ext>
            </a:extLst>
          </p:cNvPr>
          <p:cNvPicPr/>
          <p:nvPr/>
        </p:nvPicPr>
        <p:blipFill>
          <a:blip r:embed="rId2" cstate="print"/>
          <a:stretch>
            <a:fillRect/>
          </a:stretch>
        </p:blipFill>
        <p:spPr>
          <a:xfrm>
            <a:off x="2212848" y="9792298"/>
            <a:ext cx="179997" cy="108000"/>
          </a:xfrm>
          <a:prstGeom prst="rect">
            <a:avLst/>
          </a:prstGeom>
        </p:spPr>
      </p:pic>
      <p:sp>
        <p:nvSpPr>
          <p:cNvPr id="151" name="object 34">
            <a:extLst>
              <a:ext uri="{FF2B5EF4-FFF2-40B4-BE49-F238E27FC236}">
                <a16:creationId xmlns:a16="http://schemas.microsoft.com/office/drawing/2014/main" id="{B06B5DE0-E55D-C70E-A5BE-5A1E5DBD5D8D}"/>
              </a:ext>
            </a:extLst>
          </p:cNvPr>
          <p:cNvSpPr txBox="1"/>
          <p:nvPr/>
        </p:nvSpPr>
        <p:spPr>
          <a:xfrm>
            <a:off x="1536192" y="975089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52" name="object 34">
            <a:extLst>
              <a:ext uri="{FF2B5EF4-FFF2-40B4-BE49-F238E27FC236}">
                <a16:creationId xmlns:a16="http://schemas.microsoft.com/office/drawing/2014/main" id="{A638B47B-0567-2140-F52C-6326336639AB}"/>
              </a:ext>
            </a:extLst>
          </p:cNvPr>
          <p:cNvSpPr txBox="1"/>
          <p:nvPr/>
        </p:nvSpPr>
        <p:spPr>
          <a:xfrm>
            <a:off x="2505456" y="974234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53" name="object 41">
            <a:extLst>
              <a:ext uri="{FF2B5EF4-FFF2-40B4-BE49-F238E27FC236}">
                <a16:creationId xmlns:a16="http://schemas.microsoft.com/office/drawing/2014/main" id="{55622099-7FFA-4704-F762-37413A1C15D3}"/>
              </a:ext>
            </a:extLst>
          </p:cNvPr>
          <p:cNvPicPr/>
          <p:nvPr/>
        </p:nvPicPr>
        <p:blipFill>
          <a:blip r:embed="rId2" cstate="print"/>
          <a:stretch>
            <a:fillRect/>
          </a:stretch>
        </p:blipFill>
        <p:spPr>
          <a:xfrm>
            <a:off x="4087368" y="9797756"/>
            <a:ext cx="179997" cy="108000"/>
          </a:xfrm>
          <a:prstGeom prst="rect">
            <a:avLst/>
          </a:prstGeom>
        </p:spPr>
      </p:pic>
      <p:sp>
        <p:nvSpPr>
          <p:cNvPr id="154" name="object 34">
            <a:extLst>
              <a:ext uri="{FF2B5EF4-FFF2-40B4-BE49-F238E27FC236}">
                <a16:creationId xmlns:a16="http://schemas.microsoft.com/office/drawing/2014/main" id="{A256333A-5FF0-068F-9A2F-CCF03D6DA1F9}"/>
              </a:ext>
            </a:extLst>
          </p:cNvPr>
          <p:cNvSpPr txBox="1"/>
          <p:nvPr/>
        </p:nvSpPr>
        <p:spPr>
          <a:xfrm>
            <a:off x="4379976" y="975002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55" name="object 41">
            <a:extLst>
              <a:ext uri="{FF2B5EF4-FFF2-40B4-BE49-F238E27FC236}">
                <a16:creationId xmlns:a16="http://schemas.microsoft.com/office/drawing/2014/main" id="{3529D1CD-7623-71AC-33D5-9BA675A1392B}"/>
              </a:ext>
            </a:extLst>
          </p:cNvPr>
          <p:cNvPicPr/>
          <p:nvPr/>
        </p:nvPicPr>
        <p:blipFill>
          <a:blip r:embed="rId2" cstate="print"/>
          <a:stretch>
            <a:fillRect/>
          </a:stretch>
        </p:blipFill>
        <p:spPr>
          <a:xfrm>
            <a:off x="5303520" y="9791657"/>
            <a:ext cx="179997" cy="108000"/>
          </a:xfrm>
          <a:prstGeom prst="rect">
            <a:avLst/>
          </a:prstGeom>
        </p:spPr>
      </p:pic>
      <p:sp>
        <p:nvSpPr>
          <p:cNvPr id="156" name="object 34">
            <a:extLst>
              <a:ext uri="{FF2B5EF4-FFF2-40B4-BE49-F238E27FC236}">
                <a16:creationId xmlns:a16="http://schemas.microsoft.com/office/drawing/2014/main" id="{6E4CCF15-7671-40F1-5D8D-51E9EADB5F0B}"/>
              </a:ext>
            </a:extLst>
          </p:cNvPr>
          <p:cNvSpPr txBox="1"/>
          <p:nvPr/>
        </p:nvSpPr>
        <p:spPr>
          <a:xfrm>
            <a:off x="5596128" y="974392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sp>
        <p:nvSpPr>
          <p:cNvPr id="25" name="Rectangle: Top Corners Snipped 24">
            <a:extLst>
              <a:ext uri="{FF2B5EF4-FFF2-40B4-BE49-F238E27FC236}">
                <a16:creationId xmlns:a16="http://schemas.microsoft.com/office/drawing/2014/main" id="{8863E0CA-4591-7F6B-DCD6-F2F75CF65C60}"/>
              </a:ext>
            </a:extLst>
          </p:cNvPr>
          <p:cNvSpPr/>
          <p:nvPr/>
        </p:nvSpPr>
        <p:spPr>
          <a:xfrm rot="5400000">
            <a:off x="711419" y="76288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C40C27C0-B933-4AE0-A597-A2CCA5D475BD}"/>
              </a:ext>
            </a:extLst>
          </p:cNvPr>
          <p:cNvSpPr txBox="1"/>
          <p:nvPr/>
        </p:nvSpPr>
        <p:spPr>
          <a:xfrm>
            <a:off x="674296" y="770284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7" name="Rectangle: Top Corners Snipped 26">
            <a:extLst>
              <a:ext uri="{FF2B5EF4-FFF2-40B4-BE49-F238E27FC236}">
                <a16:creationId xmlns:a16="http://schemas.microsoft.com/office/drawing/2014/main" id="{C8321FEA-E749-2E8A-F06C-89378A1CB624}"/>
              </a:ext>
            </a:extLst>
          </p:cNvPr>
          <p:cNvSpPr/>
          <p:nvPr/>
        </p:nvSpPr>
        <p:spPr>
          <a:xfrm rot="5400000">
            <a:off x="713259" y="84732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9F263550-ECFD-F545-387C-104AC08AFAF6}"/>
              </a:ext>
            </a:extLst>
          </p:cNvPr>
          <p:cNvSpPr/>
          <p:nvPr/>
        </p:nvSpPr>
        <p:spPr>
          <a:xfrm rot="5400000">
            <a:off x="718041" y="92822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TextBox 28">
            <a:extLst>
              <a:ext uri="{FF2B5EF4-FFF2-40B4-BE49-F238E27FC236}">
                <a16:creationId xmlns:a16="http://schemas.microsoft.com/office/drawing/2014/main" id="{B76BA7DB-309F-A76A-E469-2FF433DC8392}"/>
              </a:ext>
            </a:extLst>
          </p:cNvPr>
          <p:cNvSpPr txBox="1"/>
          <p:nvPr/>
        </p:nvSpPr>
        <p:spPr>
          <a:xfrm>
            <a:off x="677565" y="9381514"/>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0" name="TextBox 29">
            <a:extLst>
              <a:ext uri="{FF2B5EF4-FFF2-40B4-BE49-F238E27FC236}">
                <a16:creationId xmlns:a16="http://schemas.microsoft.com/office/drawing/2014/main" id="{F520CD06-791F-E064-A824-4A1DBCF4F6A9}"/>
              </a:ext>
            </a:extLst>
          </p:cNvPr>
          <p:cNvSpPr txBox="1"/>
          <p:nvPr/>
        </p:nvSpPr>
        <p:spPr>
          <a:xfrm>
            <a:off x="669577" y="856236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1" name="object 34">
            <a:extLst>
              <a:ext uri="{FF2B5EF4-FFF2-40B4-BE49-F238E27FC236}">
                <a16:creationId xmlns:a16="http://schemas.microsoft.com/office/drawing/2014/main" id="{7BBDF0BB-C358-B767-1484-B1BDBF7B36A2}"/>
              </a:ext>
            </a:extLst>
          </p:cNvPr>
          <p:cNvSpPr txBox="1"/>
          <p:nvPr/>
        </p:nvSpPr>
        <p:spPr>
          <a:xfrm>
            <a:off x="779357" y="816362"/>
            <a:ext cx="5997467" cy="197490"/>
          </a:xfrm>
          <a:prstGeom prst="rect">
            <a:avLst/>
          </a:prstGeom>
        </p:spPr>
        <p:txBody>
          <a:bodyPr vert="horz" wrap="square" lIns="0" tIns="12700" rIns="0" bIns="0" rtlCol="0">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spelling for the bolded word in each sentence. </a:t>
            </a:r>
            <a:endParaRPr lang="en-AU" sz="1200" b="1" spc="-20" dirty="0">
              <a:solidFill>
                <a:srgbClr val="231F20"/>
              </a:solidFill>
              <a:latin typeface="Book Antiqua" panose="02040602050305030304" pitchFamily="18" charset="0"/>
              <a:cs typeface="Cambria"/>
            </a:endParaRPr>
          </a:p>
        </p:txBody>
      </p:sp>
      <p:sp>
        <p:nvSpPr>
          <p:cNvPr id="33" name="TextBox 32">
            <a:extLst>
              <a:ext uri="{FF2B5EF4-FFF2-40B4-BE49-F238E27FC236}">
                <a16:creationId xmlns:a16="http://schemas.microsoft.com/office/drawing/2014/main" id="{36BA80D5-6131-A1F9-ED11-8C3CFF10B879}"/>
              </a:ext>
            </a:extLst>
          </p:cNvPr>
          <p:cNvSpPr txBox="1"/>
          <p:nvPr/>
        </p:nvSpPr>
        <p:spPr>
          <a:xfrm>
            <a:off x="1214695" y="1151031"/>
            <a:ext cx="5519360" cy="461665"/>
          </a:xfrm>
          <a:prstGeom prst="rect">
            <a:avLst/>
          </a:prstGeom>
          <a:noFill/>
        </p:spPr>
        <p:txBody>
          <a:bodyPr wrap="square">
            <a:spAutoFit/>
          </a:bodyPr>
          <a:lstStyle/>
          <a:p>
            <a:r>
              <a:rPr lang="en-AU" sz="1200" dirty="0">
                <a:latin typeface="Book Antiqua" panose="02040602050305030304" pitchFamily="18" charset="0"/>
              </a:rPr>
              <a:t xml:space="preserve">Only the most </a:t>
            </a:r>
            <a:r>
              <a:rPr lang="en-AU" sz="1200" dirty="0" b="1">
                <a:latin typeface="Book Antiqua" panose="02040602050305030304" pitchFamily="18" charset="0"/>
              </a:rPr>
              <a:t>conscientous/conscientious/consciencious</a:t>
            </a:r>
            <a:r>
              <a:rPr lang="en-AU" sz="1200" dirty="0">
                <a:latin typeface="Book Antiqua" panose="02040602050305030304" pitchFamily="18" charset="0"/>
              </a:rPr>
              <a:t xml:space="preserve"> volunteers stayed to count the last of the seabirds.</a:t>
            </a:r>
          </a:p>
        </p:txBody>
      </p:sp>
      <p:sp>
        <p:nvSpPr>
          <p:cNvPr id="36" name="TextBox 35">
            <a:extLst>
              <a:ext uri="{FF2B5EF4-FFF2-40B4-BE49-F238E27FC236}">
                <a16:creationId xmlns:a16="http://schemas.microsoft.com/office/drawing/2014/main" id="{3F031257-2C02-B8D5-05C2-B811A06B65FF}"/>
              </a:ext>
            </a:extLst>
          </p:cNvPr>
          <p:cNvSpPr txBox="1"/>
          <p:nvPr/>
        </p:nvSpPr>
        <p:spPr>
          <a:xfrm>
            <a:off x="1214235" y="1767270"/>
            <a:ext cx="6289598" cy="461665"/>
          </a:xfrm>
          <a:prstGeom prst="rect">
            <a:avLst/>
          </a:prstGeom>
          <a:noFill/>
        </p:spPr>
        <p:txBody>
          <a:bodyPr wrap="square">
            <a:spAutoFit/>
          </a:bodyPr>
          <a:lstStyle/>
          <a:p>
            <a:r>
              <a:rPr lang="en-AU" sz="1200" dirty="0">
                <a:latin typeface="Book Antiqua" panose="02040602050305030304" pitchFamily="18" charset="0"/>
              </a:rPr>
              <a:t xml:space="preserve">Three layers of </a:t>
            </a:r>
            <a:r>
              <a:rPr lang="en-AU" sz="1200" dirty="0" b="1">
                <a:latin typeface="Book Antiqua" panose="02040602050305030304" pitchFamily="18" charset="0"/>
              </a:rPr>
              <a:t>bureaucracy/beaurocracy/bureaucrasy</a:t>
            </a:r>
            <a:r>
              <a:rPr lang="en-AU" sz="1200" dirty="0">
                <a:latin typeface="Book Antiqua" panose="02040602050305030304" pitchFamily="18" charset="0"/>
              </a:rPr>
              <a:t xml:space="preserve"> stood between the inventor and her patent.</a:t>
            </a:r>
          </a:p>
        </p:txBody>
      </p:sp>
      <p:sp>
        <p:nvSpPr>
          <p:cNvPr id="38" name="TextBox 37">
            <a:extLst>
              <a:ext uri="{FF2B5EF4-FFF2-40B4-BE49-F238E27FC236}">
                <a16:creationId xmlns:a16="http://schemas.microsoft.com/office/drawing/2014/main" id="{5B6D005D-EE64-D806-AEDE-2CB204D187C5}"/>
              </a:ext>
            </a:extLst>
          </p:cNvPr>
          <p:cNvSpPr txBox="1"/>
          <p:nvPr/>
        </p:nvSpPr>
        <p:spPr>
          <a:xfrm>
            <a:off x="1238682" y="2199918"/>
            <a:ext cx="5861261" cy="461665"/>
          </a:xfrm>
          <a:prstGeom prst="rect">
            <a:avLst/>
          </a:prstGeom>
          <a:noFill/>
        </p:spPr>
        <p:txBody>
          <a:bodyPr wrap="square">
            <a:spAutoFit/>
          </a:bodyPr>
          <a:lstStyle/>
          <a:p>
            <a:r>
              <a:rPr lang="en-AU" sz="1200" dirty="0">
                <a:latin typeface="Book Antiqua" panose="02040602050305030304" pitchFamily="18" charset="0"/>
              </a:rPr>
              <a:t xml:space="preserve">The pilot's final </a:t>
            </a:r>
            <a:r>
              <a:rPr lang="en-AU" sz="1200" dirty="0" b="1">
                <a:latin typeface="Book Antiqua" panose="02040602050305030304" pitchFamily="18" charset="0"/>
              </a:rPr>
              <a:t>manouvre/manoeuver/manoeuvre</a:t>
            </a:r>
            <a:r>
              <a:rPr lang="en-AU" sz="1200" dirty="0">
                <a:latin typeface="Book Antiqua" panose="02040602050305030304" pitchFamily="18" charset="0"/>
              </a:rPr>
              <a:t xml:space="preserve"> saved the aircraft and all 214 passengers.</a:t>
            </a:r>
          </a:p>
        </p:txBody>
      </p:sp>
      <p:sp>
        <p:nvSpPr>
          <p:cNvPr id="40" name="TextBox 39">
            <a:extLst>
              <a:ext uri="{FF2B5EF4-FFF2-40B4-BE49-F238E27FC236}">
                <a16:creationId xmlns:a16="http://schemas.microsoft.com/office/drawing/2014/main" id="{16CF8CED-2398-BCC4-2152-7057B2E2F7C1}"/>
              </a:ext>
            </a:extLst>
          </p:cNvPr>
          <p:cNvSpPr txBox="1"/>
          <p:nvPr/>
        </p:nvSpPr>
        <p:spPr>
          <a:xfrm>
            <a:off x="1238682" y="2719493"/>
            <a:ext cx="5749339" cy="461665"/>
          </a:xfrm>
          <a:prstGeom prst="rect">
            <a:avLst/>
          </a:prstGeom>
          <a:noFill/>
        </p:spPr>
        <p:txBody>
          <a:bodyPr wrap="square">
            <a:spAutoFit/>
          </a:bodyPr>
          <a:lstStyle/>
          <a:p>
            <a:r>
              <a:rPr lang="en-AU" sz="1200" dirty="0">
                <a:latin typeface="Book Antiqua" panose="02040602050305030304" pitchFamily="18" charset="0"/>
              </a:rPr>
              <a:t xml:space="preserve">The spy's </a:t>
            </a:r>
            <a:r>
              <a:rPr lang="en-AU" sz="1200" dirty="0" b="1">
                <a:latin typeface="Book Antiqua" panose="02040602050305030304" pitchFamily="18" charset="0"/>
              </a:rPr>
              <a:t>surreptitious/surreptitous/surepticious</a:t>
            </a:r>
            <a:r>
              <a:rPr lang="en-AU" sz="1200" dirty="0">
                <a:latin typeface="Book Antiqua" panose="02040602050305030304" pitchFamily="18" charset="0"/>
              </a:rPr>
              <a:t xml:space="preserve"> glance at her watch did not escape the interrogator.</a:t>
            </a:r>
          </a:p>
        </p:txBody>
      </p:sp>
      <p:sp>
        <p:nvSpPr>
          <p:cNvPr id="42" name="TextBox 41">
            <a:extLst>
              <a:ext uri="{FF2B5EF4-FFF2-40B4-BE49-F238E27FC236}">
                <a16:creationId xmlns:a16="http://schemas.microsoft.com/office/drawing/2014/main" id="{EC022D59-CC14-320B-FDBE-8DEE82DF3A3D}"/>
              </a:ext>
            </a:extLst>
          </p:cNvPr>
          <p:cNvSpPr txBox="1"/>
          <p:nvPr/>
        </p:nvSpPr>
        <p:spPr>
          <a:xfrm>
            <a:off x="1238687" y="3247037"/>
            <a:ext cx="5749341"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b="1">
                <a:latin typeface="Book Antiqua" panose="02040602050305030304" pitchFamily="18" charset="0"/>
              </a:rPr>
              <a:t>mischievious/mischevous/mischievous</a:t>
            </a:r>
            <a:r>
              <a:rPr lang="en-AU" sz="1200" dirty="0">
                <a:latin typeface="Book Antiqua" panose="02040602050305030304" pitchFamily="18" charset="0"/>
              </a:rPr>
              <a:t xml:space="preserve"> grin on the defendant's face did little to help his case.</a:t>
            </a:r>
          </a:p>
        </p:txBody>
      </p:sp>
      <p:sp>
        <p:nvSpPr>
          <p:cNvPr id="44" name="TextBox 43">
            <a:extLst>
              <a:ext uri="{FF2B5EF4-FFF2-40B4-BE49-F238E27FC236}">
                <a16:creationId xmlns:a16="http://schemas.microsoft.com/office/drawing/2014/main" id="{608213EB-DD95-D4C2-F7B2-F8B8DF052EFF}"/>
              </a:ext>
            </a:extLst>
          </p:cNvPr>
          <p:cNvSpPr txBox="1"/>
          <p:nvPr/>
        </p:nvSpPr>
        <p:spPr>
          <a:xfrm>
            <a:off x="1227320" y="4887766"/>
            <a:ext cx="5760695" cy="461665"/>
          </a:xfrm>
          <a:prstGeom prst="rect">
            <a:avLst/>
          </a:prstGeom>
          <a:noFill/>
        </p:spPr>
        <p:txBody>
          <a:bodyPr wrap="square">
            <a:spAutoFit/>
          </a:bodyPr>
          <a:lstStyle/>
          <a:p>
            <a:r>
              <a:rPr lang="en-AU" sz="1200" dirty="0">
                <a:latin typeface="Book Antiqua" panose="02040602050305030304" pitchFamily="18" charset="0"/>
              </a:rPr>
              <a:t xml:space="preserve">Faced with a general strike, the government had little choice but to </a:t>
            </a:r>
            <a:r>
              <a:rPr lang="en-AU" sz="1200" dirty="0" b="1">
                <a:latin typeface="Book Antiqua" panose="02040602050305030304" pitchFamily="18" charset="0"/>
              </a:rPr>
              <a:t>aquiesce/acquiese/acquiesce</a:t>
            </a:r>
            <a:r>
              <a:rPr lang="en-AU" sz="1200" dirty="0">
                <a:latin typeface="Book Antiqua" panose="02040602050305030304" pitchFamily="18" charset="0"/>
              </a:rPr>
              <a:t>.</a:t>
            </a:r>
          </a:p>
        </p:txBody>
      </p:sp>
      <p:sp>
        <p:nvSpPr>
          <p:cNvPr id="46" name="TextBox 45">
            <a:extLst>
              <a:ext uri="{FF2B5EF4-FFF2-40B4-BE49-F238E27FC236}">
                <a16:creationId xmlns:a16="http://schemas.microsoft.com/office/drawing/2014/main" id="{6121475D-AB01-786B-2484-7C07A13CDC26}"/>
              </a:ext>
            </a:extLst>
          </p:cNvPr>
          <p:cNvSpPr txBox="1"/>
          <p:nvPr/>
        </p:nvSpPr>
        <p:spPr>
          <a:xfrm>
            <a:off x="1222197" y="4350774"/>
            <a:ext cx="5765829" cy="461665"/>
          </a:xfrm>
          <a:prstGeom prst="rect">
            <a:avLst/>
          </a:prstGeom>
          <a:noFill/>
        </p:spPr>
        <p:txBody>
          <a:bodyPr wrap="square">
            <a:spAutoFit/>
          </a:bodyPr>
          <a:lstStyle/>
          <a:p>
            <a:r>
              <a:rPr lang="en-AU" sz="1200" dirty="0">
                <a:latin typeface="Book Antiqua" panose="02040602050305030304" pitchFamily="18" charset="0"/>
              </a:rPr>
              <a:t xml:space="preserve">The cathedral's bells rang for an hour to mark the new </a:t>
            </a:r>
            <a:r>
              <a:rPr lang="en-AU" sz="1200" dirty="0" b="1">
                <a:latin typeface="Book Antiqua" panose="02040602050305030304" pitchFamily="18" charset="0"/>
              </a:rPr>
              <a:t>millennium/millenium/milennium</a:t>
            </a:r>
            <a:r>
              <a:rPr lang="en-AU" sz="1200" dirty="0">
                <a:latin typeface="Book Antiqua" panose="02040602050305030304" pitchFamily="18" charset="0"/>
              </a:rPr>
              <a:t>.</a:t>
            </a:r>
          </a:p>
        </p:txBody>
      </p:sp>
      <p:sp>
        <p:nvSpPr>
          <p:cNvPr id="48" name="TextBox 47">
            <a:extLst>
              <a:ext uri="{FF2B5EF4-FFF2-40B4-BE49-F238E27FC236}">
                <a16:creationId xmlns:a16="http://schemas.microsoft.com/office/drawing/2014/main" id="{09DCD1F5-3AF0-748A-51DE-E9C5E1EC3D43}"/>
              </a:ext>
            </a:extLst>
          </p:cNvPr>
          <p:cNvSpPr txBox="1"/>
          <p:nvPr/>
        </p:nvSpPr>
        <p:spPr>
          <a:xfrm>
            <a:off x="1254504" y="3783599"/>
            <a:ext cx="6321458" cy="461665"/>
          </a:xfrm>
          <a:prstGeom prst="rect">
            <a:avLst/>
          </a:prstGeom>
          <a:noFill/>
        </p:spPr>
        <p:txBody>
          <a:bodyPr wrap="square">
            <a:spAutoFit/>
          </a:bodyPr>
          <a:lstStyle/>
          <a:p>
            <a:r>
              <a:rPr lang="en-AU" sz="1200" dirty="0">
                <a:latin typeface="Book Antiqua" panose="02040602050305030304" pitchFamily="18" charset="0"/>
              </a:rPr>
              <a:t xml:space="preserve">The divers' </a:t>
            </a:r>
            <a:r>
              <a:rPr lang="en-AU" sz="1200" dirty="0" b="1">
                <a:latin typeface="Book Antiqua" panose="02040602050305030304" pitchFamily="18" charset="0"/>
              </a:rPr>
              <a:t>flourescent/fluorescent/fluoresent</a:t>
            </a:r>
            <a:r>
              <a:rPr lang="en-AU" sz="1200" dirty="0">
                <a:latin typeface="Book Antiqua" panose="02040602050305030304" pitchFamily="18" charset="0"/>
              </a:rPr>
              <a:t xml:space="preserve"> suits made them visible even in the murky water.</a:t>
            </a:r>
          </a:p>
        </p:txBody>
      </p:sp>
    </p:spTree>
    <p:extLst>
      <p:ext uri="{BB962C8B-B14F-4D97-AF65-F5344CB8AC3E}">
        <p14:creationId xmlns:p14="http://schemas.microsoft.com/office/powerpoint/2010/main" val="261866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4461" y="41458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414580"/>
            <a:ext cx="0" cy="94763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44CBB9E-4BE5-662C-C949-26695D063292}"/>
              </a:ext>
            </a:extLst>
          </p:cNvPr>
          <p:cNvSpPr txBox="1"/>
          <p:nvPr/>
        </p:nvSpPr>
        <p:spPr>
          <a:xfrm>
            <a:off x="87682" y="547111"/>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136628" y="4066797"/>
            <a:ext cx="461665" cy="1786601"/>
          </a:xfrm>
          <a:prstGeom prst="rect">
            <a:avLst/>
          </a:prstGeom>
          <a:noFill/>
        </p:spPr>
        <p:txBody>
          <a:bodyPr vert="eaVert" wrap="square" rtlCol="0">
            <a:spAutoFit/>
          </a:bodyPr>
          <a:lstStyle/>
          <a:p>
            <a:r>
              <a:rPr lang="en-AU" dirty="0">
                <a:latin typeface="Candara" panose="020E0502030303020204" pitchFamily="34" charset="0"/>
              </a:rPr>
              <a:t>Techniques </a:t>
            </a:r>
          </a:p>
        </p:txBody>
      </p:sp>
      <p:cxnSp>
        <p:nvCxnSpPr>
          <p:cNvPr id="19" name="Straight Connector 18">
            <a:extLst>
              <a:ext uri="{FF2B5EF4-FFF2-40B4-BE49-F238E27FC236}">
                <a16:creationId xmlns:a16="http://schemas.microsoft.com/office/drawing/2014/main" id="{BD38CE8B-079C-638A-0B2A-084A36737340}"/>
              </a:ext>
            </a:extLst>
          </p:cNvPr>
          <p:cNvCxnSpPr>
            <a:cxnSpLocks/>
          </p:cNvCxnSpPr>
          <p:nvPr/>
        </p:nvCxnSpPr>
        <p:spPr>
          <a:xfrm>
            <a:off x="660758" y="408454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61" name="Rectangle: Top Corners Snipped 60">
            <a:extLst>
              <a:ext uri="{FF2B5EF4-FFF2-40B4-BE49-F238E27FC236}">
                <a16:creationId xmlns:a16="http://schemas.microsoft.com/office/drawing/2014/main" id="{F448BC66-54FA-5485-1777-BBDDF15587F4}"/>
              </a:ext>
            </a:extLst>
          </p:cNvPr>
          <p:cNvSpPr/>
          <p:nvPr/>
        </p:nvSpPr>
        <p:spPr>
          <a:xfrm rot="5400000">
            <a:off x="709515" y="549097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A0CC4479-F062-F9C7-68EA-5303D7773A96}"/>
              </a:ext>
            </a:extLst>
          </p:cNvPr>
          <p:cNvSpPr/>
          <p:nvPr/>
        </p:nvSpPr>
        <p:spPr>
          <a:xfrm rot="5400000">
            <a:off x="700070" y="653704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TextBox 62">
            <a:extLst>
              <a:ext uri="{FF2B5EF4-FFF2-40B4-BE49-F238E27FC236}">
                <a16:creationId xmlns:a16="http://schemas.microsoft.com/office/drawing/2014/main" id="{725459EC-61AC-253C-6E11-74573F58555A}"/>
              </a:ext>
            </a:extLst>
          </p:cNvPr>
          <p:cNvSpPr txBox="1"/>
          <p:nvPr/>
        </p:nvSpPr>
        <p:spPr>
          <a:xfrm>
            <a:off x="714811" y="4097355"/>
            <a:ext cx="6776437" cy="461665"/>
          </a:xfrm>
          <a:prstGeom prst="rect">
            <a:avLst/>
          </a:prstGeom>
          <a:noFill/>
        </p:spPr>
        <p:txBody>
          <a:bodyPr wrap="square">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whether each scenario uses verbal (V), situational (S) or dramatic (D) irony, then explain the irony (½ mark for the correct type + ½ mark for an accurate explanation).</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65" name="Rectangle: Top Corners Snipped 64">
            <a:extLst>
              <a:ext uri="{FF2B5EF4-FFF2-40B4-BE49-F238E27FC236}">
                <a16:creationId xmlns:a16="http://schemas.microsoft.com/office/drawing/2014/main" id="{BD49497F-43A3-7D82-F5C2-C4CAFB70F514}"/>
              </a:ext>
            </a:extLst>
          </p:cNvPr>
          <p:cNvSpPr/>
          <p:nvPr/>
        </p:nvSpPr>
        <p:spPr>
          <a:xfrm rot="5400000">
            <a:off x="709555" y="75831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TextBox 69">
            <a:extLst>
              <a:ext uri="{FF2B5EF4-FFF2-40B4-BE49-F238E27FC236}">
                <a16:creationId xmlns:a16="http://schemas.microsoft.com/office/drawing/2014/main" id="{1F8F9B66-0E9E-5B1E-5DE1-2795833C8E08}"/>
              </a:ext>
            </a:extLst>
          </p:cNvPr>
          <p:cNvSpPr txBox="1"/>
          <p:nvPr/>
        </p:nvSpPr>
        <p:spPr>
          <a:xfrm>
            <a:off x="663549" y="5586984"/>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3" name="Rectangle: Top Corners Snipped 72">
            <a:extLst>
              <a:ext uri="{FF2B5EF4-FFF2-40B4-BE49-F238E27FC236}">
                <a16:creationId xmlns:a16="http://schemas.microsoft.com/office/drawing/2014/main" id="{04BDA163-4687-66CF-A863-8D1177A83BBC}"/>
              </a:ext>
            </a:extLst>
          </p:cNvPr>
          <p:cNvSpPr/>
          <p:nvPr/>
        </p:nvSpPr>
        <p:spPr>
          <a:xfrm rot="5400000">
            <a:off x="707353" y="86291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8A3D0483-A9B8-B0B0-182D-039109C47947}"/>
              </a:ext>
            </a:extLst>
          </p:cNvPr>
          <p:cNvSpPr txBox="1"/>
          <p:nvPr/>
        </p:nvSpPr>
        <p:spPr>
          <a:xfrm>
            <a:off x="6858000" y="5591556"/>
            <a:ext cx="713232"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5" name="TextBox 74">
            <a:extLst>
              <a:ext uri="{FF2B5EF4-FFF2-40B4-BE49-F238E27FC236}">
                <a16:creationId xmlns:a16="http://schemas.microsoft.com/office/drawing/2014/main" id="{25B70F6D-E359-B169-8A1C-299D5C57E84C}"/>
              </a:ext>
            </a:extLst>
          </p:cNvPr>
          <p:cNvSpPr txBox="1"/>
          <p:nvPr/>
        </p:nvSpPr>
        <p:spPr>
          <a:xfrm>
            <a:off x="6858000" y="6637629"/>
            <a:ext cx="713232"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6" name="TextBox 75">
            <a:extLst>
              <a:ext uri="{FF2B5EF4-FFF2-40B4-BE49-F238E27FC236}">
                <a16:creationId xmlns:a16="http://schemas.microsoft.com/office/drawing/2014/main" id="{6B9C499B-044D-D7DE-72E5-9AEE93E2F153}"/>
              </a:ext>
            </a:extLst>
          </p:cNvPr>
          <p:cNvSpPr txBox="1"/>
          <p:nvPr/>
        </p:nvSpPr>
        <p:spPr>
          <a:xfrm>
            <a:off x="6858000" y="7683703"/>
            <a:ext cx="713232"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7" name="TextBox 76">
            <a:extLst>
              <a:ext uri="{FF2B5EF4-FFF2-40B4-BE49-F238E27FC236}">
                <a16:creationId xmlns:a16="http://schemas.microsoft.com/office/drawing/2014/main" id="{187A9E47-45D2-0955-E76B-6FD30E7182C9}"/>
              </a:ext>
            </a:extLst>
          </p:cNvPr>
          <p:cNvSpPr txBox="1"/>
          <p:nvPr/>
        </p:nvSpPr>
        <p:spPr>
          <a:xfrm>
            <a:off x="6858000" y="8729776"/>
            <a:ext cx="713232"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84" name="TextBox 83">
            <a:extLst>
              <a:ext uri="{FF2B5EF4-FFF2-40B4-BE49-F238E27FC236}">
                <a16:creationId xmlns:a16="http://schemas.microsoft.com/office/drawing/2014/main" id="{142E5E20-3B21-8E7D-30BC-E8816334EA9B}"/>
              </a:ext>
            </a:extLst>
          </p:cNvPr>
          <p:cNvSpPr txBox="1"/>
          <p:nvPr/>
        </p:nvSpPr>
        <p:spPr>
          <a:xfrm>
            <a:off x="660758" y="6633057"/>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5" name="TextBox 84">
            <a:extLst>
              <a:ext uri="{FF2B5EF4-FFF2-40B4-BE49-F238E27FC236}">
                <a16:creationId xmlns:a16="http://schemas.microsoft.com/office/drawing/2014/main" id="{2BB6E953-1F76-3170-C302-E8BB2552AE81}"/>
              </a:ext>
            </a:extLst>
          </p:cNvPr>
          <p:cNvSpPr txBox="1"/>
          <p:nvPr/>
        </p:nvSpPr>
        <p:spPr>
          <a:xfrm>
            <a:off x="670960" y="7679131"/>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3" name="TextBox 12">
            <a:extLst>
              <a:ext uri="{FF2B5EF4-FFF2-40B4-BE49-F238E27FC236}">
                <a16:creationId xmlns:a16="http://schemas.microsoft.com/office/drawing/2014/main" id="{85E1DC46-72F2-9AFF-1CAB-6293091D290E}"/>
              </a:ext>
            </a:extLst>
          </p:cNvPr>
          <p:cNvSpPr txBox="1"/>
          <p:nvPr/>
        </p:nvSpPr>
        <p:spPr>
          <a:xfrm>
            <a:off x="648893" y="8725204"/>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9" name="TextBox 8">
            <a:extLst>
              <a:ext uri="{FF2B5EF4-FFF2-40B4-BE49-F238E27FC236}">
                <a16:creationId xmlns:a16="http://schemas.microsoft.com/office/drawing/2014/main" id="{64478F42-9058-2EF1-C448-11C575D54246}"/>
              </a:ext>
            </a:extLst>
          </p:cNvPr>
          <p:cNvSpPr txBox="1"/>
          <p:nvPr/>
        </p:nvSpPr>
        <p:spPr>
          <a:xfrm>
            <a:off x="847876" y="4584801"/>
            <a:ext cx="6530629" cy="851306"/>
          </a:xfrm>
          <a:prstGeom prst="roundRect">
            <a:avLst/>
          </a:prstGeom>
          <a:solidFill>
            <a:schemeClr val="bg2"/>
          </a:solidFill>
        </p:spPr>
        <p:txBody>
          <a:bodyPr wrap="square">
            <a:spAutoFit/>
          </a:bodyPr>
          <a:lstStyle/>
          <a:p>
            <a:pPr algn="just">
              <a:spcAft>
                <a:spcPts val="800"/>
              </a:spcAft>
            </a:pPr>
            <a:r>
              <a:rPr lang="en-AU" sz="1200" dirty="0" b="1">
                <a:solidFill>
                  <a:srgbClr val="231F20"/>
                </a:solidFill>
                <a:latin typeface="Book Antiqua" panose="02040602050305030304" pitchFamily="18" charset="0"/>
                <a:ea typeface="Cambria" panose="02040503050406030204" pitchFamily="18" charset="0"/>
              </a:rPr>
              <a:t>Example:</a:t>
            </a:r>
            <a:r>
              <a:rPr lang="en-AU" sz="1200" dirty="0">
                <a:solidFill>
                  <a:srgbClr val="231F20"/>
                </a:solidFill>
                <a:latin typeface="Book Antiqua" panose="02040602050305030304" pitchFamily="18" charset="0"/>
                <a:ea typeface="Cambria" panose="02040503050406030204" pitchFamily="18" charset="0"/>
              </a:rPr>
              <a:t xml:space="preserve"> A marriage counsellor files for divorce.                                                    V | </a:t>
            </a:r>
            <a:r>
              <a:rPr lang="en-AU" sz="1200" dirty="0" b="1">
                <a:solidFill>
                  <a:srgbClr val="231F20"/>
                </a:solidFill>
                <a:latin typeface="Book Antiqua" panose="02040602050305030304" pitchFamily="18" charset="0"/>
                <a:ea typeface="Cambria" panose="02040503050406030204" pitchFamily="18" charset="0"/>
              </a:rPr>
              <a:t>S</a:t>
            </a:r>
            <a:r>
              <a:rPr lang="en-AU" sz="1200" dirty="0">
                <a:solidFill>
                  <a:srgbClr val="231F20"/>
                </a:solidFill>
                <a:latin typeface="Book Antiqua" panose="02040602050305030304" pitchFamily="18" charset="0"/>
                <a:ea typeface="Cambria" panose="02040503050406030204" pitchFamily="18" charset="0"/>
              </a:rPr>
              <a:t xml:space="preserve"> | D</a:t>
            </a:r>
          </a:p>
          <a:p>
            <a:pPr algn="just">
              <a:spcAft>
                <a:spcPts val="800"/>
              </a:spcAft>
            </a:pPr>
            <a:r>
              <a:rPr lang="en-AU" sz="1200" dirty="0" b="1">
                <a:solidFill>
                  <a:srgbClr val="231F20"/>
                </a:solidFill>
                <a:latin typeface="Book Antiqua" panose="02040602050305030304" pitchFamily="18" charset="0"/>
                <a:ea typeface="Cambria" panose="02040503050406030204" pitchFamily="18" charset="0"/>
              </a:rPr>
              <a:t>Explanation:</a:t>
            </a:r>
            <a:r>
              <a:rPr lang="en-AU" sz="1200" dirty="0">
                <a:solidFill>
                  <a:srgbClr val="231F20"/>
                </a:solidFill>
                <a:latin typeface="Book Antiqua" panose="02040602050305030304" pitchFamily="18" charset="0"/>
                <a:ea typeface="Cambria" panose="02040503050406030204" pitchFamily="18" charset="0"/>
              </a:rPr>
              <a:t xml:space="preserve"> Someone whose job is saving marriages cannot save their own – the opposite of what we would expect.</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16" name="object 34">
            <a:extLst>
              <a:ext uri="{FF2B5EF4-FFF2-40B4-BE49-F238E27FC236}">
                <a16:creationId xmlns:a16="http://schemas.microsoft.com/office/drawing/2014/main" id="{351937C1-F788-EB59-5A84-B90A527DDCB2}"/>
              </a:ext>
            </a:extLst>
          </p:cNvPr>
          <p:cNvSpPr txBox="1"/>
          <p:nvPr/>
        </p:nvSpPr>
        <p:spPr>
          <a:xfrm>
            <a:off x="833277" y="5970117"/>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7" name="object 34">
            <a:extLst>
              <a:ext uri="{FF2B5EF4-FFF2-40B4-BE49-F238E27FC236}">
                <a16:creationId xmlns:a16="http://schemas.microsoft.com/office/drawing/2014/main" id="{96F4495F-1E4A-6B13-8A6F-ED00F5D103ED}"/>
              </a:ext>
            </a:extLst>
          </p:cNvPr>
          <p:cNvSpPr txBox="1"/>
          <p:nvPr/>
        </p:nvSpPr>
        <p:spPr>
          <a:xfrm>
            <a:off x="773293" y="7016191"/>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3" name="object 34">
            <a:extLst>
              <a:ext uri="{FF2B5EF4-FFF2-40B4-BE49-F238E27FC236}">
                <a16:creationId xmlns:a16="http://schemas.microsoft.com/office/drawing/2014/main" id="{BB63C5CF-EA20-B643-FF24-609D0C810403}"/>
              </a:ext>
            </a:extLst>
          </p:cNvPr>
          <p:cNvSpPr txBox="1"/>
          <p:nvPr/>
        </p:nvSpPr>
        <p:spPr>
          <a:xfrm>
            <a:off x="773292" y="806226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4" name="object 34">
            <a:extLst>
              <a:ext uri="{FF2B5EF4-FFF2-40B4-BE49-F238E27FC236}">
                <a16:creationId xmlns:a16="http://schemas.microsoft.com/office/drawing/2014/main" id="{143DD7E1-0F52-7F75-AC9C-95E38F83E57F}"/>
              </a:ext>
            </a:extLst>
          </p:cNvPr>
          <p:cNvSpPr txBox="1"/>
          <p:nvPr/>
        </p:nvSpPr>
        <p:spPr>
          <a:xfrm>
            <a:off x="787029" y="9108338"/>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7" name="TextBox 26">
            <a:extLst>
              <a:ext uri="{FF2B5EF4-FFF2-40B4-BE49-F238E27FC236}">
                <a16:creationId xmlns:a16="http://schemas.microsoft.com/office/drawing/2014/main" id="{5EA95986-B782-3C30-6321-8B3348BD6D49}"/>
              </a:ext>
            </a:extLst>
          </p:cNvPr>
          <p:cNvSpPr txBox="1"/>
          <p:nvPr/>
        </p:nvSpPr>
        <p:spPr>
          <a:xfrm>
            <a:off x="713907" y="463898"/>
            <a:ext cx="5959536"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contains 2-3 grammatical errors. Please rewrite the sentence with appropriate grammar.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51" name="object 34">
            <a:extLst>
              <a:ext uri="{FF2B5EF4-FFF2-40B4-BE49-F238E27FC236}">
                <a16:creationId xmlns:a16="http://schemas.microsoft.com/office/drawing/2014/main" id="{4D0B8321-B7E7-3AC5-48C9-2E34C7105977}"/>
              </a:ext>
            </a:extLst>
          </p:cNvPr>
          <p:cNvSpPr txBox="1"/>
          <p:nvPr/>
        </p:nvSpPr>
        <p:spPr>
          <a:xfrm>
            <a:off x="1267025" y="928892"/>
            <a:ext cx="6217920" cy="382156"/>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The new policy aims to reduce emissions, cutting costs and to create local jobs, critics say it is little more than a slogan.</a:t>
            </a:r>
            <a:endParaRPr lang="en-AU" sz="1200" spc="-20" dirty="0">
              <a:solidFill>
                <a:srgbClr val="231F20"/>
              </a:solidFill>
              <a:latin typeface="Book Antiqua" panose="02040602050305030304" pitchFamily="18" charset="0"/>
              <a:cs typeface="Cambria"/>
            </a:endParaRPr>
          </a:p>
        </p:txBody>
      </p:sp>
      <p:sp>
        <p:nvSpPr>
          <p:cNvPr id="52" name="Rectangle: Top Corners Snipped 51">
            <a:extLst>
              <a:ext uri="{FF2B5EF4-FFF2-40B4-BE49-F238E27FC236}">
                <a16:creationId xmlns:a16="http://schemas.microsoft.com/office/drawing/2014/main" id="{D7410AE7-8108-9025-3830-F9ED9218B539}"/>
              </a:ext>
            </a:extLst>
          </p:cNvPr>
          <p:cNvSpPr/>
          <p:nvPr/>
        </p:nvSpPr>
        <p:spPr>
          <a:xfrm rot="5400000">
            <a:off x="706388" y="300261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Rectangle: Top Corners Snipped 52">
            <a:extLst>
              <a:ext uri="{FF2B5EF4-FFF2-40B4-BE49-F238E27FC236}">
                <a16:creationId xmlns:a16="http://schemas.microsoft.com/office/drawing/2014/main" id="{07B8D2BF-0E37-F242-358C-2AA3FEE956C3}"/>
              </a:ext>
            </a:extLst>
          </p:cNvPr>
          <p:cNvSpPr/>
          <p:nvPr/>
        </p:nvSpPr>
        <p:spPr>
          <a:xfrm rot="5400000">
            <a:off x="712971" y="9106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37B9AEC9-1F08-808D-513E-7382E083667E}"/>
              </a:ext>
            </a:extLst>
          </p:cNvPr>
          <p:cNvSpPr/>
          <p:nvPr/>
        </p:nvSpPr>
        <p:spPr>
          <a:xfrm rot="5400000">
            <a:off x="712212" y="19287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bject 34">
            <a:extLst>
              <a:ext uri="{FF2B5EF4-FFF2-40B4-BE49-F238E27FC236}">
                <a16:creationId xmlns:a16="http://schemas.microsoft.com/office/drawing/2014/main" id="{C83A20DA-FC5A-6976-924E-652B4746F827}"/>
              </a:ext>
            </a:extLst>
          </p:cNvPr>
          <p:cNvSpPr txBox="1"/>
          <p:nvPr/>
        </p:nvSpPr>
        <p:spPr>
          <a:xfrm>
            <a:off x="1241075" y="1948531"/>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The salvage diver told my colleague and myself that among the items recovered from the wreck was a compass and two silver pistols.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7" name="TextBox 56">
            <a:extLst>
              <a:ext uri="{FF2B5EF4-FFF2-40B4-BE49-F238E27FC236}">
                <a16:creationId xmlns:a16="http://schemas.microsoft.com/office/drawing/2014/main" id="{3D6DDAB7-EEDA-408B-153B-97664335DF39}"/>
              </a:ext>
            </a:extLst>
          </p:cNvPr>
          <p:cNvSpPr txBox="1"/>
          <p:nvPr/>
        </p:nvSpPr>
        <p:spPr>
          <a:xfrm>
            <a:off x="684690" y="1012402"/>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58" name="TextBox 57">
            <a:extLst>
              <a:ext uri="{FF2B5EF4-FFF2-40B4-BE49-F238E27FC236}">
                <a16:creationId xmlns:a16="http://schemas.microsoft.com/office/drawing/2014/main" id="{1F06201A-3114-259A-0D93-57FE6D405B50}"/>
              </a:ext>
            </a:extLst>
          </p:cNvPr>
          <p:cNvSpPr txBox="1"/>
          <p:nvPr/>
        </p:nvSpPr>
        <p:spPr>
          <a:xfrm>
            <a:off x="692278" y="203899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9" name="TextBox 58">
            <a:extLst>
              <a:ext uri="{FF2B5EF4-FFF2-40B4-BE49-F238E27FC236}">
                <a16:creationId xmlns:a16="http://schemas.microsoft.com/office/drawing/2014/main" id="{D87AA819-FE3F-9001-1701-E58D9A1512EF}"/>
              </a:ext>
            </a:extLst>
          </p:cNvPr>
          <p:cNvSpPr txBox="1"/>
          <p:nvPr/>
        </p:nvSpPr>
        <p:spPr>
          <a:xfrm>
            <a:off x="678486" y="3087681"/>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60" name="object 34">
            <a:extLst>
              <a:ext uri="{FF2B5EF4-FFF2-40B4-BE49-F238E27FC236}">
                <a16:creationId xmlns:a16="http://schemas.microsoft.com/office/drawing/2014/main" id="{23623646-BBF2-66CA-2CF4-5B2862A633C8}"/>
              </a:ext>
            </a:extLst>
          </p:cNvPr>
          <p:cNvSpPr txBox="1"/>
          <p:nvPr/>
        </p:nvSpPr>
        <p:spPr>
          <a:xfrm>
            <a:off x="740243" y="1381853"/>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8" name="object 34">
            <a:extLst>
              <a:ext uri="{FF2B5EF4-FFF2-40B4-BE49-F238E27FC236}">
                <a16:creationId xmlns:a16="http://schemas.microsoft.com/office/drawing/2014/main" id="{BDF18321-369B-89AE-EDF6-9F8F281E28C9}"/>
              </a:ext>
            </a:extLst>
          </p:cNvPr>
          <p:cNvSpPr txBox="1"/>
          <p:nvPr/>
        </p:nvSpPr>
        <p:spPr>
          <a:xfrm>
            <a:off x="731192" y="2469467"/>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9" name="object 34">
            <a:extLst>
              <a:ext uri="{FF2B5EF4-FFF2-40B4-BE49-F238E27FC236}">
                <a16:creationId xmlns:a16="http://schemas.microsoft.com/office/drawing/2014/main" id="{282FF1D2-CAC2-711A-154E-31EA5B638EE3}"/>
              </a:ext>
            </a:extLst>
          </p:cNvPr>
          <p:cNvSpPr txBox="1"/>
          <p:nvPr/>
        </p:nvSpPr>
        <p:spPr>
          <a:xfrm>
            <a:off x="1246607" y="3029115"/>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Although the reef had survived three bleaching events. Scientists warn that a fourth could destroy it, and they called for urgent action.</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86" name="object 34">
            <a:extLst>
              <a:ext uri="{FF2B5EF4-FFF2-40B4-BE49-F238E27FC236}">
                <a16:creationId xmlns:a16="http://schemas.microsoft.com/office/drawing/2014/main" id="{BA8B7991-AEB1-EE3F-A1D1-421E0B8F7DB2}"/>
              </a:ext>
            </a:extLst>
          </p:cNvPr>
          <p:cNvSpPr txBox="1"/>
          <p:nvPr/>
        </p:nvSpPr>
        <p:spPr>
          <a:xfrm>
            <a:off x="740243" y="3537550"/>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 name="object 34">
            <a:extLst>
              <a:ext uri="{FF2B5EF4-FFF2-40B4-BE49-F238E27FC236}">
                <a16:creationId xmlns:a16="http://schemas.microsoft.com/office/drawing/2014/main" id="{8461EC49-E930-13A0-5D66-8E12B391714B}"/>
              </a:ext>
            </a:extLst>
          </p:cNvPr>
          <p:cNvSpPr txBox="1"/>
          <p:nvPr/>
        </p:nvSpPr>
        <p:spPr>
          <a:xfrm>
            <a:off x="1216152" y="6591909"/>
            <a:ext cx="5577840" cy="470001"/>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After the team's worst defeat in forty years, the captain told reporters, "Well, that went exactly to plan."</a:t>
            </a:r>
            <a:endParaRPr lang="en-US" sz="1200" dirty="0">
              <a:latin typeface="Book Antiqua" panose="02040602050305030304" pitchFamily="18" charset="0"/>
              <a:cs typeface="Cambria"/>
            </a:endParaRPr>
          </a:p>
        </p:txBody>
      </p:sp>
      <p:sp>
        <p:nvSpPr>
          <p:cNvPr id="14" name="object 34">
            <a:extLst>
              <a:ext uri="{FF2B5EF4-FFF2-40B4-BE49-F238E27FC236}">
                <a16:creationId xmlns:a16="http://schemas.microsoft.com/office/drawing/2014/main" id="{B056A712-A2D4-F7D9-FFB9-B877EC88198C}"/>
              </a:ext>
            </a:extLst>
          </p:cNvPr>
          <p:cNvSpPr txBox="1"/>
          <p:nvPr/>
        </p:nvSpPr>
        <p:spPr>
          <a:xfrm>
            <a:off x="1216152" y="5545836"/>
            <a:ext cx="5577840" cy="470001"/>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The audience has just watched the butler pour poison into the wine. Moments later, the host raises the glass and declares that he has never felt healthier.</a:t>
            </a:r>
            <a:endParaRPr lang="en-US" sz="120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DD7B2796-A470-4CE4-D481-9F6174DD1E25}"/>
              </a:ext>
            </a:extLst>
          </p:cNvPr>
          <p:cNvSpPr txBox="1"/>
          <p:nvPr/>
        </p:nvSpPr>
        <p:spPr>
          <a:xfrm>
            <a:off x="1216152" y="8684056"/>
            <a:ext cx="557784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In a stage play, the audience has overheard the prince plotting to seize the throne. In the next scene, the king names the prince his most trusted adviser.</a:t>
            </a:r>
            <a:endParaRPr lang="en-AU" sz="12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1" name="object 34">
            <a:extLst>
              <a:ext uri="{FF2B5EF4-FFF2-40B4-BE49-F238E27FC236}">
                <a16:creationId xmlns:a16="http://schemas.microsoft.com/office/drawing/2014/main" id="{DF9486A2-DE89-C9F6-EA17-E094D0E1955F}"/>
              </a:ext>
            </a:extLst>
          </p:cNvPr>
          <p:cNvSpPr txBox="1"/>
          <p:nvPr/>
        </p:nvSpPr>
        <p:spPr>
          <a:xfrm>
            <a:off x="1216152" y="7637983"/>
            <a:ext cx="557784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 cybersecurity firm that sells anti-hacking software announced that its own customer database had been hacked.</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1138888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Top Corners Snipped 7">
            <a:extLst>
              <a:ext uri="{FF2B5EF4-FFF2-40B4-BE49-F238E27FC236}">
                <a16:creationId xmlns:a16="http://schemas.microsoft.com/office/drawing/2014/main" id="{3ED2E317-E182-4B57-36F3-69EA21352EDE}"/>
              </a:ext>
            </a:extLst>
          </p:cNvPr>
          <p:cNvSpPr/>
          <p:nvPr/>
        </p:nvSpPr>
        <p:spPr>
          <a:xfrm rot="5400000">
            <a:off x="4069562" y="320109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Top Corners Snipped 2">
            <a:extLst>
              <a:ext uri="{FF2B5EF4-FFF2-40B4-BE49-F238E27FC236}">
                <a16:creationId xmlns:a16="http://schemas.microsoft.com/office/drawing/2014/main" id="{7B3583E6-007B-2358-6C36-EA053CB66D0E}"/>
              </a:ext>
            </a:extLst>
          </p:cNvPr>
          <p:cNvSpPr/>
          <p:nvPr/>
        </p:nvSpPr>
        <p:spPr>
          <a:xfrm rot="5400000">
            <a:off x="702347" y="8443159"/>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957" cy="9147101"/>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986902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5</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8" name="Rectangle: Top Corners Snipped 7">
            <a:extLst>
              <a:ext uri="{FF2B5EF4-FFF2-40B4-BE49-F238E27FC236}">
                <a16:creationId xmlns:a16="http://schemas.microsoft.com/office/drawing/2014/main" id="{8F42F9C8-F09B-ADC7-D1CF-30047B1B6DE0}"/>
              </a:ext>
            </a:extLst>
          </p:cNvPr>
          <p:cNvSpPr/>
          <p:nvPr/>
        </p:nvSpPr>
        <p:spPr>
          <a:xfrm rot="5400000">
            <a:off x="712228" y="32328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8BD686AB-8027-4BBE-ACFD-264774ECE967}"/>
              </a:ext>
            </a:extLst>
          </p:cNvPr>
          <p:cNvSpPr txBox="1"/>
          <p:nvPr/>
        </p:nvSpPr>
        <p:spPr>
          <a:xfrm>
            <a:off x="780522" y="932218"/>
            <a:ext cx="6519834" cy="57964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adjectives. Choose a more impactful adjective from the box to replace the listed adjectives. </a:t>
            </a:r>
          </a:p>
          <a:p>
            <a:pPr marL="12700">
              <a:lnSpc>
                <a:spcPct val="100000"/>
              </a:lnSpc>
              <a:spcBef>
                <a:spcPts val="100"/>
              </a:spcBef>
            </a:pPr>
            <a:r>
              <a:rPr lang="en-AU" sz="1200" b="1" spc="-20" dirty="0">
                <a:solidFill>
                  <a:srgbClr val="231F20"/>
                </a:solidFill>
                <a:latin typeface="Book Antiqua" panose="02040602050305030304" pitchFamily="18" charset="0"/>
                <a:cs typeface="Cambria"/>
              </a:rPr>
              <a:t>Feel free to consult a dictionary!</a:t>
            </a:r>
          </a:p>
        </p:txBody>
      </p:sp>
      <p:sp>
        <p:nvSpPr>
          <p:cNvPr id="23" name="object 34">
            <a:extLst>
              <a:ext uri="{FF2B5EF4-FFF2-40B4-BE49-F238E27FC236}">
                <a16:creationId xmlns:a16="http://schemas.microsoft.com/office/drawing/2014/main" id="{AB8D4C32-BB80-874F-907C-282541A673AE}"/>
              </a:ext>
            </a:extLst>
          </p:cNvPr>
          <p:cNvSpPr txBox="1"/>
          <p:nvPr/>
        </p:nvSpPr>
        <p:spPr>
          <a:xfrm>
            <a:off x="1345773" y="5132722"/>
            <a:ext cx="966739"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Harmful in a hidden, gradual way</a:t>
            </a:r>
          </a:p>
        </p:txBody>
      </p:sp>
      <p:sp>
        <p:nvSpPr>
          <p:cNvPr id="24" name="Rectangle: Top Corners Snipped 23">
            <a:extLst>
              <a:ext uri="{FF2B5EF4-FFF2-40B4-BE49-F238E27FC236}">
                <a16:creationId xmlns:a16="http://schemas.microsoft.com/office/drawing/2014/main" id="{C855E093-255F-FC3A-B1BA-22CEBB65BD72}"/>
              </a:ext>
            </a:extLst>
          </p:cNvPr>
          <p:cNvSpPr/>
          <p:nvPr/>
        </p:nvSpPr>
        <p:spPr>
          <a:xfrm rot="5400000">
            <a:off x="714181" y="411662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AA0902E1-6A3E-980F-31A3-39AF9E1EEA96}"/>
              </a:ext>
            </a:extLst>
          </p:cNvPr>
          <p:cNvSpPr/>
          <p:nvPr/>
        </p:nvSpPr>
        <p:spPr>
          <a:xfrm rot="5400000">
            <a:off x="714745" y="50705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B8E3C9AC-7830-188B-B329-A16BDFCCA4DA}"/>
              </a:ext>
            </a:extLst>
          </p:cNvPr>
          <p:cNvGraphicFramePr>
            <a:graphicFrameLocks noGrp="1"/>
          </p:cNvGraphicFramePr>
          <p:nvPr>
            <p:extLst>
              <p:ext uri="{D42A27DB-BD31-4B8C-83A1-F6EECF244321}">
                <p14:modId xmlns:p14="http://schemas.microsoft.com/office/powerpoint/2010/main" val="2699463710"/>
              </p:ext>
            </p:extLst>
          </p:nvPr>
        </p:nvGraphicFramePr>
        <p:xfrm>
          <a:off x="921216" y="175713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Sanguine</a:t>
                      </a:r>
                    </a:p>
                  </a:txBody>
                  <a:tcPr/>
                </a:tc>
                <a:tc>
                  <a:txBody>
                    <a:bodyPr/>
                    <a:lstStyle/>
                    <a:p>
                      <a:r>
                        <a:rPr lang="en-AU" sz="1200" dirty="0">
                          <a:latin typeface="Book Antiqua" panose="02040602050305030304" pitchFamily="18" charset="0"/>
                        </a:rPr>
                        <a:t>Laconic</a:t>
                      </a:r>
                    </a:p>
                  </a:txBody>
                  <a:tcPr/>
                </a:tc>
                <a:tc>
                  <a:txBody>
                    <a:bodyPr/>
                    <a:lstStyle/>
                    <a:p>
                      <a:r>
                        <a:rPr lang="en-AU" sz="1200" dirty="0">
                          <a:latin typeface="Book Antiqua" panose="02040602050305030304" pitchFamily="18" charset="0"/>
                        </a:rPr>
                        <a:t>Insidious</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Fastidious</a:t>
                      </a:r>
                    </a:p>
                  </a:txBody>
                  <a:tcPr/>
                </a:tc>
                <a:tc>
                  <a:txBody>
                    <a:bodyPr/>
                    <a:lstStyle/>
                    <a:p>
                      <a:r>
                        <a:rPr lang="en-AU" sz="1200" dirty="0">
                          <a:latin typeface="Book Antiqua" panose="02040602050305030304" pitchFamily="18" charset="0"/>
                        </a:rPr>
                        <a:t>Perfunctory</a:t>
                      </a:r>
                    </a:p>
                  </a:txBody>
                  <a:tcPr/>
                </a:tc>
                <a:tc>
                  <a:txBody>
                    <a:bodyPr/>
                    <a:lstStyle/>
                    <a:p>
                      <a:r>
                        <a:rPr lang="en-AU" sz="1200" dirty="0">
                          <a:latin typeface="Book Antiqua" panose="02040602050305030304" pitchFamily="18" charset="0"/>
                        </a:rPr>
                        <a:t>Implacable</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Diffident</a:t>
                      </a:r>
                    </a:p>
                  </a:txBody>
                  <a:tcPr/>
                </a:tc>
                <a:tc>
                  <a:txBody>
                    <a:bodyPr/>
                    <a:lstStyle/>
                    <a:p>
                      <a:r>
                        <a:rPr lang="en-AU" sz="1200" dirty="0">
                          <a:latin typeface="Book Antiqua" panose="02040602050305030304" pitchFamily="18" charset="0"/>
                        </a:rPr>
                        <a:t>Sardonic</a:t>
                      </a:r>
                    </a:p>
                  </a:txBody>
                  <a:tcPr/>
                </a:tc>
                <a:tc>
                  <a:txBody>
                    <a:bodyPr/>
                    <a:lstStyle/>
                    <a:p>
                      <a:r>
                        <a:rPr lang="en-AU" sz="1200" dirty="0">
                          <a:latin typeface="Book Antiqua" panose="02040602050305030304" pitchFamily="18" charset="0"/>
                        </a:rPr>
                        <a:t>Ostentatious</a:t>
                      </a:r>
                    </a:p>
                  </a:txBody>
                  <a:tcPr/>
                </a:tc>
                <a:extLst>
                  <a:ext uri="{0D108BD9-81ED-4DB2-BD59-A6C34878D82A}">
                    <a16:rowId xmlns:a16="http://schemas.microsoft.com/office/drawing/2014/main" val="3928641624"/>
                  </a:ext>
                </a:extLst>
              </a:tr>
              <a:tr h="190308">
                <a:tc>
                  <a:txBody>
                    <a:bodyPr/>
                    <a:lstStyle/>
                    <a:p>
                      <a:r>
                        <a:rPr lang="en-AU" sz="1200" dirty="0">
                          <a:latin typeface="Book Antiqua" panose="02040602050305030304" pitchFamily="18" charset="0"/>
                        </a:rPr>
                        <a:t>Lugubrious</a:t>
                      </a:r>
                    </a:p>
                  </a:txBody>
                  <a:tcPr/>
                </a:tc>
                <a:tc>
                  <a:txBody>
                    <a:bodyPr/>
                    <a:lstStyle/>
                    <a:p>
                      <a:r>
                        <a:rPr lang="en-AU" sz="1200" dirty="0">
                          <a:latin typeface="Book Antiqua" panose="02040602050305030304" pitchFamily="18" charset="0"/>
                        </a:rPr>
                        <a:t>Indefatigable</a:t>
                      </a:r>
                    </a:p>
                  </a:txBody>
                  <a:tcPr/>
                </a:tc>
                <a:tc>
                  <a:txBody>
                    <a:bodyPr/>
                    <a:lstStyle/>
                    <a:p>
                      <a:r>
                        <a:rPr lang="en-AU" sz="1200" dirty="0">
                          <a:latin typeface="Book Antiqua" panose="02040602050305030304" pitchFamily="18" charset="0"/>
                        </a:rPr>
                        <a:t>Pragmatic</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4ED2DB5C-2148-C1E2-75CF-6C927CAB5FCC}"/>
              </a:ext>
            </a:extLst>
          </p:cNvPr>
          <p:cNvSpPr txBox="1"/>
          <p:nvPr/>
        </p:nvSpPr>
        <p:spPr>
          <a:xfrm>
            <a:off x="1331929" y="4154302"/>
            <a:ext cx="980583"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Showy and designed to impress</a:t>
            </a:r>
          </a:p>
        </p:txBody>
      </p:sp>
      <p:sp>
        <p:nvSpPr>
          <p:cNvPr id="28" name="object 34">
            <a:extLst>
              <a:ext uri="{FF2B5EF4-FFF2-40B4-BE49-F238E27FC236}">
                <a16:creationId xmlns:a16="http://schemas.microsoft.com/office/drawing/2014/main" id="{1EDBCF54-189A-4203-4E0A-BFD23BB9A9B8}"/>
              </a:ext>
            </a:extLst>
          </p:cNvPr>
          <p:cNvSpPr txBox="1"/>
          <p:nvPr/>
        </p:nvSpPr>
        <p:spPr>
          <a:xfrm>
            <a:off x="1324972" y="3289387"/>
            <a:ext cx="103920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Done with minimal effort</a:t>
            </a:r>
          </a:p>
        </p:txBody>
      </p:sp>
      <p:sp>
        <p:nvSpPr>
          <p:cNvPr id="30" name="object 34">
            <a:extLst>
              <a:ext uri="{FF2B5EF4-FFF2-40B4-BE49-F238E27FC236}">
                <a16:creationId xmlns:a16="http://schemas.microsoft.com/office/drawing/2014/main" id="{7B11E090-4E27-2816-FE22-29AEF591F2CC}"/>
              </a:ext>
            </a:extLst>
          </p:cNvPr>
          <p:cNvSpPr txBox="1"/>
          <p:nvPr/>
        </p:nvSpPr>
        <p:spPr>
          <a:xfrm>
            <a:off x="4822638" y="3236465"/>
            <a:ext cx="116515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Optimistic in a bad situation</a:t>
            </a:r>
          </a:p>
        </p:txBody>
      </p:sp>
      <p:sp>
        <p:nvSpPr>
          <p:cNvPr id="35" name="object 34">
            <a:extLst>
              <a:ext uri="{FF2B5EF4-FFF2-40B4-BE49-F238E27FC236}">
                <a16:creationId xmlns:a16="http://schemas.microsoft.com/office/drawing/2014/main" id="{4B4DF569-EE57-DF0F-CD9C-C1596195B00C}"/>
              </a:ext>
            </a:extLst>
          </p:cNvPr>
          <p:cNvSpPr txBox="1"/>
          <p:nvPr/>
        </p:nvSpPr>
        <p:spPr>
          <a:xfrm>
            <a:off x="4808724" y="4086146"/>
            <a:ext cx="877404"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Shy and lacking confidence</a:t>
            </a:r>
          </a:p>
        </p:txBody>
      </p:sp>
      <p:sp>
        <p:nvSpPr>
          <p:cNvPr id="38" name="object 34">
            <a:extLst>
              <a:ext uri="{FF2B5EF4-FFF2-40B4-BE49-F238E27FC236}">
                <a16:creationId xmlns:a16="http://schemas.microsoft.com/office/drawing/2014/main" id="{39D9461B-9C87-8AB3-7ABB-00C5183F6F81}"/>
              </a:ext>
            </a:extLst>
          </p:cNvPr>
          <p:cNvSpPr txBox="1"/>
          <p:nvPr/>
        </p:nvSpPr>
        <p:spPr>
          <a:xfrm>
            <a:off x="4815681" y="5020870"/>
            <a:ext cx="1226801" cy="394712"/>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Tirelessly persistent</a:t>
            </a:r>
          </a:p>
        </p:txBody>
      </p:sp>
      <p:sp>
        <p:nvSpPr>
          <p:cNvPr id="39" name="object 34">
            <a:extLst>
              <a:ext uri="{FF2B5EF4-FFF2-40B4-BE49-F238E27FC236}">
                <a16:creationId xmlns:a16="http://schemas.microsoft.com/office/drawing/2014/main" id="{25AA0C29-B1EE-998A-D50A-219843C4DCAF}"/>
              </a:ext>
            </a:extLst>
          </p:cNvPr>
          <p:cNvSpPr txBox="1"/>
          <p:nvPr/>
        </p:nvSpPr>
        <p:spPr>
          <a:xfrm>
            <a:off x="2431863" y="3347680"/>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2" name="object 34">
            <a:extLst>
              <a:ext uri="{FF2B5EF4-FFF2-40B4-BE49-F238E27FC236}">
                <a16:creationId xmlns:a16="http://schemas.microsoft.com/office/drawing/2014/main" id="{D53CEEA5-FB6C-95C6-1B38-C3594FDCFD1A}"/>
              </a:ext>
            </a:extLst>
          </p:cNvPr>
          <p:cNvSpPr txBox="1"/>
          <p:nvPr/>
        </p:nvSpPr>
        <p:spPr>
          <a:xfrm>
            <a:off x="2431863" y="418558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4" name="object 34">
            <a:extLst>
              <a:ext uri="{FF2B5EF4-FFF2-40B4-BE49-F238E27FC236}">
                <a16:creationId xmlns:a16="http://schemas.microsoft.com/office/drawing/2014/main" id="{403D5EB2-5E6B-DC3A-D011-C8EA29E0D2F3}"/>
              </a:ext>
            </a:extLst>
          </p:cNvPr>
          <p:cNvSpPr txBox="1"/>
          <p:nvPr/>
        </p:nvSpPr>
        <p:spPr>
          <a:xfrm>
            <a:off x="2430141" y="519086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6" name="object 34">
            <a:extLst>
              <a:ext uri="{FF2B5EF4-FFF2-40B4-BE49-F238E27FC236}">
                <a16:creationId xmlns:a16="http://schemas.microsoft.com/office/drawing/2014/main" id="{AD365BF5-20FA-7C82-4866-213A3DD0A855}"/>
              </a:ext>
            </a:extLst>
          </p:cNvPr>
          <p:cNvSpPr txBox="1"/>
          <p:nvPr/>
        </p:nvSpPr>
        <p:spPr>
          <a:xfrm>
            <a:off x="5874799" y="3322974"/>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7" name="object 34">
            <a:extLst>
              <a:ext uri="{FF2B5EF4-FFF2-40B4-BE49-F238E27FC236}">
                <a16:creationId xmlns:a16="http://schemas.microsoft.com/office/drawing/2014/main" id="{29E93BBA-7D5B-ED5A-5FE0-56A306F42485}"/>
              </a:ext>
            </a:extLst>
          </p:cNvPr>
          <p:cNvSpPr txBox="1"/>
          <p:nvPr/>
        </p:nvSpPr>
        <p:spPr>
          <a:xfrm>
            <a:off x="5874799" y="4173797"/>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8" name="object 34">
            <a:extLst>
              <a:ext uri="{FF2B5EF4-FFF2-40B4-BE49-F238E27FC236}">
                <a16:creationId xmlns:a16="http://schemas.microsoft.com/office/drawing/2014/main" id="{8CAA9F65-43CE-898D-7040-9B0F76288C1D}"/>
              </a:ext>
            </a:extLst>
          </p:cNvPr>
          <p:cNvSpPr txBox="1"/>
          <p:nvPr/>
        </p:nvSpPr>
        <p:spPr>
          <a:xfrm>
            <a:off x="5889136" y="5092123"/>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9" name="TextBox 48">
            <a:extLst>
              <a:ext uri="{FF2B5EF4-FFF2-40B4-BE49-F238E27FC236}">
                <a16:creationId xmlns:a16="http://schemas.microsoft.com/office/drawing/2014/main" id="{A943134B-25DD-A04D-3F8C-45DF59E9AD97}"/>
              </a:ext>
            </a:extLst>
          </p:cNvPr>
          <p:cNvSpPr txBox="1"/>
          <p:nvPr/>
        </p:nvSpPr>
        <p:spPr>
          <a:xfrm>
            <a:off x="741424" y="3318102"/>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908EC4DA-1D46-BED5-1926-D93132354ACB}"/>
              </a:ext>
            </a:extLst>
          </p:cNvPr>
          <p:cNvSpPr txBox="1"/>
          <p:nvPr/>
        </p:nvSpPr>
        <p:spPr>
          <a:xfrm>
            <a:off x="721981" y="4196650"/>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BA804E92-27B5-1893-C6F9-ABB5A9AA0DD1}"/>
              </a:ext>
            </a:extLst>
          </p:cNvPr>
          <p:cNvSpPr txBox="1"/>
          <p:nvPr/>
        </p:nvSpPr>
        <p:spPr>
          <a:xfrm>
            <a:off x="721981" y="515867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6476" y="577353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 name="Rectangle: Top Corners Snipped 2">
            <a:extLst>
              <a:ext uri="{FF2B5EF4-FFF2-40B4-BE49-F238E27FC236}">
                <a16:creationId xmlns:a16="http://schemas.microsoft.com/office/drawing/2014/main" id="{502291C4-ADDD-0671-6C32-4F134A8ED5A9}"/>
              </a:ext>
            </a:extLst>
          </p:cNvPr>
          <p:cNvSpPr/>
          <p:nvPr/>
        </p:nvSpPr>
        <p:spPr>
          <a:xfrm rot="5400000">
            <a:off x="699550" y="9129238"/>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1D09258C-1917-04E6-2937-F2A1CE3E65B0}"/>
              </a:ext>
            </a:extLst>
          </p:cNvPr>
          <p:cNvSpPr/>
          <p:nvPr/>
        </p:nvSpPr>
        <p:spPr>
          <a:xfrm rot="5400000">
            <a:off x="721744" y="62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52F1A5B2-D811-B949-24E9-EC5B4587C6D0}"/>
              </a:ext>
            </a:extLst>
          </p:cNvPr>
          <p:cNvSpPr/>
          <p:nvPr/>
        </p:nvSpPr>
        <p:spPr>
          <a:xfrm rot="5400000">
            <a:off x="721744" y="77564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5B0790D6-2F5E-BA7C-942E-3BAC0F8CEC52}"/>
              </a:ext>
            </a:extLst>
          </p:cNvPr>
          <p:cNvSpPr txBox="1"/>
          <p:nvPr/>
        </p:nvSpPr>
        <p:spPr>
          <a:xfrm>
            <a:off x="728442" y="6371032"/>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22" name="TextBox 21">
            <a:extLst>
              <a:ext uri="{FF2B5EF4-FFF2-40B4-BE49-F238E27FC236}">
                <a16:creationId xmlns:a16="http://schemas.microsoft.com/office/drawing/2014/main" id="{383ED6A8-D99C-FC24-ED4C-F83108C3AB1D}"/>
              </a:ext>
            </a:extLst>
          </p:cNvPr>
          <p:cNvSpPr txBox="1"/>
          <p:nvPr/>
        </p:nvSpPr>
        <p:spPr>
          <a:xfrm>
            <a:off x="735442" y="7845983"/>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29" name="TextBox 28">
            <a:extLst>
              <a:ext uri="{FF2B5EF4-FFF2-40B4-BE49-F238E27FC236}">
                <a16:creationId xmlns:a16="http://schemas.microsoft.com/office/drawing/2014/main" id="{A7270835-90C7-F497-D00A-80C196AD9CAD}"/>
              </a:ext>
            </a:extLst>
          </p:cNvPr>
          <p:cNvSpPr txBox="1"/>
          <p:nvPr/>
        </p:nvSpPr>
        <p:spPr>
          <a:xfrm>
            <a:off x="702212" y="923488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37" name="TextBox 36">
            <a:extLst>
              <a:ext uri="{FF2B5EF4-FFF2-40B4-BE49-F238E27FC236}">
                <a16:creationId xmlns:a16="http://schemas.microsoft.com/office/drawing/2014/main" id="{3E0441B0-0139-7C6A-B312-C1916ACE6C42}"/>
              </a:ext>
            </a:extLst>
          </p:cNvPr>
          <p:cNvSpPr txBox="1"/>
          <p:nvPr/>
        </p:nvSpPr>
        <p:spPr>
          <a:xfrm>
            <a:off x="705374" y="5896835"/>
            <a:ext cx="6495196" cy="276999"/>
          </a:xfrm>
          <a:prstGeom prst="rect">
            <a:avLst/>
          </a:prstGeom>
          <a:noFill/>
        </p:spPr>
        <p:txBody>
          <a:bodyPr wrap="square">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prepositions in each sentence.</a:t>
            </a:r>
            <a:endParaRPr lang="en-AU" sz="1200" b="1" spc="-20" dirty="0">
              <a:solidFill>
                <a:srgbClr val="231F20"/>
              </a:solidFill>
              <a:latin typeface="Book Antiqua" panose="02040602050305030304" pitchFamily="18" charset="0"/>
              <a:cs typeface="Cambria"/>
            </a:endParaRPr>
          </a:p>
        </p:txBody>
      </p:sp>
      <p:graphicFrame>
        <p:nvGraphicFramePr>
          <p:cNvPr id="9" name="Table 13">
            <a:extLst>
              <a:ext uri="{FF2B5EF4-FFF2-40B4-BE49-F238E27FC236}">
                <a16:creationId xmlns:a16="http://schemas.microsoft.com/office/drawing/2014/main" id="{3778A1D7-4345-62F9-CD7D-6BC4BC5A59F3}"/>
              </a:ext>
            </a:extLst>
          </p:cNvPr>
          <p:cNvGraphicFramePr>
            <a:graphicFrameLocks noGrp="1"/>
          </p:cNvGraphicFramePr>
          <p:nvPr>
            <p:extLst>
              <p:ext uri="{D42A27DB-BD31-4B8C-83A1-F6EECF244321}">
                <p14:modId xmlns:p14="http://schemas.microsoft.com/office/powerpoint/2010/main" val="3153579619"/>
              </p:ext>
            </p:extLst>
          </p:nvPr>
        </p:nvGraphicFramePr>
        <p:xfrm>
          <a:off x="1152344" y="6164536"/>
          <a:ext cx="6032768" cy="3506386"/>
        </p:xfrm>
        <a:graphic>
          <a:graphicData uri="http://schemas.openxmlformats.org/drawingml/2006/table">
            <a:tbl>
              <a:tblPr firstRow="1" bandRow="1">
                <a:tableStyleId>{5940675A-B579-460E-94D1-54222C63F5DA}</a:tableStyleId>
              </a:tblPr>
              <a:tblGrid>
                <a:gridCol w="6032768">
                  <a:extLst>
                    <a:ext uri="{9D8B030D-6E8A-4147-A177-3AD203B41FA5}">
                      <a16:colId xmlns:a16="http://schemas.microsoft.com/office/drawing/2014/main" val="3661105598"/>
                    </a:ext>
                  </a:extLst>
                </a:gridCol>
              </a:tblGrid>
              <a:tr h="788912">
                <a:tc>
                  <a:txBody>
                    <a:bodyPr/>
                    <a:lstStyle/>
                    <a:p>
                      <a:r>
                        <a:rPr lang="en-US" sz="1200" kern="1200" dirty="0">
                          <a:solidFill>
                            <a:schemeClr val="tx1"/>
                          </a:solidFill>
                          <a:effectLst/>
                          <a:latin typeface="Book Antiqua" panose="02040602050305030304" pitchFamily="18" charset="0"/>
                          <a:ea typeface="+mn-ea"/>
                          <a:cs typeface="+mn-cs"/>
                        </a:rPr>
                        <a:t xml:space="preserve">The regulator ruled that the bank's silence was tantamount </a:t>
                      </a:r>
                      <a:r>
                        <a:rPr lang="en-US" sz="1200" kern="1200" dirty="0" b="1">
                          <a:solidFill>
                            <a:schemeClr val="tx1"/>
                          </a:solidFill>
                          <a:effectLst/>
                          <a:latin typeface="Book Antiqua" panose="02040602050305030304" pitchFamily="18" charset="0"/>
                          <a:ea typeface="+mn-ea"/>
                          <a:cs typeface="+mn-cs"/>
                        </a:rPr>
                        <a:t>to/with</a:t>
                      </a:r>
                      <a:r>
                        <a:rPr lang="en-US" sz="1200" kern="1200" dirty="0">
                          <a:solidFill>
                            <a:schemeClr val="tx1"/>
                          </a:solidFill>
                          <a:effectLst/>
                          <a:latin typeface="Book Antiqua" panose="02040602050305030304" pitchFamily="18" charset="0"/>
                          <a:ea typeface="+mn-ea"/>
                          <a:cs typeface="+mn-cs"/>
                        </a:rPr>
                        <a:t xml:space="preserve"> an admission of guilt.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73572">
                <a:tc>
                  <a:txBody>
                    <a:bodyPr/>
                    <a:lstStyle/>
                    <a:p>
                      <a:r>
                        <a:rPr lang="en-US" sz="1200" kern="1200" dirty="0">
                          <a:solidFill>
                            <a:schemeClr val="tx1"/>
                          </a:solidFill>
                          <a:effectLst/>
                          <a:latin typeface="Book Antiqua" panose="02040602050305030304" pitchFamily="18" charset="0"/>
                          <a:ea typeface="+mn-ea"/>
                          <a:cs typeface="+mn-cs"/>
                        </a:rPr>
                        <a:t xml:space="preserve">The sudden spike in sales was indicative </a:t>
                      </a:r>
                      <a:r>
                        <a:rPr lang="en-US" sz="1200" kern="1200" dirty="0" b="1">
                          <a:solidFill>
                            <a:schemeClr val="tx1"/>
                          </a:solidFill>
                          <a:effectLst/>
                          <a:latin typeface="Book Antiqua" panose="02040602050305030304" pitchFamily="18" charset="0"/>
                          <a:ea typeface="+mn-ea"/>
                          <a:cs typeface="+mn-cs"/>
                        </a:rPr>
                        <a:t>of/to</a:t>
                      </a:r>
                      <a:r>
                        <a:rPr lang="en-US" sz="1200" kern="1200" dirty="0">
                          <a:solidFill>
                            <a:schemeClr val="tx1"/>
                          </a:solidFill>
                          <a:effectLst/>
                          <a:latin typeface="Book Antiqua" panose="02040602050305030304" pitchFamily="18" charset="0"/>
                          <a:ea typeface="+mn-ea"/>
                          <a:cs typeface="+mn-cs"/>
                        </a:rPr>
                        <a:t xml:space="preserve"> a much larger shift in consumer habits.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631736">
                <a:tc>
                  <a:txBody>
                    <a:bodyPr/>
                    <a:lstStyle/>
                    <a:p>
                      <a:r>
                        <a:rPr lang="en-US" sz="1200" kern="1200" dirty="0">
                          <a:solidFill>
                            <a:schemeClr val="tx1"/>
                          </a:solidFill>
                          <a:effectLst/>
                          <a:latin typeface="Book Antiqua" panose="02040602050305030304" pitchFamily="18" charset="0"/>
                          <a:ea typeface="+mn-ea"/>
                          <a:cs typeface="+mn-cs"/>
                        </a:rPr>
                        <a:t xml:space="preserve">The entire rescue plan was predicated </a:t>
                      </a:r>
                      <a:r>
                        <a:rPr lang="en-US" sz="1200" kern="1200" dirty="0" b="1">
                          <a:solidFill>
                            <a:schemeClr val="tx1"/>
                          </a:solidFill>
                          <a:effectLst/>
                          <a:latin typeface="Book Antiqua" panose="02040602050305030304" pitchFamily="18" charset="0"/>
                          <a:ea typeface="+mn-ea"/>
                          <a:cs typeface="+mn-cs"/>
                        </a:rPr>
                        <a:t>on/by</a:t>
                      </a:r>
                      <a:r>
                        <a:rPr lang="en-US" sz="1200" kern="1200" dirty="0">
                          <a:solidFill>
                            <a:schemeClr val="tx1"/>
                          </a:solidFill>
                          <a:effectLst/>
                          <a:latin typeface="Book Antiqua" panose="02040602050305030304" pitchFamily="18" charset="0"/>
                          <a:ea typeface="+mn-ea"/>
                          <a:cs typeface="+mn-cs"/>
                        </a:rPr>
                        <a:t xml:space="preserve"> the assumption that the weather would hold.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Only three senior officials were privy </a:t>
                      </a:r>
                      <a:r>
                        <a:rPr lang="en-US" sz="1200" kern="1200" dirty="0" b="1">
                          <a:solidFill>
                            <a:schemeClr val="tx1"/>
                          </a:solidFill>
                          <a:effectLst/>
                          <a:latin typeface="Book Antiqua" panose="02040602050305030304" pitchFamily="18" charset="0"/>
                          <a:ea typeface="+mn-ea"/>
                          <a:cs typeface="+mn-cs"/>
                        </a:rPr>
                        <a:t>to/of</a:t>
                      </a:r>
                      <a:r>
                        <a:rPr lang="en-US" sz="1200" kern="1200" dirty="0">
                          <a:solidFill>
                            <a:schemeClr val="tx1"/>
                          </a:solidFill>
                          <a:effectLst/>
                          <a:latin typeface="Book Antiqua" panose="02040602050305030304" pitchFamily="18" charset="0"/>
                          <a:ea typeface="+mn-ea"/>
                          <a:cs typeface="+mn-cs"/>
                        </a:rPr>
                        <a:t xml:space="preserve"> the details of the operation.</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The first crossing of the Nullarbor by car was fraught </a:t>
                      </a:r>
                      <a:r>
                        <a:rPr lang="en-US" sz="1200" kern="1200" dirty="0" b="1">
                          <a:solidFill>
                            <a:schemeClr val="tx1"/>
                          </a:solidFill>
                          <a:effectLst/>
                          <a:latin typeface="Book Antiqua" panose="02040602050305030304" pitchFamily="18" charset="0"/>
                          <a:ea typeface="+mn-ea"/>
                          <a:cs typeface="+mn-cs"/>
                        </a:rPr>
                        <a:t>with/by</a:t>
                      </a:r>
                      <a:r>
                        <a:rPr lang="en-US" sz="1200" kern="1200" dirty="0">
                          <a:solidFill>
                            <a:schemeClr val="tx1"/>
                          </a:solidFill>
                          <a:effectLst/>
                          <a:latin typeface="Book Antiqua" panose="02040602050305030304" pitchFamily="18" charset="0"/>
                          <a:ea typeface="+mn-ea"/>
                          <a:cs typeface="+mn-cs"/>
                        </a:rPr>
                        <a:t xml:space="preserve"> danger.</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bl>
          </a:graphicData>
        </a:graphic>
      </p:graphicFrame>
      <p:sp>
        <p:nvSpPr>
          <p:cNvPr id="31" name="TextBox 30">
            <a:extLst>
              <a:ext uri="{FF2B5EF4-FFF2-40B4-BE49-F238E27FC236}">
                <a16:creationId xmlns:a16="http://schemas.microsoft.com/office/drawing/2014/main" id="{AABC6287-7AF8-5801-1499-BDAA9FF3921F}"/>
              </a:ext>
            </a:extLst>
          </p:cNvPr>
          <p:cNvSpPr txBox="1"/>
          <p:nvPr/>
        </p:nvSpPr>
        <p:spPr>
          <a:xfrm>
            <a:off x="685043" y="8540976"/>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33" name="Rectangle: Top Corners Snipped 16">
            <a:extLst>
              <a:ext uri="{FF2B5EF4-FFF2-40B4-BE49-F238E27FC236}">
                <a16:creationId xmlns:a16="http://schemas.microsoft.com/office/drawing/2014/main" id="{4E798244-3868-9D5C-F885-C27426799A8A}"/>
              </a:ext>
            </a:extLst>
          </p:cNvPr>
          <p:cNvSpPr/>
          <p:nvPr/>
        </p:nvSpPr>
        <p:spPr>
          <a:xfrm rot="5400000">
            <a:off x="723531" y="70625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2658F77F-3159-3AF5-60C8-CA70A5437917}"/>
              </a:ext>
            </a:extLst>
          </p:cNvPr>
          <p:cNvSpPr txBox="1"/>
          <p:nvPr/>
        </p:nvSpPr>
        <p:spPr>
          <a:xfrm>
            <a:off x="725042" y="7163749"/>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36" name="TextBox 35">
            <a:extLst>
              <a:ext uri="{FF2B5EF4-FFF2-40B4-BE49-F238E27FC236}">
                <a16:creationId xmlns:a16="http://schemas.microsoft.com/office/drawing/2014/main" id="{87161642-4283-6111-C3FF-8172AD94E8BC}"/>
              </a:ext>
            </a:extLst>
          </p:cNvPr>
          <p:cNvSpPr txBox="1"/>
          <p:nvPr/>
        </p:nvSpPr>
        <p:spPr>
          <a:xfrm>
            <a:off x="4075234" y="3290596"/>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41" name="Rectangle: Top Corners Snipped 7">
            <a:extLst>
              <a:ext uri="{FF2B5EF4-FFF2-40B4-BE49-F238E27FC236}">
                <a16:creationId xmlns:a16="http://schemas.microsoft.com/office/drawing/2014/main" id="{6A5E6AE0-40BD-58B4-AB14-A85C03D0C84F}"/>
              </a:ext>
            </a:extLst>
          </p:cNvPr>
          <p:cNvSpPr/>
          <p:nvPr/>
        </p:nvSpPr>
        <p:spPr>
          <a:xfrm rot="5400000">
            <a:off x="4108503" y="404454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Rectangle: Top Corners Snipped 7">
            <a:extLst>
              <a:ext uri="{FF2B5EF4-FFF2-40B4-BE49-F238E27FC236}">
                <a16:creationId xmlns:a16="http://schemas.microsoft.com/office/drawing/2014/main" id="{2EEEA77C-DD20-128C-57C6-77D782BDEDE4}"/>
              </a:ext>
            </a:extLst>
          </p:cNvPr>
          <p:cNvSpPr/>
          <p:nvPr/>
        </p:nvSpPr>
        <p:spPr>
          <a:xfrm rot="5400000">
            <a:off x="4088222" y="499280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8EBC8275-95D9-2BF7-20B2-08117C7E44B0}"/>
              </a:ext>
            </a:extLst>
          </p:cNvPr>
          <p:cNvSpPr txBox="1"/>
          <p:nvPr/>
        </p:nvSpPr>
        <p:spPr>
          <a:xfrm>
            <a:off x="4088629" y="4141256"/>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4" name="TextBox 53">
            <a:extLst>
              <a:ext uri="{FF2B5EF4-FFF2-40B4-BE49-F238E27FC236}">
                <a16:creationId xmlns:a16="http://schemas.microsoft.com/office/drawing/2014/main" id="{5754A133-857B-2284-BDB5-A96ED33FD6BC}"/>
              </a:ext>
            </a:extLst>
          </p:cNvPr>
          <p:cNvSpPr txBox="1"/>
          <p:nvPr/>
        </p:nvSpPr>
        <p:spPr>
          <a:xfrm>
            <a:off x="4098352" y="5077392"/>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Tree>
    <p:extLst>
      <p:ext uri="{BB962C8B-B14F-4D97-AF65-F5344CB8AC3E}">
        <p14:creationId xmlns:p14="http://schemas.microsoft.com/office/powerpoint/2010/main" val="115343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5620" y="43190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33144" y="431900"/>
            <a:ext cx="8347" cy="945904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6769651"/>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0726" y="85954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10726" y="91863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96835" y="9285858"/>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61218" y="8684929"/>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9" name="TextBox 28">
            <a:extLst>
              <a:ext uri="{FF2B5EF4-FFF2-40B4-BE49-F238E27FC236}">
                <a16:creationId xmlns:a16="http://schemas.microsoft.com/office/drawing/2014/main" id="{E0555ABB-4D28-2DB0-1665-B324E444ABAF}"/>
              </a:ext>
            </a:extLst>
          </p:cNvPr>
          <p:cNvSpPr txBox="1"/>
          <p:nvPr/>
        </p:nvSpPr>
        <p:spPr>
          <a:xfrm>
            <a:off x="107011" y="513109"/>
            <a:ext cx="461665" cy="1783080"/>
          </a:xfrm>
          <a:prstGeom prst="rect">
            <a:avLst/>
          </a:prstGeom>
          <a:noFill/>
        </p:spPr>
        <p:txBody>
          <a:bodyPr vert="eaVert" wrap="square" rtlCol="0">
            <a:spAutoFit/>
          </a:bodyPr>
          <a:lstStyle/>
          <a:p>
            <a:r>
              <a:rPr lang="en-AU" dirty="0">
                <a:latin typeface="Candara" panose="020E0502030303020204" pitchFamily="34" charset="0"/>
              </a:rPr>
              <a:t>Vocabulary</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0333" y="6767462"/>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4" name="Rectangle: Top Corners Snipped 93">
            <a:extLst>
              <a:ext uri="{FF2B5EF4-FFF2-40B4-BE49-F238E27FC236}">
                <a16:creationId xmlns:a16="http://schemas.microsoft.com/office/drawing/2014/main" id="{0694EC20-EF9B-E0BF-9E55-8A993FCEB047}"/>
              </a:ext>
            </a:extLst>
          </p:cNvPr>
          <p:cNvSpPr/>
          <p:nvPr/>
        </p:nvSpPr>
        <p:spPr>
          <a:xfrm rot="5400000">
            <a:off x="707623" y="7421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Rectangle: Top Corners Snipped 95">
            <a:extLst>
              <a:ext uri="{FF2B5EF4-FFF2-40B4-BE49-F238E27FC236}">
                <a16:creationId xmlns:a16="http://schemas.microsoft.com/office/drawing/2014/main" id="{B1B6E41B-F58C-CC3B-F684-F95A3DB64A00}"/>
              </a:ext>
            </a:extLst>
          </p:cNvPr>
          <p:cNvSpPr/>
          <p:nvPr/>
        </p:nvSpPr>
        <p:spPr>
          <a:xfrm rot="5400000">
            <a:off x="705646" y="80044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 name="TextBox 103">
            <a:extLst>
              <a:ext uri="{FF2B5EF4-FFF2-40B4-BE49-F238E27FC236}">
                <a16:creationId xmlns:a16="http://schemas.microsoft.com/office/drawing/2014/main" id="{1FFA86FF-EF9C-B78C-3385-F441F9DE60C8}"/>
              </a:ext>
            </a:extLst>
          </p:cNvPr>
          <p:cNvSpPr txBox="1"/>
          <p:nvPr/>
        </p:nvSpPr>
        <p:spPr>
          <a:xfrm>
            <a:off x="679344" y="8091202"/>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106" name="TextBox 105">
            <a:extLst>
              <a:ext uri="{FF2B5EF4-FFF2-40B4-BE49-F238E27FC236}">
                <a16:creationId xmlns:a16="http://schemas.microsoft.com/office/drawing/2014/main" id="{8DF603E8-470A-78C4-78CB-032FAB480CFA}"/>
              </a:ext>
            </a:extLst>
          </p:cNvPr>
          <p:cNvSpPr txBox="1"/>
          <p:nvPr/>
        </p:nvSpPr>
        <p:spPr>
          <a:xfrm>
            <a:off x="674330" y="7503636"/>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12" name="TextBox 11">
            <a:extLst>
              <a:ext uri="{FF2B5EF4-FFF2-40B4-BE49-F238E27FC236}">
                <a16:creationId xmlns:a16="http://schemas.microsoft.com/office/drawing/2014/main" id="{674CFB9A-2BFA-B393-94CF-2A7CC80F221E}"/>
              </a:ext>
            </a:extLst>
          </p:cNvPr>
          <p:cNvSpPr txBox="1"/>
          <p:nvPr/>
        </p:nvSpPr>
        <p:spPr>
          <a:xfrm>
            <a:off x="713148" y="6833215"/>
            <a:ext cx="6759424" cy="472694"/>
          </a:xfrm>
          <a:prstGeom prst="rect">
            <a:avLst/>
          </a:prstGeom>
          <a:noFill/>
        </p:spPr>
        <p:txBody>
          <a:bodyPr wrap="square">
            <a:spAutoFit/>
          </a:bodyPr>
          <a:lstStyle/>
          <a:p>
            <a:r>
              <a:rPr lang="en-AU" sz="1200" dirty="0" b="1">
                <a:effectLst/>
                <a:latin typeface="Book Antiqua" panose="02040602050305030304" pitchFamily="18" charset="0"/>
                <a:ea typeface="Yu Gothic" panose="020B0400000000000000" pitchFamily="34" charset="-128"/>
                <a:cs typeface="Times New Roman" panose="02020603050405020304" pitchFamily="18" charset="0"/>
              </a:rPr>
              <a:t>In the following sentences, the options are italicised. Choose the form that uses hyphens appropriately and preserves the intended meaning (½ mark per choice).</a:t>
            </a:r>
            <a:endParaRPr lang="en-AU" sz="1200" dirty="0"/>
          </a:p>
        </p:txBody>
      </p:sp>
      <p:sp>
        <p:nvSpPr>
          <p:cNvPr id="78" name="TextBox 77">
            <a:extLst>
              <a:ext uri="{FF2B5EF4-FFF2-40B4-BE49-F238E27FC236}">
                <a16:creationId xmlns:a16="http://schemas.microsoft.com/office/drawing/2014/main" id="{545397C4-6719-0A67-C727-EA905B0C5C57}"/>
              </a:ext>
            </a:extLst>
          </p:cNvPr>
          <p:cNvSpPr txBox="1"/>
          <p:nvPr/>
        </p:nvSpPr>
        <p:spPr>
          <a:xfrm>
            <a:off x="1216326" y="9283203"/>
            <a:ext cx="6415230" cy="461665"/>
          </a:xfrm>
          <a:prstGeom prst="rect">
            <a:avLst/>
          </a:prstGeom>
          <a:noFill/>
        </p:spPr>
        <p:txBody>
          <a:bodyPr wrap="square">
            <a:spAutoFit/>
          </a:bodyPr>
          <a:lstStyle/>
          <a:p>
            <a:r>
              <a:rPr lang="en-AU" sz="1200" dirty="0">
                <a:latin typeface="Book Antiqua" panose="02040602050305030304" pitchFamily="18" charset="0"/>
              </a:rPr>
              <a:t xml:space="preserve">The team's </a:t>
            </a:r>
            <a:r>
              <a:rPr lang="en-AU" sz="1200" dirty="0" i="1">
                <a:latin typeface="Book Antiqua" panose="02040602050305030304" pitchFamily="18" charset="0"/>
              </a:rPr>
              <a:t>16-year-old/16 year old</a:t>
            </a:r>
            <a:r>
              <a:rPr lang="en-AU" sz="1200" dirty="0">
                <a:latin typeface="Book Antiqua" panose="02040602050305030304" pitchFamily="18" charset="0"/>
              </a:rPr>
              <a:t xml:space="preserve"> captain was the youngest ever selected;</a:t>
            </a:r>
            <a:br>
              <a:rPr lang="en-AU" sz="1200" dirty="0">
                <a:latin typeface="Book Antiqua" panose="02040602050305030304" pitchFamily="18" charset="0"/>
              </a:rPr>
            </a:br>
            <a:r>
              <a:rPr lang="en-AU" sz="1200" dirty="0">
                <a:latin typeface="Book Antiqua" panose="02040602050305030304" pitchFamily="18" charset="0"/>
              </a:rPr>
              <a:t xml:space="preserve">at </a:t>
            </a:r>
            <a:r>
              <a:rPr lang="en-AU" sz="1200" dirty="0" i="1">
                <a:latin typeface="Book Antiqua" panose="02040602050305030304" pitchFamily="18" charset="0"/>
              </a:rPr>
              <a:t>16-years-old/16 years old</a:t>
            </a:r>
            <a:r>
              <a:rPr lang="en-AU" sz="1200" dirty="0">
                <a:latin typeface="Book Antiqua" panose="02040602050305030304" pitchFamily="18" charset="0"/>
              </a:rPr>
              <a:t>, she had already played 40 senior games.</a:t>
            </a:r>
          </a:p>
        </p:txBody>
      </p:sp>
      <p:sp>
        <p:nvSpPr>
          <p:cNvPr id="79" name="TextBox 78">
            <a:extLst>
              <a:ext uri="{FF2B5EF4-FFF2-40B4-BE49-F238E27FC236}">
                <a16:creationId xmlns:a16="http://schemas.microsoft.com/office/drawing/2014/main" id="{1FD3005A-3F46-BCCD-9369-2B16C8338880}"/>
              </a:ext>
            </a:extLst>
          </p:cNvPr>
          <p:cNvSpPr txBox="1"/>
          <p:nvPr/>
        </p:nvSpPr>
        <p:spPr>
          <a:xfrm>
            <a:off x="1216326" y="8618548"/>
            <a:ext cx="6337729" cy="461665"/>
          </a:xfrm>
          <a:prstGeom prst="rect">
            <a:avLst/>
          </a:prstGeom>
          <a:noFill/>
        </p:spPr>
        <p:txBody>
          <a:bodyPr wrap="square">
            <a:spAutoFit/>
          </a:bodyPr>
          <a:lstStyle/>
          <a:p>
            <a:r>
              <a:rPr lang="en-AU" sz="1200" dirty="0">
                <a:latin typeface="Book Antiqua" panose="02040602050305030304" pitchFamily="18" charset="0"/>
              </a:rPr>
              <a:t xml:space="preserve">After the scandal, the treasurer refused to </a:t>
            </a:r>
            <a:r>
              <a:rPr lang="en-AU" sz="1200" dirty="0" i="1">
                <a:latin typeface="Book Antiqua" panose="02040602050305030304" pitchFamily="18" charset="0"/>
              </a:rPr>
              <a:t>resign/re-sign</a:t>
            </a:r>
            <a:r>
              <a:rPr lang="en-AU" sz="1200" dirty="0">
                <a:latin typeface="Book Antiqua" panose="02040602050305030304" pitchFamily="18" charset="0"/>
              </a:rPr>
              <a:t>, yet the star forward</a:t>
            </a:r>
            <a:br>
              <a:rPr lang="en-AU" sz="1200" dirty="0">
                <a:latin typeface="Book Antiqua" panose="02040602050305030304" pitchFamily="18" charset="0"/>
              </a:rPr>
            </a:br>
            <a:r>
              <a:rPr lang="en-AU" sz="1200" dirty="0">
                <a:latin typeface="Book Antiqua" panose="02040602050305030304" pitchFamily="18" charset="0"/>
              </a:rPr>
              <a:t xml:space="preserve">agreed to </a:t>
            </a:r>
            <a:r>
              <a:rPr lang="en-AU" sz="1200" dirty="0" i="1">
                <a:latin typeface="Book Antiqua" panose="02040602050305030304" pitchFamily="18" charset="0"/>
              </a:rPr>
              <a:t>resign/re-sign</a:t>
            </a:r>
            <a:r>
              <a:rPr lang="en-AU" sz="1200" dirty="0">
                <a:latin typeface="Book Antiqua" panose="02040602050305030304" pitchFamily="18" charset="0"/>
              </a:rPr>
              <a:t xml:space="preserve"> for three more seasons.</a:t>
            </a:r>
          </a:p>
        </p:txBody>
      </p:sp>
      <p:sp>
        <p:nvSpPr>
          <p:cNvPr id="80" name="TextBox 79">
            <a:extLst>
              <a:ext uri="{FF2B5EF4-FFF2-40B4-BE49-F238E27FC236}">
                <a16:creationId xmlns:a16="http://schemas.microsoft.com/office/drawing/2014/main" id="{C2442D74-BEE4-6C1E-90EE-972532DE9331}"/>
              </a:ext>
            </a:extLst>
          </p:cNvPr>
          <p:cNvSpPr txBox="1"/>
          <p:nvPr/>
        </p:nvSpPr>
        <p:spPr>
          <a:xfrm>
            <a:off x="1216327" y="8037463"/>
            <a:ext cx="6253928" cy="461665"/>
          </a:xfrm>
          <a:prstGeom prst="rect">
            <a:avLst/>
          </a:prstGeom>
          <a:noFill/>
        </p:spPr>
        <p:txBody>
          <a:bodyPr wrap="square">
            <a:spAutoFit/>
          </a:bodyPr>
          <a:lstStyle/>
          <a:p>
            <a:r>
              <a:rPr lang="en-AU" sz="1200" dirty="0">
                <a:latin typeface="Book Antiqua" panose="02040602050305030304" pitchFamily="18" charset="0"/>
              </a:rPr>
              <a:t xml:space="preserve">It was a </a:t>
            </a:r>
            <a:r>
              <a:rPr lang="en-AU" sz="1200" dirty="0" i="1">
                <a:latin typeface="Book Antiqua" panose="02040602050305030304" pitchFamily="18" charset="0"/>
              </a:rPr>
              <a:t>highly-anticipated/highly anticipated</a:t>
            </a:r>
            <a:r>
              <a:rPr lang="en-AU" sz="1200" dirty="0">
                <a:latin typeface="Book Antiqua" panose="02040602050305030304" pitchFamily="18" charset="0"/>
              </a:rPr>
              <a:t xml:space="preserve"> sequel, though its ending felt oddly</a:t>
            </a:r>
            <a:br>
              <a:rPr lang="en-AU" sz="1200" dirty="0">
                <a:latin typeface="Book Antiqua" panose="02040602050305030304" pitchFamily="18" charset="0"/>
              </a:rPr>
            </a:br>
            <a:r>
              <a:rPr lang="en-AU" sz="1200" dirty="0" i="1">
                <a:latin typeface="Book Antiqua" panose="02040602050305030304" pitchFamily="18" charset="0"/>
              </a:rPr>
              <a:t>half-hearted/half hearted</a:t>
            </a:r>
            <a:r>
              <a:rPr lang="en-AU" sz="1200" dirty="0">
                <a:latin typeface="Book Antiqua" panose="02040602050305030304" pitchFamily="18" charset="0"/>
              </a:rPr>
              <a:t>.</a:t>
            </a:r>
          </a:p>
        </p:txBody>
      </p:sp>
      <p:sp>
        <p:nvSpPr>
          <p:cNvPr id="81" name="TextBox 80">
            <a:extLst>
              <a:ext uri="{FF2B5EF4-FFF2-40B4-BE49-F238E27FC236}">
                <a16:creationId xmlns:a16="http://schemas.microsoft.com/office/drawing/2014/main" id="{5B02FD87-3B61-9861-0576-6E8E6EFB9A84}"/>
              </a:ext>
            </a:extLst>
          </p:cNvPr>
          <p:cNvSpPr txBox="1"/>
          <p:nvPr/>
        </p:nvSpPr>
        <p:spPr>
          <a:xfrm>
            <a:off x="1216327" y="7432118"/>
            <a:ext cx="5875224"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author insisted that her early work was not</a:t>
            </a:r>
            <a:br>
              <a:rPr lang="en-AU" sz="1200" dirty="0">
                <a:latin typeface="Book Antiqua" panose="02040602050305030304" pitchFamily="18" charset="0"/>
              </a:rPr>
            </a:b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at all.</a:t>
            </a:r>
          </a:p>
        </p:txBody>
      </p:sp>
      <p:sp>
        <p:nvSpPr>
          <p:cNvPr id="3" name="Rectangle: Top Corners Snipped 2">
            <a:extLst>
              <a:ext uri="{FF2B5EF4-FFF2-40B4-BE49-F238E27FC236}">
                <a16:creationId xmlns:a16="http://schemas.microsoft.com/office/drawing/2014/main" id="{2CB4C5F9-94BF-5CCF-6EBB-2166E2CEA4B4}"/>
              </a:ext>
            </a:extLst>
          </p:cNvPr>
          <p:cNvSpPr/>
          <p:nvPr/>
        </p:nvSpPr>
        <p:spPr>
          <a:xfrm rot="5400000">
            <a:off x="708076" y="57983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D9C5D50D-CEC2-91E4-5518-1404DC56D36D}"/>
              </a:ext>
            </a:extLst>
          </p:cNvPr>
          <p:cNvSpPr txBox="1"/>
          <p:nvPr/>
        </p:nvSpPr>
        <p:spPr>
          <a:xfrm>
            <a:off x="690033" y="5893697"/>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15" name="object 34">
            <a:extLst>
              <a:ext uri="{FF2B5EF4-FFF2-40B4-BE49-F238E27FC236}">
                <a16:creationId xmlns:a16="http://schemas.microsoft.com/office/drawing/2014/main" id="{BF480220-3190-D9EE-12B8-4CD24AA87525}"/>
              </a:ext>
            </a:extLst>
          </p:cNvPr>
          <p:cNvSpPr txBox="1"/>
          <p:nvPr/>
        </p:nvSpPr>
        <p:spPr>
          <a:xfrm>
            <a:off x="845132" y="611067"/>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Replace the basic words in bold with more sophisticated vocabulary.</a:t>
            </a:r>
            <a:endParaRPr sz="1200" b="1" dirty="0">
              <a:latin typeface="Book Antiqua" panose="02040602050305030304" pitchFamily="18" charset="0"/>
              <a:cs typeface="Cambria"/>
            </a:endParaRPr>
          </a:p>
        </p:txBody>
      </p:sp>
      <p:sp>
        <p:nvSpPr>
          <p:cNvPr id="88" name="object 34">
            <a:extLst>
              <a:ext uri="{FF2B5EF4-FFF2-40B4-BE49-F238E27FC236}">
                <a16:creationId xmlns:a16="http://schemas.microsoft.com/office/drawing/2014/main" id="{FFEF5DCC-F81C-3EF2-B529-4C29CD7EFEA5}"/>
              </a:ext>
            </a:extLst>
          </p:cNvPr>
          <p:cNvSpPr txBox="1"/>
          <p:nvPr/>
        </p:nvSpPr>
        <p:spPr>
          <a:xfrm>
            <a:off x="1281824" y="1048993"/>
            <a:ext cx="62179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trial </a:t>
            </a:r>
            <a:r>
              <a:rPr lang="en-AU" sz="1200" dirty="0" b="1">
                <a:latin typeface="Book Antiqua" panose="02040602050305030304" pitchFamily="18" charset="0"/>
              </a:rPr>
              <a:t>showed</a:t>
            </a:r>
            <a:r>
              <a:rPr lang="en-AU" sz="1200" dirty="0">
                <a:latin typeface="Book Antiqua" panose="02040602050305030304" pitchFamily="18" charset="0"/>
              </a:rPr>
              <a:t xml:space="preserve"> that the new drug could </a:t>
            </a:r>
            <a:r>
              <a:rPr lang="en-AU" sz="1200" dirty="0" b="1">
                <a:latin typeface="Book Antiqua" panose="02040602050305030304" pitchFamily="18" charset="0"/>
              </a:rPr>
              <a:t>help</a:t>
            </a:r>
            <a:r>
              <a:rPr lang="en-AU" sz="1200" dirty="0">
                <a:latin typeface="Book Antiqua" panose="02040602050305030304" pitchFamily="18" charset="0"/>
              </a:rPr>
              <a:t xml:space="preserve"> patients who had </a:t>
            </a:r>
            <a:r>
              <a:rPr lang="en-AU" sz="1200" dirty="0" b="1">
                <a:latin typeface="Book Antiqua" panose="02040602050305030304" pitchFamily="18" charset="0"/>
              </a:rPr>
              <a:t>got worse</a:t>
            </a:r>
            <a:r>
              <a:rPr lang="en-AU" sz="1200" dirty="0">
                <a:latin typeface="Book Antiqua" panose="02040602050305030304" pitchFamily="18" charset="0"/>
              </a:rPr>
              <a:t xml:space="preserve"> on other treatments.</a:t>
            </a:r>
            <a:endParaRPr lang="en-AU" sz="1200" spc="-20" dirty="0">
              <a:solidFill>
                <a:srgbClr val="231F20"/>
              </a:solidFill>
              <a:latin typeface="Book Antiqua" panose="02040602050305030304" pitchFamily="18" charset="0"/>
              <a:cs typeface="Cambria"/>
            </a:endParaRPr>
          </a:p>
        </p:txBody>
      </p:sp>
      <p:sp>
        <p:nvSpPr>
          <p:cNvPr id="89" name="Rectangle: Top Corners Snipped 88">
            <a:extLst>
              <a:ext uri="{FF2B5EF4-FFF2-40B4-BE49-F238E27FC236}">
                <a16:creationId xmlns:a16="http://schemas.microsoft.com/office/drawing/2014/main" id="{B03E5320-D404-06A2-E22D-F9960CC59531}"/>
              </a:ext>
            </a:extLst>
          </p:cNvPr>
          <p:cNvSpPr/>
          <p:nvPr/>
        </p:nvSpPr>
        <p:spPr>
          <a:xfrm rot="5400000">
            <a:off x="706461" y="313054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Rectangle: Top Corners Snipped 89">
            <a:extLst>
              <a:ext uri="{FF2B5EF4-FFF2-40B4-BE49-F238E27FC236}">
                <a16:creationId xmlns:a16="http://schemas.microsoft.com/office/drawing/2014/main" id="{ED86B059-0E14-3463-F005-9D7D7557579A}"/>
              </a:ext>
            </a:extLst>
          </p:cNvPr>
          <p:cNvSpPr/>
          <p:nvPr/>
        </p:nvSpPr>
        <p:spPr>
          <a:xfrm rot="5400000">
            <a:off x="695433" y="956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1" name="Rectangle: Top Corners Snipped 90">
            <a:extLst>
              <a:ext uri="{FF2B5EF4-FFF2-40B4-BE49-F238E27FC236}">
                <a16:creationId xmlns:a16="http://schemas.microsoft.com/office/drawing/2014/main" id="{E8F622FD-BA44-6F54-D545-2EFA14DFA722}"/>
              </a:ext>
            </a:extLst>
          </p:cNvPr>
          <p:cNvSpPr/>
          <p:nvPr/>
        </p:nvSpPr>
        <p:spPr>
          <a:xfrm rot="5400000">
            <a:off x="707150" y="20747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2" name="object 34">
            <a:extLst>
              <a:ext uri="{FF2B5EF4-FFF2-40B4-BE49-F238E27FC236}">
                <a16:creationId xmlns:a16="http://schemas.microsoft.com/office/drawing/2014/main" id="{3F607FCA-978D-816C-F491-57EB87DAE382}"/>
              </a:ext>
            </a:extLst>
          </p:cNvPr>
          <p:cNvSpPr txBox="1"/>
          <p:nvPr/>
        </p:nvSpPr>
        <p:spPr>
          <a:xfrm>
            <a:off x="1293713" y="2090956"/>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The judge </a:t>
            </a:r>
            <a:r>
              <a:rPr lang="en-AU" sz="1200" dirty="0" b="1">
                <a:latin typeface="Book Antiqua" panose="02040602050305030304" pitchFamily="18" charset="0"/>
              </a:rPr>
              <a:t>said</a:t>
            </a:r>
            <a:r>
              <a:rPr lang="en-AU" sz="1200" dirty="0">
                <a:latin typeface="Book Antiqua" panose="02040602050305030304" pitchFamily="18" charset="0"/>
              </a:rPr>
              <a:t xml:space="preserve"> the shipping company was </a:t>
            </a:r>
            <a:r>
              <a:rPr lang="en-AU" sz="1200" dirty="0" b="1">
                <a:latin typeface="Book Antiqua" panose="02040602050305030304" pitchFamily="18" charset="0"/>
              </a:rPr>
              <a:t>to blame</a:t>
            </a:r>
            <a:r>
              <a:rPr lang="en-AU" sz="1200" dirty="0">
                <a:latin typeface="Book Antiqua" panose="02040602050305030304" pitchFamily="18" charset="0"/>
              </a:rPr>
              <a:t xml:space="preserve"> for the oil spill and </a:t>
            </a:r>
            <a:r>
              <a:rPr lang="en-AU" sz="1200" dirty="0" b="1">
                <a:latin typeface="Book Antiqua" panose="02040602050305030304" pitchFamily="18" charset="0"/>
              </a:rPr>
              <a:t>made</a:t>
            </a:r>
            <a:r>
              <a:rPr lang="en-AU" sz="1200" dirty="0">
                <a:latin typeface="Book Antiqua" panose="02040602050305030304" pitchFamily="18" charset="0"/>
              </a:rPr>
              <a:t xml:space="preserve"> it pay for the clean-up.</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3" name="TextBox 92">
            <a:extLst>
              <a:ext uri="{FF2B5EF4-FFF2-40B4-BE49-F238E27FC236}">
                <a16:creationId xmlns:a16="http://schemas.microsoft.com/office/drawing/2014/main" id="{72651DA2-7B24-8E4D-EE69-65CC6582A1BF}"/>
              </a:ext>
            </a:extLst>
          </p:cNvPr>
          <p:cNvSpPr txBox="1"/>
          <p:nvPr/>
        </p:nvSpPr>
        <p:spPr>
          <a:xfrm>
            <a:off x="697492" y="1046332"/>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6" name="TextBox 15">
            <a:extLst>
              <a:ext uri="{FF2B5EF4-FFF2-40B4-BE49-F238E27FC236}">
                <a16:creationId xmlns:a16="http://schemas.microsoft.com/office/drawing/2014/main" id="{88A70FE5-7BF9-4477-ACD5-54AC17A9A34B}"/>
              </a:ext>
            </a:extLst>
          </p:cNvPr>
          <p:cNvSpPr txBox="1"/>
          <p:nvPr/>
        </p:nvSpPr>
        <p:spPr>
          <a:xfrm>
            <a:off x="727716" y="217320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8" name="TextBox 17">
            <a:extLst>
              <a:ext uri="{FF2B5EF4-FFF2-40B4-BE49-F238E27FC236}">
                <a16:creationId xmlns:a16="http://schemas.microsoft.com/office/drawing/2014/main" id="{EE94F659-CA7E-F995-7749-AC8759FF4D4C}"/>
              </a:ext>
            </a:extLst>
          </p:cNvPr>
          <p:cNvSpPr txBox="1"/>
          <p:nvPr/>
        </p:nvSpPr>
        <p:spPr>
          <a:xfrm>
            <a:off x="727716" y="323114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19" name="object 34">
            <a:extLst>
              <a:ext uri="{FF2B5EF4-FFF2-40B4-BE49-F238E27FC236}">
                <a16:creationId xmlns:a16="http://schemas.microsoft.com/office/drawing/2014/main" id="{1ADE07B9-2AB1-EFD3-AFB6-5F739A95EFE7}"/>
              </a:ext>
            </a:extLst>
          </p:cNvPr>
          <p:cNvSpPr txBox="1"/>
          <p:nvPr/>
        </p:nvSpPr>
        <p:spPr>
          <a:xfrm>
            <a:off x="750171" y="1496555"/>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97" name="object 34">
            <a:extLst>
              <a:ext uri="{FF2B5EF4-FFF2-40B4-BE49-F238E27FC236}">
                <a16:creationId xmlns:a16="http://schemas.microsoft.com/office/drawing/2014/main" id="{32A20F2F-90B2-0696-C97F-6A30D27D1DD4}"/>
              </a:ext>
            </a:extLst>
          </p:cNvPr>
          <p:cNvSpPr txBox="1"/>
          <p:nvPr/>
        </p:nvSpPr>
        <p:spPr>
          <a:xfrm>
            <a:off x="741120" y="2584169"/>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0" name="object 34">
            <a:extLst>
              <a:ext uri="{FF2B5EF4-FFF2-40B4-BE49-F238E27FC236}">
                <a16:creationId xmlns:a16="http://schemas.microsoft.com/office/drawing/2014/main" id="{7E680AC7-77A7-1FCA-A21C-FE201948F0F7}"/>
              </a:ext>
            </a:extLst>
          </p:cNvPr>
          <p:cNvSpPr txBox="1"/>
          <p:nvPr/>
        </p:nvSpPr>
        <p:spPr>
          <a:xfrm>
            <a:off x="1297372" y="3193472"/>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Critics </a:t>
            </a:r>
            <a:r>
              <a:rPr lang="en-AU" sz="1200" dirty="0" b="1">
                <a:latin typeface="Book Antiqua" panose="02040602050305030304" pitchFamily="18" charset="0"/>
              </a:rPr>
              <a:t>liked</a:t>
            </a:r>
            <a:r>
              <a:rPr lang="en-AU" sz="1200" dirty="0">
                <a:latin typeface="Book Antiqua" panose="02040602050305030304" pitchFamily="18" charset="0"/>
              </a:rPr>
              <a:t xml:space="preserve"> the architect's </a:t>
            </a:r>
            <a:r>
              <a:rPr lang="en-AU" sz="1200" dirty="0" b="1">
                <a:latin typeface="Book Antiqua" panose="02040602050305030304" pitchFamily="18" charset="0"/>
              </a:rPr>
              <a:t>plain</a:t>
            </a:r>
            <a:r>
              <a:rPr lang="en-AU" sz="1200" dirty="0">
                <a:latin typeface="Book Antiqua" panose="02040602050305030304" pitchFamily="18" charset="0"/>
              </a:rPr>
              <a:t xml:space="preserve"> design, which </a:t>
            </a:r>
            <a:r>
              <a:rPr lang="en-AU" sz="1200" dirty="0" b="1">
                <a:latin typeface="Book Antiqua" panose="02040602050305030304" pitchFamily="18" charset="0"/>
              </a:rPr>
              <a:t>fits</a:t>
            </a:r>
            <a:r>
              <a:rPr lang="en-AU" sz="1200" dirty="0">
                <a:latin typeface="Book Antiqua" panose="02040602050305030304" pitchFamily="18" charset="0"/>
              </a:rPr>
              <a:t xml:space="preserve"> neatly into the historic streetscape.</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9" name="object 34">
            <a:extLst>
              <a:ext uri="{FF2B5EF4-FFF2-40B4-BE49-F238E27FC236}">
                <a16:creationId xmlns:a16="http://schemas.microsoft.com/office/drawing/2014/main" id="{DC72D76A-C51C-6847-3FA2-A5A7DDBF1FAB}"/>
              </a:ext>
            </a:extLst>
          </p:cNvPr>
          <p:cNvSpPr txBox="1"/>
          <p:nvPr/>
        </p:nvSpPr>
        <p:spPr>
          <a:xfrm>
            <a:off x="749568" y="366801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0" name="Rectangle: Top Corners Snipped 99">
            <a:extLst>
              <a:ext uri="{FF2B5EF4-FFF2-40B4-BE49-F238E27FC236}">
                <a16:creationId xmlns:a16="http://schemas.microsoft.com/office/drawing/2014/main" id="{ADD5DE17-F790-B272-D68B-34AE8FDC8A74}"/>
              </a:ext>
            </a:extLst>
          </p:cNvPr>
          <p:cNvSpPr/>
          <p:nvPr/>
        </p:nvSpPr>
        <p:spPr>
          <a:xfrm rot="5400000">
            <a:off x="708397" y="46759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1" name="TextBox 100">
            <a:extLst>
              <a:ext uri="{FF2B5EF4-FFF2-40B4-BE49-F238E27FC236}">
                <a16:creationId xmlns:a16="http://schemas.microsoft.com/office/drawing/2014/main" id="{647C0B4A-D2F3-9FBB-C75C-F188F8AF2E2B}"/>
              </a:ext>
            </a:extLst>
          </p:cNvPr>
          <p:cNvSpPr txBox="1"/>
          <p:nvPr/>
        </p:nvSpPr>
        <p:spPr>
          <a:xfrm>
            <a:off x="668251" y="477072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102" name="object 34">
            <a:extLst>
              <a:ext uri="{FF2B5EF4-FFF2-40B4-BE49-F238E27FC236}">
                <a16:creationId xmlns:a16="http://schemas.microsoft.com/office/drawing/2014/main" id="{82E9B45C-C064-40EB-D434-C1A544249317}"/>
              </a:ext>
            </a:extLst>
          </p:cNvPr>
          <p:cNvSpPr txBox="1"/>
          <p:nvPr/>
        </p:nvSpPr>
        <p:spPr>
          <a:xfrm>
            <a:off x="1293713" y="4792500"/>
            <a:ext cx="5797838"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Hamartia</a:t>
            </a:r>
            <a:endParaRPr lang="en-AU" sz="1200" spc="-20" dirty="0">
              <a:solidFill>
                <a:srgbClr val="231F20"/>
              </a:solidFill>
              <a:latin typeface="Book Antiqua" panose="02040602050305030304" pitchFamily="18" charset="0"/>
              <a:cs typeface="Cambria"/>
            </a:endParaRPr>
          </a:p>
        </p:txBody>
      </p:sp>
      <p:sp>
        <p:nvSpPr>
          <p:cNvPr id="21" name="object 34">
            <a:extLst>
              <a:ext uri="{FF2B5EF4-FFF2-40B4-BE49-F238E27FC236}">
                <a16:creationId xmlns:a16="http://schemas.microsoft.com/office/drawing/2014/main" id="{60513089-9246-AEBD-85A7-AFFCAD35A62B}"/>
              </a:ext>
            </a:extLst>
          </p:cNvPr>
          <p:cNvSpPr txBox="1"/>
          <p:nvPr/>
        </p:nvSpPr>
        <p:spPr>
          <a:xfrm>
            <a:off x="741120" y="532611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2" name="object 34">
            <a:extLst>
              <a:ext uri="{FF2B5EF4-FFF2-40B4-BE49-F238E27FC236}">
                <a16:creationId xmlns:a16="http://schemas.microsoft.com/office/drawing/2014/main" id="{249CE56F-AF30-4392-9AD2-5EB38482D7E0}"/>
              </a:ext>
            </a:extLst>
          </p:cNvPr>
          <p:cNvSpPr txBox="1"/>
          <p:nvPr/>
        </p:nvSpPr>
        <p:spPr>
          <a:xfrm>
            <a:off x="1293713" y="5917497"/>
            <a:ext cx="5797838" cy="200183"/>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Hubris</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3" name="object 34">
            <a:extLst>
              <a:ext uri="{FF2B5EF4-FFF2-40B4-BE49-F238E27FC236}">
                <a16:creationId xmlns:a16="http://schemas.microsoft.com/office/drawing/2014/main" id="{F315291E-1891-9A05-BCC5-F8D71B28CB42}"/>
              </a:ext>
            </a:extLst>
          </p:cNvPr>
          <p:cNvSpPr txBox="1"/>
          <p:nvPr/>
        </p:nvSpPr>
        <p:spPr>
          <a:xfrm>
            <a:off x="749568" y="6472179"/>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cxnSp>
        <p:nvCxnSpPr>
          <p:cNvPr id="13" name="Straight Connector 12">
            <a:extLst>
              <a:ext uri="{FF2B5EF4-FFF2-40B4-BE49-F238E27FC236}">
                <a16:creationId xmlns:a16="http://schemas.microsoft.com/office/drawing/2014/main" id="{EFA280BE-B181-5CD5-C19F-85EC040FD2A6}"/>
              </a:ext>
            </a:extLst>
          </p:cNvPr>
          <p:cNvCxnSpPr>
            <a:cxnSpLocks/>
          </p:cNvCxnSpPr>
          <p:nvPr/>
        </p:nvCxnSpPr>
        <p:spPr>
          <a:xfrm>
            <a:off x="648518" y="431692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4" name="object 34">
            <a:extLst>
              <a:ext uri="{FF2B5EF4-FFF2-40B4-BE49-F238E27FC236}">
                <a16:creationId xmlns:a16="http://schemas.microsoft.com/office/drawing/2014/main" id="{FA0F5A95-85C0-354F-487C-136099987FE3}"/>
              </a:ext>
            </a:extLst>
          </p:cNvPr>
          <p:cNvSpPr txBox="1"/>
          <p:nvPr/>
        </p:nvSpPr>
        <p:spPr>
          <a:xfrm>
            <a:off x="861448" y="4444643"/>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Write the meaning of each literary term below.</a:t>
            </a:r>
            <a:endParaRPr sz="1200" b="1" dirty="0">
              <a:latin typeface="Book Antiqua" panose="02040602050305030304" pitchFamily="18" charset="0"/>
              <a:cs typeface="Cambria"/>
            </a:endParaRPr>
          </a:p>
        </p:txBody>
      </p:sp>
    </p:spTree>
    <p:extLst>
      <p:ext uri="{BB962C8B-B14F-4D97-AF65-F5344CB8AC3E}">
        <p14:creationId xmlns:p14="http://schemas.microsoft.com/office/powerpoint/2010/main" val="378606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3139" y="92626"/>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52524" y="473293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1373" y="4732934"/>
            <a:ext cx="461665" cy="2176300"/>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4" name="Rectangle: Top Corners Snipped 3">
            <a:extLst>
              <a:ext uri="{FF2B5EF4-FFF2-40B4-BE49-F238E27FC236}">
                <a16:creationId xmlns:a16="http://schemas.microsoft.com/office/drawing/2014/main" id="{7FA5B1B4-3F4D-F684-319E-767A7B8C05FE}"/>
              </a:ext>
            </a:extLst>
          </p:cNvPr>
          <p:cNvSpPr/>
          <p:nvPr/>
        </p:nvSpPr>
        <p:spPr>
          <a:xfrm rot="5400000">
            <a:off x="4156953"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Top Corners Snipped 6">
            <a:extLst>
              <a:ext uri="{FF2B5EF4-FFF2-40B4-BE49-F238E27FC236}">
                <a16:creationId xmlns:a16="http://schemas.microsoft.com/office/drawing/2014/main" id="{04A4E514-6A70-D8C8-D08F-4960C838D89F}"/>
              </a:ext>
            </a:extLst>
          </p:cNvPr>
          <p:cNvSpPr/>
          <p:nvPr/>
        </p:nvSpPr>
        <p:spPr>
          <a:xfrm rot="5400000">
            <a:off x="4156953" y="31766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Top Corners Snipped 7">
            <a:extLst>
              <a:ext uri="{FF2B5EF4-FFF2-40B4-BE49-F238E27FC236}">
                <a16:creationId xmlns:a16="http://schemas.microsoft.com/office/drawing/2014/main" id="{A65AF92E-E513-AFCB-25E1-117319F89EFF}"/>
              </a:ext>
            </a:extLst>
          </p:cNvPr>
          <p:cNvSpPr/>
          <p:nvPr/>
        </p:nvSpPr>
        <p:spPr>
          <a:xfrm rot="5400000">
            <a:off x="714016"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5D7F8CFD-236E-6423-8666-CE9E995414B0}"/>
              </a:ext>
            </a:extLst>
          </p:cNvPr>
          <p:cNvSpPr/>
          <p:nvPr/>
        </p:nvSpPr>
        <p:spPr>
          <a:xfrm rot="5400000">
            <a:off x="4156389" y="37746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20FAC74A-5FEE-A3F8-004C-C3C9CFFA3598}"/>
              </a:ext>
            </a:extLst>
          </p:cNvPr>
          <p:cNvSpPr txBox="1"/>
          <p:nvPr/>
        </p:nvSpPr>
        <p:spPr>
          <a:xfrm>
            <a:off x="826665" y="826215"/>
            <a:ext cx="5327755"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verbs. Choose a more impactful verb from the box to replace the listed verbs. </a:t>
            </a:r>
          </a:p>
        </p:txBody>
      </p:sp>
      <p:sp>
        <p:nvSpPr>
          <p:cNvPr id="23" name="object 34">
            <a:extLst>
              <a:ext uri="{FF2B5EF4-FFF2-40B4-BE49-F238E27FC236}">
                <a16:creationId xmlns:a16="http://schemas.microsoft.com/office/drawing/2014/main" id="{CC187A93-ADB7-72A4-ED8B-3F5CDDF31F0B}"/>
              </a:ext>
            </a:extLst>
          </p:cNvPr>
          <p:cNvSpPr txBox="1"/>
          <p:nvPr/>
        </p:nvSpPr>
        <p:spPr>
          <a:xfrm>
            <a:off x="1252728" y="3792931"/>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give up power or a claim willingly</a:t>
            </a:r>
          </a:p>
        </p:txBody>
      </p:sp>
      <p:sp>
        <p:nvSpPr>
          <p:cNvPr id="24" name="Rectangle: Top Corners Snipped 23">
            <a:extLst>
              <a:ext uri="{FF2B5EF4-FFF2-40B4-BE49-F238E27FC236}">
                <a16:creationId xmlns:a16="http://schemas.microsoft.com/office/drawing/2014/main" id="{DC33C82B-810D-B2D5-CA96-B94B37C8F643}"/>
              </a:ext>
            </a:extLst>
          </p:cNvPr>
          <p:cNvSpPr/>
          <p:nvPr/>
        </p:nvSpPr>
        <p:spPr>
          <a:xfrm rot="5400000">
            <a:off x="719913" y="31766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59BF0C08-0C8D-3C11-1E42-63537EED537B}"/>
              </a:ext>
            </a:extLst>
          </p:cNvPr>
          <p:cNvSpPr/>
          <p:nvPr/>
        </p:nvSpPr>
        <p:spPr>
          <a:xfrm rot="5400000">
            <a:off x="719913" y="37746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95AB7815-DC9D-A202-401A-21AFD60D6802}"/>
              </a:ext>
            </a:extLst>
          </p:cNvPr>
          <p:cNvGraphicFramePr>
            <a:graphicFrameLocks noGrp="1"/>
          </p:cNvGraphicFramePr>
          <p:nvPr>
            <p:extLst>
              <p:ext uri="{D42A27DB-BD31-4B8C-83A1-F6EECF244321}">
                <p14:modId xmlns:p14="http://schemas.microsoft.com/office/powerpoint/2010/main" val="1208085645"/>
              </p:ext>
            </p:extLst>
          </p:nvPr>
        </p:nvGraphicFramePr>
        <p:xfrm>
          <a:off x="907506" y="139244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Circumvent</a:t>
                      </a:r>
                    </a:p>
                  </a:txBody>
                  <a:tcPr/>
                </a:tc>
                <a:tc>
                  <a:txBody>
                    <a:bodyPr/>
                    <a:lstStyle/>
                    <a:p>
                      <a:r>
                        <a:rPr lang="en-AU" sz="1200" dirty="0">
                          <a:latin typeface="Book Antiqua" panose="02040602050305030304" pitchFamily="18" charset="0"/>
                        </a:rPr>
                        <a:t>Ameliorate</a:t>
                      </a:r>
                    </a:p>
                  </a:txBody>
                  <a:tcPr/>
                </a:tc>
                <a:tc>
                  <a:txBody>
                    <a:bodyPr/>
                    <a:lstStyle/>
                    <a:p>
                      <a:r>
                        <a:rPr lang="en-AU" sz="1200" dirty="0">
                          <a:latin typeface="Book Antiqua" panose="02040602050305030304" pitchFamily="18" charset="0"/>
                        </a:rPr>
                        <a:t>Espouse</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Extricate</a:t>
                      </a:r>
                    </a:p>
                  </a:txBody>
                  <a:tcPr/>
                </a:tc>
                <a:tc>
                  <a:txBody>
                    <a:bodyPr/>
                    <a:lstStyle/>
                    <a:p>
                      <a:r>
                        <a:rPr lang="en-AU" sz="1200" dirty="0">
                          <a:latin typeface="Book Antiqua" panose="02040602050305030304" pitchFamily="18" charset="0"/>
                        </a:rPr>
                        <a:t>Galvanise</a:t>
                      </a:r>
                    </a:p>
                  </a:txBody>
                  <a:tcPr/>
                </a:tc>
                <a:tc>
                  <a:txBody>
                    <a:bodyPr/>
                    <a:lstStyle/>
                    <a:p>
                      <a:r>
                        <a:rPr lang="en-AU" sz="1200" dirty="0">
                          <a:latin typeface="Book Antiqua" panose="02040602050305030304" pitchFamily="18" charset="0"/>
                        </a:rPr>
                        <a:t>Rescind</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Relinquish</a:t>
                      </a:r>
                    </a:p>
                  </a:txBody>
                  <a:tcPr/>
                </a:tc>
                <a:tc>
                  <a:txBody>
                    <a:bodyPr/>
                    <a:lstStyle/>
                    <a:p>
                      <a:r>
                        <a:rPr lang="en-AU" sz="1200" dirty="0">
                          <a:latin typeface="Book Antiqua" panose="02040602050305030304" pitchFamily="18" charset="0"/>
                        </a:rPr>
                        <a:t>Eschew</a:t>
                      </a:r>
                    </a:p>
                  </a:txBody>
                  <a:tcPr/>
                </a:tc>
                <a:tc>
                  <a:txBody>
                    <a:bodyPr/>
                    <a:lstStyle/>
                    <a:p>
                      <a:r>
                        <a:rPr lang="en-AU" sz="1200" dirty="0">
                          <a:latin typeface="Book Antiqua" panose="02040602050305030304" pitchFamily="18" charset="0"/>
                        </a:rPr>
                        <a:t>Engender</a:t>
                      </a:r>
                    </a:p>
                  </a:txBody>
                  <a:tcPr/>
                </a:tc>
                <a:extLst>
                  <a:ext uri="{0D108BD9-81ED-4DB2-BD59-A6C34878D82A}">
                    <a16:rowId xmlns:a16="http://schemas.microsoft.com/office/drawing/2014/main" val="3928641624"/>
                  </a:ext>
                </a:extLst>
              </a:tr>
              <a:tr h="0">
                <a:tc>
                  <a:txBody>
                    <a:bodyPr/>
                    <a:lstStyle/>
                    <a:p>
                      <a:r>
                        <a:rPr lang="en-AU" sz="1200" dirty="0">
                          <a:latin typeface="Book Antiqua" panose="02040602050305030304" pitchFamily="18" charset="0"/>
                        </a:rPr>
                        <a:t>Coalesce</a:t>
                      </a:r>
                    </a:p>
                  </a:txBody>
                  <a:tcPr/>
                </a:tc>
                <a:tc>
                  <a:txBody>
                    <a:bodyPr/>
                    <a:lstStyle/>
                    <a:p>
                      <a:r>
                        <a:rPr lang="en-AU" sz="1200" dirty="0">
                          <a:latin typeface="Book Antiqua" panose="02040602050305030304" pitchFamily="18" charset="0"/>
                        </a:rPr>
                        <a:t>Supplant</a:t>
                      </a:r>
                    </a:p>
                  </a:txBody>
                  <a:tcPr/>
                </a:tc>
                <a:tc>
                  <a:txBody>
                    <a:bodyPr/>
                    <a:lstStyle/>
                    <a:p>
                      <a:r>
                        <a:rPr lang="en-AU" sz="1200" dirty="0">
                          <a:latin typeface="Book Antiqua" panose="02040602050305030304" pitchFamily="18" charset="0"/>
                        </a:rPr>
                        <a:t>Proliferate</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F6F08763-ACB4-7A6D-3742-FC2A244406AC}"/>
              </a:ext>
            </a:extLst>
          </p:cNvPr>
          <p:cNvSpPr txBox="1"/>
          <p:nvPr/>
        </p:nvSpPr>
        <p:spPr>
          <a:xfrm>
            <a:off x="1252728" y="319491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shock or stir someone into action</a:t>
            </a:r>
          </a:p>
        </p:txBody>
      </p:sp>
      <p:sp>
        <p:nvSpPr>
          <p:cNvPr id="28" name="object 34">
            <a:extLst>
              <a:ext uri="{FF2B5EF4-FFF2-40B4-BE49-F238E27FC236}">
                <a16:creationId xmlns:a16="http://schemas.microsoft.com/office/drawing/2014/main" id="{E0B62EB5-08A5-EAA6-76B4-0091CDE5B285}"/>
              </a:ext>
            </a:extLst>
          </p:cNvPr>
          <p:cNvSpPr txBox="1"/>
          <p:nvPr/>
        </p:nvSpPr>
        <p:spPr>
          <a:xfrm>
            <a:off x="1252728"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find a way around a rule or obstacle</a:t>
            </a:r>
          </a:p>
        </p:txBody>
      </p:sp>
      <p:sp>
        <p:nvSpPr>
          <p:cNvPr id="30" name="object 34">
            <a:extLst>
              <a:ext uri="{FF2B5EF4-FFF2-40B4-BE49-F238E27FC236}">
                <a16:creationId xmlns:a16="http://schemas.microsoft.com/office/drawing/2014/main" id="{587532E3-D8B0-9D95-3C32-FC4B11F6AA00}"/>
              </a:ext>
            </a:extLst>
          </p:cNvPr>
          <p:cNvSpPr txBox="1"/>
          <p:nvPr/>
        </p:nvSpPr>
        <p:spPr>
          <a:xfrm>
            <a:off x="4700016"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increase rapidly in number</a:t>
            </a:r>
          </a:p>
        </p:txBody>
      </p:sp>
      <p:sp>
        <p:nvSpPr>
          <p:cNvPr id="35" name="object 34">
            <a:extLst>
              <a:ext uri="{FF2B5EF4-FFF2-40B4-BE49-F238E27FC236}">
                <a16:creationId xmlns:a16="http://schemas.microsoft.com/office/drawing/2014/main" id="{AD6312EE-5D83-39F0-52A8-CE87C92EB073}"/>
              </a:ext>
            </a:extLst>
          </p:cNvPr>
          <p:cNvSpPr txBox="1"/>
          <p:nvPr/>
        </p:nvSpPr>
        <p:spPr>
          <a:xfrm>
            <a:off x="4700016" y="319491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adopt or publicly support a belief</a:t>
            </a:r>
          </a:p>
        </p:txBody>
      </p:sp>
      <p:sp>
        <p:nvSpPr>
          <p:cNvPr id="38" name="object 34">
            <a:extLst>
              <a:ext uri="{FF2B5EF4-FFF2-40B4-BE49-F238E27FC236}">
                <a16:creationId xmlns:a16="http://schemas.microsoft.com/office/drawing/2014/main" id="{C65A1ECF-2B97-DA7E-C7F7-D4568A248C39}"/>
              </a:ext>
            </a:extLst>
          </p:cNvPr>
          <p:cNvSpPr txBox="1"/>
          <p:nvPr/>
        </p:nvSpPr>
        <p:spPr>
          <a:xfrm>
            <a:off x="4700016" y="3792931"/>
            <a:ext cx="1691640" cy="848563"/>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replace someone or something, especially by becoming more successful or powerful</a:t>
            </a:r>
          </a:p>
        </p:txBody>
      </p:sp>
      <p:sp>
        <p:nvSpPr>
          <p:cNvPr id="39" name="object 34">
            <a:extLst>
              <a:ext uri="{FF2B5EF4-FFF2-40B4-BE49-F238E27FC236}">
                <a16:creationId xmlns:a16="http://schemas.microsoft.com/office/drawing/2014/main" id="{812581FE-BDC7-0E01-FB31-DDDB1B7EC667}"/>
              </a:ext>
            </a:extLst>
          </p:cNvPr>
          <p:cNvSpPr txBox="1"/>
          <p:nvPr/>
        </p:nvSpPr>
        <p:spPr>
          <a:xfrm>
            <a:off x="2944368" y="2810865"/>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2" name="object 34">
            <a:extLst>
              <a:ext uri="{FF2B5EF4-FFF2-40B4-BE49-F238E27FC236}">
                <a16:creationId xmlns:a16="http://schemas.microsoft.com/office/drawing/2014/main" id="{1EF0DE22-92F7-632F-0E6B-8629A3370734}"/>
              </a:ext>
            </a:extLst>
          </p:cNvPr>
          <p:cNvSpPr txBox="1"/>
          <p:nvPr/>
        </p:nvSpPr>
        <p:spPr>
          <a:xfrm>
            <a:off x="2944368" y="3408883"/>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4" name="object 34">
            <a:extLst>
              <a:ext uri="{FF2B5EF4-FFF2-40B4-BE49-F238E27FC236}">
                <a16:creationId xmlns:a16="http://schemas.microsoft.com/office/drawing/2014/main" id="{4D80BC5E-FAEF-6696-17BD-AA3EF5D00D4F}"/>
              </a:ext>
            </a:extLst>
          </p:cNvPr>
          <p:cNvSpPr txBox="1"/>
          <p:nvPr/>
        </p:nvSpPr>
        <p:spPr>
          <a:xfrm>
            <a:off x="2944368" y="4006900"/>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6" name="TextBox 45">
            <a:extLst>
              <a:ext uri="{FF2B5EF4-FFF2-40B4-BE49-F238E27FC236}">
                <a16:creationId xmlns:a16="http://schemas.microsoft.com/office/drawing/2014/main" id="{88C418FA-7EE8-6216-D7D2-C7467F1B5CA6}"/>
              </a:ext>
            </a:extLst>
          </p:cNvPr>
          <p:cNvSpPr txBox="1"/>
          <p:nvPr/>
        </p:nvSpPr>
        <p:spPr>
          <a:xfrm>
            <a:off x="727714"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47" name="TextBox 46">
            <a:extLst>
              <a:ext uri="{FF2B5EF4-FFF2-40B4-BE49-F238E27FC236}">
                <a16:creationId xmlns:a16="http://schemas.microsoft.com/office/drawing/2014/main" id="{19A8ED6B-349F-02C6-6705-C45BA68499D7}"/>
              </a:ext>
            </a:extLst>
          </p:cNvPr>
          <p:cNvSpPr txBox="1"/>
          <p:nvPr/>
        </p:nvSpPr>
        <p:spPr>
          <a:xfrm>
            <a:off x="727713" y="3272637"/>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48" name="TextBox 47">
            <a:extLst>
              <a:ext uri="{FF2B5EF4-FFF2-40B4-BE49-F238E27FC236}">
                <a16:creationId xmlns:a16="http://schemas.microsoft.com/office/drawing/2014/main" id="{119B038B-6C16-AE17-27E5-888D2E2160DA}"/>
              </a:ext>
            </a:extLst>
          </p:cNvPr>
          <p:cNvSpPr txBox="1"/>
          <p:nvPr/>
        </p:nvSpPr>
        <p:spPr>
          <a:xfrm>
            <a:off x="727149" y="387065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sp>
        <p:nvSpPr>
          <p:cNvPr id="49" name="TextBox 48">
            <a:extLst>
              <a:ext uri="{FF2B5EF4-FFF2-40B4-BE49-F238E27FC236}">
                <a16:creationId xmlns:a16="http://schemas.microsoft.com/office/drawing/2014/main" id="{563C6F9D-B55E-EDBD-37F2-D35AA81179F2}"/>
              </a:ext>
            </a:extLst>
          </p:cNvPr>
          <p:cNvSpPr txBox="1"/>
          <p:nvPr/>
        </p:nvSpPr>
        <p:spPr>
          <a:xfrm>
            <a:off x="4170650"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50" name="TextBox 49">
            <a:extLst>
              <a:ext uri="{FF2B5EF4-FFF2-40B4-BE49-F238E27FC236}">
                <a16:creationId xmlns:a16="http://schemas.microsoft.com/office/drawing/2014/main" id="{150D8155-1EB9-1387-0D7B-A898AF761949}"/>
              </a:ext>
            </a:extLst>
          </p:cNvPr>
          <p:cNvSpPr txBox="1"/>
          <p:nvPr/>
        </p:nvSpPr>
        <p:spPr>
          <a:xfrm>
            <a:off x="4165939" y="3272637"/>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1" name="TextBox 50">
            <a:extLst>
              <a:ext uri="{FF2B5EF4-FFF2-40B4-BE49-F238E27FC236}">
                <a16:creationId xmlns:a16="http://schemas.microsoft.com/office/drawing/2014/main" id="{4E6348D3-E1CA-26CD-3579-B8D3C9B369F7}"/>
              </a:ext>
            </a:extLst>
          </p:cNvPr>
          <p:cNvSpPr txBox="1"/>
          <p:nvPr/>
        </p:nvSpPr>
        <p:spPr>
          <a:xfrm>
            <a:off x="4176547" y="3870655"/>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52" name="Rectangle: Top Corners Snipped 51">
            <a:extLst>
              <a:ext uri="{FF2B5EF4-FFF2-40B4-BE49-F238E27FC236}">
                <a16:creationId xmlns:a16="http://schemas.microsoft.com/office/drawing/2014/main" id="{659716FE-536F-C227-C7BC-54D2476386B3}"/>
              </a:ext>
            </a:extLst>
          </p:cNvPr>
          <p:cNvSpPr/>
          <p:nvPr/>
        </p:nvSpPr>
        <p:spPr>
          <a:xfrm rot="5400000">
            <a:off x="716043" y="95051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9FB74ACB-B4EC-8427-994F-1A84411356E5}"/>
              </a:ext>
            </a:extLst>
          </p:cNvPr>
          <p:cNvSpPr txBox="1"/>
          <p:nvPr/>
        </p:nvSpPr>
        <p:spPr>
          <a:xfrm>
            <a:off x="745392" y="6838797"/>
            <a:ext cx="6766560" cy="461665"/>
          </a:xfrm>
          <a:prstGeom prst="rect">
            <a:avLst/>
          </a:prstGeom>
          <a:noFill/>
        </p:spPr>
        <p:txBody>
          <a:bodyPr wrap="square">
            <a:spAutoFit/>
          </a:bodyPr>
          <a:lstStyle/>
          <a:p>
            <a:pPr marL="12700">
              <a:spcBef>
                <a:spcPts val="130"/>
              </a:spcBef>
            </a:pPr>
            <a:r>
              <a:rPr lang="en-US" sz="1200" spc="-20" dirty="0" b="1">
                <a:solidFill>
                  <a:srgbClr val="231F20"/>
                </a:solidFill>
                <a:latin typeface="Book Antiqua" panose="02040602050305030304" pitchFamily="18" charset="0"/>
                <a:cs typeface="Cambria"/>
              </a:rPr>
              <a:t>Identify whether each argument is an example of straw man (SM), false dilemma (FD) or slippery slope (SS).</a:t>
            </a:r>
          </a:p>
        </p:txBody>
      </p:sp>
      <p:sp>
        <p:nvSpPr>
          <p:cNvPr id="57" name="object 34">
            <a:extLst>
              <a:ext uri="{FF2B5EF4-FFF2-40B4-BE49-F238E27FC236}">
                <a16:creationId xmlns:a16="http://schemas.microsoft.com/office/drawing/2014/main" id="{2C00D601-19C3-EF6B-5E81-30D28BE3180C}"/>
              </a:ext>
            </a:extLst>
          </p:cNvPr>
          <p:cNvSpPr txBox="1"/>
          <p:nvPr/>
        </p:nvSpPr>
        <p:spPr>
          <a:xfrm>
            <a:off x="1261872" y="7308799"/>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Local columnist: "Let one café trade on the foreshore, and within a year it will be a restaurant strip; within a decade, high-rise hotels will bury our beach."</a:t>
            </a:r>
            <a:endParaRPr lang="en-US" sz="1200" dirty="0">
              <a:latin typeface="Book Antiqua" panose="02040602050305030304" pitchFamily="18" charset="0"/>
            </a:endParaRPr>
          </a:p>
        </p:txBody>
      </p:sp>
      <p:sp>
        <p:nvSpPr>
          <p:cNvPr id="58" name="Rectangle: Top Corners Snipped 57">
            <a:extLst>
              <a:ext uri="{FF2B5EF4-FFF2-40B4-BE49-F238E27FC236}">
                <a16:creationId xmlns:a16="http://schemas.microsoft.com/office/drawing/2014/main" id="{5AD278C7-41BF-3D92-85DC-F68F508F8694}"/>
              </a:ext>
            </a:extLst>
          </p:cNvPr>
          <p:cNvSpPr/>
          <p:nvPr/>
        </p:nvSpPr>
        <p:spPr>
          <a:xfrm rot="5400000">
            <a:off x="720588" y="725393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DB169293-CC15-86B7-6FA8-273C0D73D543}"/>
              </a:ext>
            </a:extLst>
          </p:cNvPr>
          <p:cNvSpPr/>
          <p:nvPr/>
        </p:nvSpPr>
        <p:spPr>
          <a:xfrm rot="5400000">
            <a:off x="717816" y="887333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Rectangle: Top Corners Snipped 59">
            <a:extLst>
              <a:ext uri="{FF2B5EF4-FFF2-40B4-BE49-F238E27FC236}">
                <a16:creationId xmlns:a16="http://schemas.microsoft.com/office/drawing/2014/main" id="{C5C97B81-849A-3A30-C61C-D24B4DE723D3}"/>
              </a:ext>
            </a:extLst>
          </p:cNvPr>
          <p:cNvSpPr/>
          <p:nvPr/>
        </p:nvSpPr>
        <p:spPr>
          <a:xfrm rot="5400000">
            <a:off x="719706" y="837956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TextBox 60">
            <a:extLst>
              <a:ext uri="{FF2B5EF4-FFF2-40B4-BE49-F238E27FC236}">
                <a16:creationId xmlns:a16="http://schemas.microsoft.com/office/drawing/2014/main" id="{5FF32AB4-539C-0C83-1D3B-EE32BE8C47CA}"/>
              </a:ext>
            </a:extLst>
          </p:cNvPr>
          <p:cNvSpPr txBox="1"/>
          <p:nvPr/>
        </p:nvSpPr>
        <p:spPr>
          <a:xfrm>
            <a:off x="714345" y="8475573"/>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62" name="TextBox 61">
            <a:extLst>
              <a:ext uri="{FF2B5EF4-FFF2-40B4-BE49-F238E27FC236}">
                <a16:creationId xmlns:a16="http://schemas.microsoft.com/office/drawing/2014/main" id="{01B2B822-93A5-9AAE-5B45-06CFD452BA69}"/>
              </a:ext>
            </a:extLst>
          </p:cNvPr>
          <p:cNvSpPr txBox="1"/>
          <p:nvPr/>
        </p:nvSpPr>
        <p:spPr>
          <a:xfrm>
            <a:off x="682046" y="8969349"/>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63" name="TextBox 62">
            <a:extLst>
              <a:ext uri="{FF2B5EF4-FFF2-40B4-BE49-F238E27FC236}">
                <a16:creationId xmlns:a16="http://schemas.microsoft.com/office/drawing/2014/main" id="{C8F74D31-FC19-34B6-FFB4-7C4D45FA7B95}"/>
              </a:ext>
            </a:extLst>
          </p:cNvPr>
          <p:cNvSpPr txBox="1"/>
          <p:nvPr/>
        </p:nvSpPr>
        <p:spPr>
          <a:xfrm>
            <a:off x="788618" y="4806086"/>
            <a:ext cx="6612114" cy="197784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Straw man:</a:t>
            </a:r>
            <a:r>
              <a:rPr lang="en-US" sz="1200" dirty="0">
                <a:solidFill>
                  <a:srgbClr val="231F20"/>
                </a:solidFill>
                <a:latin typeface="Book Antiqua" panose="02040602050305030304" pitchFamily="18" charset="0"/>
                <a:ea typeface="Cambria" panose="02040503050406030204" pitchFamily="18" charset="0"/>
              </a:rPr>
              <a:t xml:space="preserve"> misrepresenting an opponent's argument as something weaker or more extreme, then attacking that distorted version.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coach wants fewer training sessions, so apparently she doesn't care about winning."</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False dilemma:</a:t>
            </a:r>
            <a:r>
              <a:rPr lang="en-US" sz="1200" dirty="0">
                <a:solidFill>
                  <a:srgbClr val="231F20"/>
                </a:solidFill>
                <a:latin typeface="Book Antiqua" panose="02040602050305030304" pitchFamily="18" charset="0"/>
                <a:ea typeface="Cambria" panose="02040503050406030204" pitchFamily="18" charset="0"/>
              </a:rPr>
              <a:t xml:space="preserve"> presenting only two options when others exist.</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"Either you support the new library or you don't value education."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Slippery slope:</a:t>
            </a:r>
            <a:r>
              <a:rPr lang="en-US" sz="1200" dirty="0">
                <a:solidFill>
                  <a:srgbClr val="231F20"/>
                </a:solidFill>
                <a:latin typeface="Book Antiqua" panose="02040602050305030304" pitchFamily="18" charset="0"/>
                <a:ea typeface="Cambria" panose="02040503050406030204" pitchFamily="18" charset="0"/>
              </a:rPr>
              <a:t xml:space="preserve"> claiming, without evidence, that one small step will inevitably lead to a chain of extreme consequences.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"If we allow one food truck in the park, soon the whole park will be a car park."</a:t>
            </a:r>
            <a:endParaRPr lang="en-US" sz="1200" b="1" dirty="0">
              <a:solidFill>
                <a:srgbClr val="231F20"/>
              </a:solidFill>
              <a:latin typeface="Book Antiqua" panose="02040602050305030304" pitchFamily="18" charset="0"/>
              <a:ea typeface="Cambria" panose="02040503050406030204" pitchFamily="18" charset="0"/>
            </a:endParaRPr>
          </a:p>
        </p:txBody>
      </p:sp>
      <p:sp>
        <p:nvSpPr>
          <p:cNvPr id="64" name="Rectangle: Top Corners Snipped 63">
            <a:extLst>
              <a:ext uri="{FF2B5EF4-FFF2-40B4-BE49-F238E27FC236}">
                <a16:creationId xmlns:a16="http://schemas.microsoft.com/office/drawing/2014/main" id="{CEDF25DB-CDA0-26A1-85A1-BAC6A9AFEC58}"/>
              </a:ext>
            </a:extLst>
          </p:cNvPr>
          <p:cNvSpPr/>
          <p:nvPr/>
        </p:nvSpPr>
        <p:spPr>
          <a:xfrm rot="5400000">
            <a:off x="714016" y="78857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bject 34">
            <a:extLst>
              <a:ext uri="{FF2B5EF4-FFF2-40B4-BE49-F238E27FC236}">
                <a16:creationId xmlns:a16="http://schemas.microsoft.com/office/drawing/2014/main" id="{4A974B2A-5300-D5E0-B7D5-A53653511F46}"/>
              </a:ext>
            </a:extLst>
          </p:cNvPr>
          <p:cNvSpPr txBox="1"/>
          <p:nvPr/>
        </p:nvSpPr>
        <p:spPr>
          <a:xfrm>
            <a:off x="1261872" y="8928201"/>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School debate. Affirmative: "Phones should be switched off during lessons." Negative: "My opponent thinks students can't be trusted with anything and should be treated like prisoners."</a:t>
            </a:r>
            <a:endParaRPr lang="en-US" sz="1200" spc="-20" dirty="0">
              <a:solidFill>
                <a:srgbClr val="231F20"/>
              </a:solidFill>
              <a:latin typeface="Book Antiqua" panose="02040602050305030304" pitchFamily="18" charset="0"/>
              <a:cs typeface="Cambria"/>
            </a:endParaRPr>
          </a:p>
        </p:txBody>
      </p:sp>
      <p:sp>
        <p:nvSpPr>
          <p:cNvPr id="66" name="object 34">
            <a:extLst>
              <a:ext uri="{FF2B5EF4-FFF2-40B4-BE49-F238E27FC236}">
                <a16:creationId xmlns:a16="http://schemas.microsoft.com/office/drawing/2014/main" id="{E03BD618-B613-0C23-4122-5BD4CE403469}"/>
              </a:ext>
            </a:extLst>
          </p:cNvPr>
          <p:cNvSpPr txBox="1"/>
          <p:nvPr/>
        </p:nvSpPr>
        <p:spPr>
          <a:xfrm>
            <a:off x="1261872" y="8434425"/>
            <a:ext cx="525780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Resident: "The town needs a small skate park." Councillor: "So she wants teenagers running riot in our streets? I won't support chaos."</a:t>
            </a:r>
            <a:endParaRPr lang="en-US" sz="1200" spc="-20" dirty="0">
              <a:solidFill>
                <a:srgbClr val="231F20"/>
              </a:solidFill>
              <a:latin typeface="Book Antiqua" panose="02040602050305030304" pitchFamily="18" charset="0"/>
              <a:cs typeface="Cambria"/>
            </a:endParaRPr>
          </a:p>
        </p:txBody>
      </p:sp>
      <p:sp>
        <p:nvSpPr>
          <p:cNvPr id="67" name="object 34">
            <a:extLst>
              <a:ext uri="{FF2B5EF4-FFF2-40B4-BE49-F238E27FC236}">
                <a16:creationId xmlns:a16="http://schemas.microsoft.com/office/drawing/2014/main" id="{EF98DF75-A808-32C3-4CB3-DC466AAFF3A4}"/>
              </a:ext>
            </a:extLst>
          </p:cNvPr>
          <p:cNvSpPr txBox="1"/>
          <p:nvPr/>
        </p:nvSpPr>
        <p:spPr>
          <a:xfrm>
            <a:off x="1261872" y="7940649"/>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Gym advertisement: "Join today, or accept being unfit for the rest of your life."</a:t>
            </a:r>
            <a:endParaRPr lang="en-US" sz="1200" spc="-20" dirty="0">
              <a:solidFill>
                <a:srgbClr val="231F20"/>
              </a:solidFill>
              <a:latin typeface="Book Antiqua" panose="02040602050305030304" pitchFamily="18" charset="0"/>
              <a:cs typeface="Cambria"/>
            </a:endParaRPr>
          </a:p>
        </p:txBody>
      </p:sp>
      <p:sp>
        <p:nvSpPr>
          <p:cNvPr id="69" name="TextBox 68">
            <a:extLst>
              <a:ext uri="{FF2B5EF4-FFF2-40B4-BE49-F238E27FC236}">
                <a16:creationId xmlns:a16="http://schemas.microsoft.com/office/drawing/2014/main" id="{4BDE1A18-8F91-DD24-C00B-145B24740F69}"/>
              </a:ext>
            </a:extLst>
          </p:cNvPr>
          <p:cNvSpPr txBox="1"/>
          <p:nvPr/>
        </p:nvSpPr>
        <p:spPr>
          <a:xfrm>
            <a:off x="6583680" y="7354519"/>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0" name="object 34">
            <a:extLst>
              <a:ext uri="{FF2B5EF4-FFF2-40B4-BE49-F238E27FC236}">
                <a16:creationId xmlns:a16="http://schemas.microsoft.com/office/drawing/2014/main" id="{6AC4689B-003B-587E-1C89-D5066DBD723E}"/>
              </a:ext>
            </a:extLst>
          </p:cNvPr>
          <p:cNvSpPr txBox="1"/>
          <p:nvPr/>
        </p:nvSpPr>
        <p:spPr>
          <a:xfrm>
            <a:off x="1261872" y="9560052"/>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Community campaign flyer: "Either we build the new aquatic centre exactly as proposed, or this town has no interest in keeping young people active."</a:t>
            </a:r>
            <a:endParaRPr lang="en-US" sz="1200" spc="-20" dirty="0">
              <a:solidFill>
                <a:srgbClr val="231F20"/>
              </a:solidFill>
              <a:latin typeface="Book Antiqua" panose="02040602050305030304" pitchFamily="18" charset="0"/>
              <a:cs typeface="Cambria"/>
            </a:endParaRPr>
          </a:p>
        </p:txBody>
      </p:sp>
      <p:sp>
        <p:nvSpPr>
          <p:cNvPr id="73" name="TextBox 72">
            <a:extLst>
              <a:ext uri="{FF2B5EF4-FFF2-40B4-BE49-F238E27FC236}">
                <a16:creationId xmlns:a16="http://schemas.microsoft.com/office/drawing/2014/main" id="{635F8B7E-D30F-4511-950E-2D99E88F5B2E}"/>
              </a:ext>
            </a:extLst>
          </p:cNvPr>
          <p:cNvSpPr txBox="1"/>
          <p:nvPr/>
        </p:nvSpPr>
        <p:spPr>
          <a:xfrm>
            <a:off x="6583680" y="7986369"/>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5" name="TextBox 74">
            <a:extLst>
              <a:ext uri="{FF2B5EF4-FFF2-40B4-BE49-F238E27FC236}">
                <a16:creationId xmlns:a16="http://schemas.microsoft.com/office/drawing/2014/main" id="{378615BA-B66B-6AD5-EF2B-A0D3740511AB}"/>
              </a:ext>
            </a:extLst>
          </p:cNvPr>
          <p:cNvSpPr txBox="1"/>
          <p:nvPr/>
        </p:nvSpPr>
        <p:spPr>
          <a:xfrm>
            <a:off x="6583680" y="8973921"/>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6" name="TextBox 75">
            <a:extLst>
              <a:ext uri="{FF2B5EF4-FFF2-40B4-BE49-F238E27FC236}">
                <a16:creationId xmlns:a16="http://schemas.microsoft.com/office/drawing/2014/main" id="{F898C837-C170-98BD-EEDD-F78FF0780C38}"/>
              </a:ext>
            </a:extLst>
          </p:cNvPr>
          <p:cNvSpPr txBox="1"/>
          <p:nvPr/>
        </p:nvSpPr>
        <p:spPr>
          <a:xfrm>
            <a:off x="6583680" y="8480145"/>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7" name="TextBox 76">
            <a:extLst>
              <a:ext uri="{FF2B5EF4-FFF2-40B4-BE49-F238E27FC236}">
                <a16:creationId xmlns:a16="http://schemas.microsoft.com/office/drawing/2014/main" id="{7BF2AE46-7082-971E-2655-D3915785F6C4}"/>
              </a:ext>
            </a:extLst>
          </p:cNvPr>
          <p:cNvSpPr txBox="1"/>
          <p:nvPr/>
        </p:nvSpPr>
        <p:spPr>
          <a:xfrm>
            <a:off x="6583680" y="9605772"/>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9" name="TextBox 78">
            <a:extLst>
              <a:ext uri="{FF2B5EF4-FFF2-40B4-BE49-F238E27FC236}">
                <a16:creationId xmlns:a16="http://schemas.microsoft.com/office/drawing/2014/main" id="{B421B5E6-EAF0-633F-E508-2F47266CD5E2}"/>
              </a:ext>
            </a:extLst>
          </p:cNvPr>
          <p:cNvSpPr txBox="1"/>
          <p:nvPr/>
        </p:nvSpPr>
        <p:spPr>
          <a:xfrm>
            <a:off x="706756" y="7981797"/>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80" name="TextBox 79">
            <a:extLst>
              <a:ext uri="{FF2B5EF4-FFF2-40B4-BE49-F238E27FC236}">
                <a16:creationId xmlns:a16="http://schemas.microsoft.com/office/drawing/2014/main" id="{508773DC-3898-7664-8C75-0C1F2C6B0E34}"/>
              </a:ext>
            </a:extLst>
          </p:cNvPr>
          <p:cNvSpPr txBox="1"/>
          <p:nvPr/>
        </p:nvSpPr>
        <p:spPr>
          <a:xfrm>
            <a:off x="724017" y="7349947"/>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81" name="TextBox 80">
            <a:extLst>
              <a:ext uri="{FF2B5EF4-FFF2-40B4-BE49-F238E27FC236}">
                <a16:creationId xmlns:a16="http://schemas.microsoft.com/office/drawing/2014/main" id="{04A9DA0F-4E58-0DF3-CD9C-33090E55A3F9}"/>
              </a:ext>
            </a:extLst>
          </p:cNvPr>
          <p:cNvSpPr txBox="1"/>
          <p:nvPr/>
        </p:nvSpPr>
        <p:spPr>
          <a:xfrm>
            <a:off x="686832" y="960120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68" name="object 34">
            <a:extLst>
              <a:ext uri="{FF2B5EF4-FFF2-40B4-BE49-F238E27FC236}">
                <a16:creationId xmlns:a16="http://schemas.microsoft.com/office/drawing/2014/main" id="{92775F9C-1720-E4EF-F9A1-9AB9D1DC1E85}"/>
              </a:ext>
            </a:extLst>
          </p:cNvPr>
          <p:cNvSpPr txBox="1"/>
          <p:nvPr/>
        </p:nvSpPr>
        <p:spPr>
          <a:xfrm>
            <a:off x="6391656" y="2810865"/>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2" name="object 34">
            <a:extLst>
              <a:ext uri="{FF2B5EF4-FFF2-40B4-BE49-F238E27FC236}">
                <a16:creationId xmlns:a16="http://schemas.microsoft.com/office/drawing/2014/main" id="{BB183A68-6CE6-F5EB-E7F4-E5D23614A106}"/>
              </a:ext>
            </a:extLst>
          </p:cNvPr>
          <p:cNvSpPr txBox="1"/>
          <p:nvPr/>
        </p:nvSpPr>
        <p:spPr>
          <a:xfrm>
            <a:off x="6391656" y="3408883"/>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3" name="object 34">
            <a:extLst>
              <a:ext uri="{FF2B5EF4-FFF2-40B4-BE49-F238E27FC236}">
                <a16:creationId xmlns:a16="http://schemas.microsoft.com/office/drawing/2014/main" id="{26D5B9D3-4AB5-205D-F928-9D3EB195E979}"/>
              </a:ext>
            </a:extLst>
          </p:cNvPr>
          <p:cNvSpPr txBox="1"/>
          <p:nvPr/>
        </p:nvSpPr>
        <p:spPr>
          <a:xfrm>
            <a:off x="6391656" y="438546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16" name="TextBox 15">
            <a:extLst>
              <a:ext uri="{FF2B5EF4-FFF2-40B4-BE49-F238E27FC236}">
                <a16:creationId xmlns:a16="http://schemas.microsoft.com/office/drawing/2014/main" id="{7B2BBFA2-DA07-560A-1B21-1EF92975E362}"/>
              </a:ext>
            </a:extLst>
          </p:cNvPr>
          <p:cNvSpPr txBox="1"/>
          <p:nvPr/>
        </p:nvSpPr>
        <p:spPr>
          <a:xfrm>
            <a:off x="430372" y="240202"/>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6</a:t>
            </a:r>
            <a:endParaRPr lang="en-AU" sz="2400" dirty="0">
              <a:latin typeface="Candara" panose="020E0502030303020204" pitchFamily="34" charset="0"/>
            </a:endParaRPr>
          </a:p>
        </p:txBody>
      </p:sp>
      <p:sp>
        <p:nvSpPr>
          <p:cNvPr id="17" name="TextBox 16">
            <a:extLst>
              <a:ext uri="{FF2B5EF4-FFF2-40B4-BE49-F238E27FC236}">
                <a16:creationId xmlns:a16="http://schemas.microsoft.com/office/drawing/2014/main" id="{21B507E0-94BF-8FA8-D9C3-C16FD3CA5D97}"/>
              </a:ext>
            </a:extLst>
          </p:cNvPr>
          <p:cNvSpPr txBox="1"/>
          <p:nvPr/>
        </p:nvSpPr>
        <p:spPr>
          <a:xfrm>
            <a:off x="332666" y="118770"/>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99721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28280" y="310602"/>
            <a:ext cx="12053" cy="969154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5076" y="1001020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53543" y="100102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5997390"/>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5646" y="341569"/>
            <a:ext cx="461665" cy="1376504"/>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3543" y="561266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2" name="Rectangle: Top Corners Snipped 21">
            <a:extLst>
              <a:ext uri="{FF2B5EF4-FFF2-40B4-BE49-F238E27FC236}">
                <a16:creationId xmlns:a16="http://schemas.microsoft.com/office/drawing/2014/main" id="{68324884-2DCB-365D-740F-DC82BF80C519}"/>
              </a:ext>
            </a:extLst>
          </p:cNvPr>
          <p:cNvSpPr/>
          <p:nvPr/>
        </p:nvSpPr>
        <p:spPr>
          <a:xfrm rot="5400000">
            <a:off x="696708" y="766267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TextBox 22">
            <a:extLst>
              <a:ext uri="{FF2B5EF4-FFF2-40B4-BE49-F238E27FC236}">
                <a16:creationId xmlns:a16="http://schemas.microsoft.com/office/drawing/2014/main" id="{BA75A109-7991-89BD-7D35-2D10F7FBF8D1}"/>
              </a:ext>
            </a:extLst>
          </p:cNvPr>
          <p:cNvSpPr txBox="1"/>
          <p:nvPr/>
        </p:nvSpPr>
        <p:spPr>
          <a:xfrm>
            <a:off x="699425" y="5669124"/>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Which sentences appropriately use apostrophes and punctuation? </a:t>
            </a:r>
            <a:endParaRPr lang="en-AU" sz="1200" dirty="0"/>
          </a:p>
        </p:txBody>
      </p:sp>
      <p:sp>
        <p:nvSpPr>
          <p:cNvPr id="24" name="Rectangle: Top Corners Snipped 23">
            <a:extLst>
              <a:ext uri="{FF2B5EF4-FFF2-40B4-BE49-F238E27FC236}">
                <a16:creationId xmlns:a16="http://schemas.microsoft.com/office/drawing/2014/main" id="{DFAE718E-C5A0-AC6C-027F-DA0B71059F28}"/>
              </a:ext>
            </a:extLst>
          </p:cNvPr>
          <p:cNvSpPr/>
          <p:nvPr/>
        </p:nvSpPr>
        <p:spPr>
          <a:xfrm rot="5400000">
            <a:off x="707381" y="87873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915C9DD1-E511-22D4-0F44-D794278CBD58}"/>
              </a:ext>
            </a:extLst>
          </p:cNvPr>
          <p:cNvSpPr txBox="1"/>
          <p:nvPr/>
        </p:nvSpPr>
        <p:spPr>
          <a:xfrm>
            <a:off x="642870" y="7758684"/>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6" name="TextBox 25">
            <a:extLst>
              <a:ext uri="{FF2B5EF4-FFF2-40B4-BE49-F238E27FC236}">
                <a16:creationId xmlns:a16="http://schemas.microsoft.com/office/drawing/2014/main" id="{BE751F3A-5DEA-9733-E82A-FCBD77D9E3B5}"/>
              </a:ext>
            </a:extLst>
          </p:cNvPr>
          <p:cNvSpPr txBox="1"/>
          <p:nvPr/>
        </p:nvSpPr>
        <p:spPr>
          <a:xfrm>
            <a:off x="680514" y="8883396"/>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r>
              <a:rPr lang="en-AU" sz="1200" b="1" spc="-50" dirty="0">
                <a:solidFill>
                  <a:srgbClr val="231F20"/>
                </a:solidFill>
                <a:latin typeface="Arial"/>
                <a:cs typeface="Arial"/>
              </a:rPr>
              <a:t>0</a:t>
            </a:r>
            <a:endParaRPr lang="en-AU" sz="1200" dirty="0"/>
          </a:p>
        </p:txBody>
      </p:sp>
      <p:pic>
        <p:nvPicPr>
          <p:cNvPr id="39" name="object 41">
            <a:extLst>
              <a:ext uri="{FF2B5EF4-FFF2-40B4-BE49-F238E27FC236}">
                <a16:creationId xmlns:a16="http://schemas.microsoft.com/office/drawing/2014/main" id="{5935A4FA-1D85-22B2-F0AE-D98DCE251440}"/>
              </a:ext>
            </a:extLst>
          </p:cNvPr>
          <p:cNvPicPr/>
          <p:nvPr/>
        </p:nvPicPr>
        <p:blipFill>
          <a:blip r:embed="rId2" cstate="print"/>
          <a:stretch>
            <a:fillRect/>
          </a:stretch>
        </p:blipFill>
        <p:spPr>
          <a:xfrm>
            <a:off x="1247189" y="7780528"/>
            <a:ext cx="179997" cy="108000"/>
          </a:xfrm>
          <a:prstGeom prst="rect">
            <a:avLst/>
          </a:prstGeom>
        </p:spPr>
      </p:pic>
      <p:pic>
        <p:nvPicPr>
          <p:cNvPr id="40" name="object 41">
            <a:extLst>
              <a:ext uri="{FF2B5EF4-FFF2-40B4-BE49-F238E27FC236}">
                <a16:creationId xmlns:a16="http://schemas.microsoft.com/office/drawing/2014/main" id="{93AAC431-2F99-4469-EF71-239FEF87F099}"/>
              </a:ext>
            </a:extLst>
          </p:cNvPr>
          <p:cNvPicPr/>
          <p:nvPr/>
        </p:nvPicPr>
        <p:blipFill>
          <a:blip r:embed="rId2" cstate="print"/>
          <a:stretch>
            <a:fillRect/>
          </a:stretch>
        </p:blipFill>
        <p:spPr>
          <a:xfrm>
            <a:off x="1247189" y="8063992"/>
            <a:ext cx="173169" cy="116500"/>
          </a:xfrm>
          <a:prstGeom prst="rect">
            <a:avLst/>
          </a:prstGeom>
        </p:spPr>
      </p:pic>
      <p:pic>
        <p:nvPicPr>
          <p:cNvPr id="41" name="object 41">
            <a:extLst>
              <a:ext uri="{FF2B5EF4-FFF2-40B4-BE49-F238E27FC236}">
                <a16:creationId xmlns:a16="http://schemas.microsoft.com/office/drawing/2014/main" id="{2344719A-E5F9-2B00-9223-25E631964617}"/>
              </a:ext>
            </a:extLst>
          </p:cNvPr>
          <p:cNvPicPr/>
          <p:nvPr/>
        </p:nvPicPr>
        <p:blipFill>
          <a:blip r:embed="rId2" cstate="print"/>
          <a:stretch>
            <a:fillRect/>
          </a:stretch>
        </p:blipFill>
        <p:spPr>
          <a:xfrm>
            <a:off x="1247189" y="8347456"/>
            <a:ext cx="179997" cy="108000"/>
          </a:xfrm>
          <a:prstGeom prst="rect">
            <a:avLst/>
          </a:prstGeom>
        </p:spPr>
      </p:pic>
      <p:pic>
        <p:nvPicPr>
          <p:cNvPr id="43" name="object 41">
            <a:extLst>
              <a:ext uri="{FF2B5EF4-FFF2-40B4-BE49-F238E27FC236}">
                <a16:creationId xmlns:a16="http://schemas.microsoft.com/office/drawing/2014/main" id="{EC1CE554-3D07-7A8A-2C1E-720351616BA6}"/>
              </a:ext>
            </a:extLst>
          </p:cNvPr>
          <p:cNvPicPr/>
          <p:nvPr/>
        </p:nvPicPr>
        <p:blipFill>
          <a:blip r:embed="rId2" cstate="print"/>
          <a:stretch>
            <a:fillRect/>
          </a:stretch>
        </p:blipFill>
        <p:spPr>
          <a:xfrm>
            <a:off x="1247189" y="8905240"/>
            <a:ext cx="179997" cy="108000"/>
          </a:xfrm>
          <a:prstGeom prst="rect">
            <a:avLst/>
          </a:prstGeom>
        </p:spPr>
      </p:pic>
      <p:pic>
        <p:nvPicPr>
          <p:cNvPr id="44" name="object 41">
            <a:extLst>
              <a:ext uri="{FF2B5EF4-FFF2-40B4-BE49-F238E27FC236}">
                <a16:creationId xmlns:a16="http://schemas.microsoft.com/office/drawing/2014/main" id="{81D6A854-3680-B44E-B660-28671104D93B}"/>
              </a:ext>
            </a:extLst>
          </p:cNvPr>
          <p:cNvPicPr/>
          <p:nvPr/>
        </p:nvPicPr>
        <p:blipFill>
          <a:blip r:embed="rId2" cstate="print"/>
          <a:stretch>
            <a:fillRect/>
          </a:stretch>
        </p:blipFill>
        <p:spPr>
          <a:xfrm>
            <a:off x="1247189" y="9188704"/>
            <a:ext cx="179997" cy="108000"/>
          </a:xfrm>
          <a:prstGeom prst="rect">
            <a:avLst/>
          </a:prstGeom>
        </p:spPr>
      </p:pic>
      <p:pic>
        <p:nvPicPr>
          <p:cNvPr id="45" name="object 41">
            <a:extLst>
              <a:ext uri="{FF2B5EF4-FFF2-40B4-BE49-F238E27FC236}">
                <a16:creationId xmlns:a16="http://schemas.microsoft.com/office/drawing/2014/main" id="{46368911-19E1-22C0-DFA7-9D20E9686829}"/>
              </a:ext>
            </a:extLst>
          </p:cNvPr>
          <p:cNvPicPr/>
          <p:nvPr/>
        </p:nvPicPr>
        <p:blipFill>
          <a:blip r:embed="rId2" cstate="print"/>
          <a:stretch>
            <a:fillRect/>
          </a:stretch>
        </p:blipFill>
        <p:spPr>
          <a:xfrm>
            <a:off x="1264983" y="9472168"/>
            <a:ext cx="179997" cy="108000"/>
          </a:xfrm>
          <a:prstGeom prst="rect">
            <a:avLst/>
          </a:prstGeom>
        </p:spPr>
      </p:pic>
      <p:sp>
        <p:nvSpPr>
          <p:cNvPr id="47" name="object 34">
            <a:extLst>
              <a:ext uri="{FF2B5EF4-FFF2-40B4-BE49-F238E27FC236}">
                <a16:creationId xmlns:a16="http://schemas.microsoft.com/office/drawing/2014/main" id="{EC403719-2123-5CF9-2977-C75214988133}"/>
              </a:ext>
            </a:extLst>
          </p:cNvPr>
          <p:cNvSpPr txBox="1"/>
          <p:nvPr/>
        </p:nvSpPr>
        <p:spPr>
          <a:xfrm>
            <a:off x="1517904" y="60899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3" name="object 34"/>
          <p:cNvSpPr txBox="1"/>
          <p:nvPr/>
        </p:nvSpPr>
        <p:spPr>
          <a:xfrm>
            <a:off x="1517904" y="70043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2" name="object 34"/>
          <p:cNvSpPr txBox="1"/>
          <p:nvPr/>
        </p:nvSpPr>
        <p:spPr>
          <a:xfrm>
            <a:off x="1517904" y="65471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"Priya's and Tom's restaurant opened in March," the reviewer wrote, "and both chef's signature dishes are already famous."</a:t>
            </a:r>
          </a:p>
        </p:txBody>
      </p:sp>
      <p:sp>
        <p:nvSpPr>
          <p:cNvPr id="131" name="object 34"/>
          <p:cNvSpPr txBox="1"/>
          <p:nvPr/>
        </p:nvSpPr>
        <p:spPr>
          <a:xfrm>
            <a:off x="1517904" y="8860536"/>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7" name="object 34"/>
          <p:cNvSpPr txBox="1"/>
          <p:nvPr/>
        </p:nvSpPr>
        <p:spPr>
          <a:xfrm>
            <a:off x="1517904" y="942746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6" name="object 34"/>
          <p:cNvSpPr txBox="1"/>
          <p:nvPr/>
        </p:nvSpPr>
        <p:spPr>
          <a:xfrm>
            <a:off x="1517904" y="9144000"/>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0" name="object 34"/>
          <p:cNvSpPr txBox="1"/>
          <p:nvPr/>
        </p:nvSpPr>
        <p:spPr>
          <a:xfrm>
            <a:off x="1517904" y="773582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Jones's hallway," the teacher explained.</a:t>
            </a:r>
          </a:p>
        </p:txBody>
      </p:sp>
      <p:sp>
        <p:nvSpPr>
          <p:cNvPr id="135" name="object 34"/>
          <p:cNvSpPr txBox="1"/>
          <p:nvPr/>
        </p:nvSpPr>
        <p:spPr>
          <a:xfrm>
            <a:off x="1517904" y="8302752"/>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 hallway", the teacher explained.</a:t>
            </a:r>
          </a:p>
        </p:txBody>
      </p:sp>
      <p:sp>
        <p:nvSpPr>
          <p:cNvPr id="134" name="object 34"/>
          <p:cNvSpPr txBox="1"/>
          <p:nvPr/>
        </p:nvSpPr>
        <p:spPr>
          <a:xfrm>
            <a:off x="1517904" y="8019288"/>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Joneses' hallway," the teacher explained.</a:t>
            </a:r>
          </a:p>
        </p:txBody>
      </p:sp>
      <p:pic>
        <p:nvPicPr>
          <p:cNvPr id="48" name="object 41">
            <a:extLst>
              <a:ext uri="{FF2B5EF4-FFF2-40B4-BE49-F238E27FC236}">
                <a16:creationId xmlns:a16="http://schemas.microsoft.com/office/drawing/2014/main" id="{8F6761A1-9D5E-E985-6C6A-44F371EDD640}"/>
              </a:ext>
            </a:extLst>
          </p:cNvPr>
          <p:cNvPicPr/>
          <p:nvPr/>
        </p:nvPicPr>
        <p:blipFill>
          <a:blip r:embed="rId2" cstate="print"/>
          <a:stretch>
            <a:fillRect/>
          </a:stretch>
        </p:blipFill>
        <p:spPr>
          <a:xfrm>
            <a:off x="1247634" y="6134608"/>
            <a:ext cx="179997" cy="108000"/>
          </a:xfrm>
          <a:prstGeom prst="rect">
            <a:avLst/>
          </a:prstGeom>
        </p:spPr>
      </p:pic>
      <p:pic>
        <p:nvPicPr>
          <p:cNvPr id="49" name="object 41">
            <a:extLst>
              <a:ext uri="{FF2B5EF4-FFF2-40B4-BE49-F238E27FC236}">
                <a16:creationId xmlns:a16="http://schemas.microsoft.com/office/drawing/2014/main" id="{67745873-50D0-1B8E-2996-E32F0DEC5287}"/>
              </a:ext>
            </a:extLst>
          </p:cNvPr>
          <p:cNvPicPr/>
          <p:nvPr/>
        </p:nvPicPr>
        <p:blipFill>
          <a:blip r:embed="rId2" cstate="print"/>
          <a:stretch>
            <a:fillRect/>
          </a:stretch>
        </p:blipFill>
        <p:spPr>
          <a:xfrm>
            <a:off x="1247296" y="6591808"/>
            <a:ext cx="179997" cy="108000"/>
          </a:xfrm>
          <a:prstGeom prst="rect">
            <a:avLst/>
          </a:prstGeom>
        </p:spPr>
      </p:pic>
      <p:pic>
        <p:nvPicPr>
          <p:cNvPr id="50" name="object 41">
            <a:extLst>
              <a:ext uri="{FF2B5EF4-FFF2-40B4-BE49-F238E27FC236}">
                <a16:creationId xmlns:a16="http://schemas.microsoft.com/office/drawing/2014/main" id="{DE604E9C-F5CF-09AC-3356-90548D37FA87}"/>
              </a:ext>
            </a:extLst>
          </p:cNvPr>
          <p:cNvPicPr/>
          <p:nvPr/>
        </p:nvPicPr>
        <p:blipFill>
          <a:blip r:embed="rId2" cstate="print"/>
          <a:stretch>
            <a:fillRect/>
          </a:stretch>
        </p:blipFill>
        <p:spPr>
          <a:xfrm>
            <a:off x="1247634" y="7049008"/>
            <a:ext cx="179997" cy="108000"/>
          </a:xfrm>
          <a:prstGeom prst="rect">
            <a:avLst/>
          </a:prstGeom>
        </p:spPr>
      </p:pic>
      <p:sp>
        <p:nvSpPr>
          <p:cNvPr id="52" name="Rectangle: Top Corners Snipped 51">
            <a:extLst>
              <a:ext uri="{FF2B5EF4-FFF2-40B4-BE49-F238E27FC236}">
                <a16:creationId xmlns:a16="http://schemas.microsoft.com/office/drawing/2014/main" id="{CD4197E1-6C3E-145D-52AA-B348D4E76679}"/>
              </a:ext>
            </a:extLst>
          </p:cNvPr>
          <p:cNvSpPr/>
          <p:nvPr/>
        </p:nvSpPr>
        <p:spPr>
          <a:xfrm rot="5400000">
            <a:off x="692829" y="601675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TextBox 52">
            <a:extLst>
              <a:ext uri="{FF2B5EF4-FFF2-40B4-BE49-F238E27FC236}">
                <a16:creationId xmlns:a16="http://schemas.microsoft.com/office/drawing/2014/main" id="{EAB39B6C-6CAD-946C-0B91-9BAC910D7688}"/>
              </a:ext>
            </a:extLst>
          </p:cNvPr>
          <p:cNvSpPr txBox="1"/>
          <p:nvPr/>
        </p:nvSpPr>
        <p:spPr>
          <a:xfrm>
            <a:off x="653163" y="611276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57" name="TextBox 56">
            <a:extLst>
              <a:ext uri="{FF2B5EF4-FFF2-40B4-BE49-F238E27FC236}">
                <a16:creationId xmlns:a16="http://schemas.microsoft.com/office/drawing/2014/main" id="{1A5F7A32-42BF-0DA6-51A5-44D79ADC49DC}"/>
              </a:ext>
            </a:extLst>
          </p:cNvPr>
          <p:cNvSpPr txBox="1"/>
          <p:nvPr/>
        </p:nvSpPr>
        <p:spPr>
          <a:xfrm>
            <a:off x="684148" y="2106777"/>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Identify the most appropriate word for the missing space in each sentence.</a:t>
            </a:r>
            <a:endParaRPr lang="en-AU" sz="1200" dirty="0"/>
          </a:p>
        </p:txBody>
      </p:sp>
      <p:sp>
        <p:nvSpPr>
          <p:cNvPr id="58" name="Rectangle: Top Corners Snipped 57">
            <a:extLst>
              <a:ext uri="{FF2B5EF4-FFF2-40B4-BE49-F238E27FC236}">
                <a16:creationId xmlns:a16="http://schemas.microsoft.com/office/drawing/2014/main" id="{A72E9E58-4ED2-0063-C784-C15378F7DFFE}"/>
              </a:ext>
            </a:extLst>
          </p:cNvPr>
          <p:cNvSpPr/>
          <p:nvPr/>
        </p:nvSpPr>
        <p:spPr>
          <a:xfrm rot="5400000">
            <a:off x="700922" y="23993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19F69E77-31DA-9F2E-4DCC-6786D0C2C5F9}"/>
              </a:ext>
            </a:extLst>
          </p:cNvPr>
          <p:cNvSpPr/>
          <p:nvPr/>
        </p:nvSpPr>
        <p:spPr>
          <a:xfrm rot="5400000">
            <a:off x="710286" y="315285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Rectangle: Top Corners Snipped 60">
            <a:extLst>
              <a:ext uri="{FF2B5EF4-FFF2-40B4-BE49-F238E27FC236}">
                <a16:creationId xmlns:a16="http://schemas.microsoft.com/office/drawing/2014/main" id="{09C9A93F-4D45-EA1D-CCB2-B187441662B9}"/>
              </a:ext>
            </a:extLst>
          </p:cNvPr>
          <p:cNvSpPr/>
          <p:nvPr/>
        </p:nvSpPr>
        <p:spPr>
          <a:xfrm rot="5400000">
            <a:off x="711122" y="465978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894603A6-5AE3-5116-6F15-9BBE45775DB3}"/>
              </a:ext>
            </a:extLst>
          </p:cNvPr>
          <p:cNvSpPr/>
          <p:nvPr/>
        </p:nvSpPr>
        <p:spPr>
          <a:xfrm rot="5400000">
            <a:off x="708397" y="39063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object 34">
            <a:extLst>
              <a:ext uri="{FF2B5EF4-FFF2-40B4-BE49-F238E27FC236}">
                <a16:creationId xmlns:a16="http://schemas.microsoft.com/office/drawing/2014/main" id="{26EE46A5-3910-783B-FB06-A0AF7D8F6FE4}"/>
              </a:ext>
            </a:extLst>
          </p:cNvPr>
          <p:cNvSpPr txBox="1"/>
          <p:nvPr/>
        </p:nvSpPr>
        <p:spPr>
          <a:xfrm>
            <a:off x="1188720" y="4687214"/>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link between the two murders was _____ at best: a shared surname and a single blurry photograph.</a:t>
            </a:r>
            <a:endParaRPr sz="1200" b="1" dirty="0">
              <a:latin typeface="Book Antiqua" panose="02040602050305030304" pitchFamily="18" charset="0"/>
              <a:cs typeface="Cambria"/>
            </a:endParaRPr>
          </a:p>
        </p:txBody>
      </p:sp>
      <p:pic>
        <p:nvPicPr>
          <p:cNvPr id="65" name="object 41">
            <a:extLst>
              <a:ext uri="{FF2B5EF4-FFF2-40B4-BE49-F238E27FC236}">
                <a16:creationId xmlns:a16="http://schemas.microsoft.com/office/drawing/2014/main" id="{54893BF0-63C4-970F-C36B-9D2C1EB67E7D}"/>
              </a:ext>
            </a:extLst>
          </p:cNvPr>
          <p:cNvPicPr/>
          <p:nvPr/>
        </p:nvPicPr>
        <p:blipFill>
          <a:blip r:embed="rId2" cstate="print"/>
          <a:stretch>
            <a:fillRect/>
          </a:stretch>
        </p:blipFill>
        <p:spPr>
          <a:xfrm>
            <a:off x="1232513" y="2896819"/>
            <a:ext cx="179997" cy="108000"/>
          </a:xfrm>
          <a:prstGeom prst="rect">
            <a:avLst/>
          </a:prstGeom>
        </p:spPr>
      </p:pic>
      <p:pic>
        <p:nvPicPr>
          <p:cNvPr id="66" name="object 41">
            <a:extLst>
              <a:ext uri="{FF2B5EF4-FFF2-40B4-BE49-F238E27FC236}">
                <a16:creationId xmlns:a16="http://schemas.microsoft.com/office/drawing/2014/main" id="{19DFB0D5-6B5F-77C9-D8A6-2E51685C26F4}"/>
              </a:ext>
            </a:extLst>
          </p:cNvPr>
          <p:cNvPicPr/>
          <p:nvPr/>
        </p:nvPicPr>
        <p:blipFill>
          <a:blip r:embed="rId2" cstate="print"/>
          <a:stretch>
            <a:fillRect/>
          </a:stretch>
        </p:blipFill>
        <p:spPr>
          <a:xfrm>
            <a:off x="2387021" y="2896819"/>
            <a:ext cx="179997" cy="108000"/>
          </a:xfrm>
          <a:prstGeom prst="rect">
            <a:avLst/>
          </a:prstGeom>
        </p:spPr>
      </p:pic>
      <p:sp>
        <p:nvSpPr>
          <p:cNvPr id="67" name="object 34">
            <a:extLst>
              <a:ext uri="{FF2B5EF4-FFF2-40B4-BE49-F238E27FC236}">
                <a16:creationId xmlns:a16="http://schemas.microsoft.com/office/drawing/2014/main" id="{572C0025-1C5E-E700-B342-B63D0A419664}"/>
              </a:ext>
            </a:extLst>
          </p:cNvPr>
          <p:cNvSpPr txBox="1"/>
          <p:nvPr/>
        </p:nvSpPr>
        <p:spPr>
          <a:xfrm>
            <a:off x="1526189"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emotive</a:t>
            </a:r>
            <a:endParaRPr sz="1200" dirty="0">
              <a:latin typeface="Book Antiqua" panose="02040602050305030304" pitchFamily="18" charset="0"/>
              <a:cs typeface="Cambria"/>
            </a:endParaRPr>
          </a:p>
        </p:txBody>
      </p:sp>
      <p:sp>
        <p:nvSpPr>
          <p:cNvPr id="68" name="object 34">
            <a:extLst>
              <a:ext uri="{FF2B5EF4-FFF2-40B4-BE49-F238E27FC236}">
                <a16:creationId xmlns:a16="http://schemas.microsoft.com/office/drawing/2014/main" id="{52E74F46-9F57-B303-95FD-9D30B7F75123}"/>
              </a:ext>
            </a:extLst>
          </p:cNvPr>
          <p:cNvSpPr txBox="1"/>
          <p:nvPr/>
        </p:nvSpPr>
        <p:spPr>
          <a:xfrm>
            <a:off x="272316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convoluted</a:t>
            </a:r>
            <a:endParaRPr sz="1200" dirty="0">
              <a:latin typeface="Book Antiqua" panose="02040602050305030304" pitchFamily="18" charset="0"/>
              <a:cs typeface="Cambria"/>
            </a:endParaRPr>
          </a:p>
        </p:txBody>
      </p:sp>
      <p:pic>
        <p:nvPicPr>
          <p:cNvPr id="69" name="object 41">
            <a:extLst>
              <a:ext uri="{FF2B5EF4-FFF2-40B4-BE49-F238E27FC236}">
                <a16:creationId xmlns:a16="http://schemas.microsoft.com/office/drawing/2014/main" id="{8180EB6E-8532-C974-3A6A-253712F48ED5}"/>
              </a:ext>
            </a:extLst>
          </p:cNvPr>
          <p:cNvPicPr/>
          <p:nvPr/>
        </p:nvPicPr>
        <p:blipFill>
          <a:blip r:embed="rId2" cstate="print"/>
          <a:stretch>
            <a:fillRect/>
          </a:stretch>
        </p:blipFill>
        <p:spPr>
          <a:xfrm>
            <a:off x="3769756" y="2896819"/>
            <a:ext cx="179997" cy="108000"/>
          </a:xfrm>
          <a:prstGeom prst="rect">
            <a:avLst/>
          </a:prstGeom>
        </p:spPr>
      </p:pic>
      <p:sp>
        <p:nvSpPr>
          <p:cNvPr id="71" name="object 34">
            <a:extLst>
              <a:ext uri="{FF2B5EF4-FFF2-40B4-BE49-F238E27FC236}">
                <a16:creationId xmlns:a16="http://schemas.microsoft.com/office/drawing/2014/main" id="{69E330BD-2F19-C829-4439-83BECA24844F}"/>
              </a:ext>
            </a:extLst>
          </p:cNvPr>
          <p:cNvSpPr txBox="1"/>
          <p:nvPr/>
        </p:nvSpPr>
        <p:spPr>
          <a:xfrm>
            <a:off x="1188720" y="2426817"/>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barrister's argument was so _____ that even the opposing counsel privately conceded its logic.</a:t>
            </a:r>
            <a:endParaRPr sz="1200" dirty="0">
              <a:latin typeface="Book Antiqua" panose="02040602050305030304" pitchFamily="18" charset="0"/>
              <a:cs typeface="Cambria"/>
            </a:endParaRPr>
          </a:p>
        </p:txBody>
      </p:sp>
      <p:sp>
        <p:nvSpPr>
          <p:cNvPr id="72" name="object 34">
            <a:extLst>
              <a:ext uri="{FF2B5EF4-FFF2-40B4-BE49-F238E27FC236}">
                <a16:creationId xmlns:a16="http://schemas.microsoft.com/office/drawing/2014/main" id="{4DE428B8-164D-68E8-2A91-E075322A4BC4}"/>
              </a:ext>
            </a:extLst>
          </p:cNvPr>
          <p:cNvSpPr txBox="1"/>
          <p:nvPr/>
        </p:nvSpPr>
        <p:spPr>
          <a:xfrm>
            <a:off x="4145406"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cogent</a:t>
            </a:r>
            <a:endParaRPr sz="1200" dirty="0">
              <a:latin typeface="Book Antiqua" panose="02040602050305030304" pitchFamily="18" charset="0"/>
              <a:cs typeface="Cambria"/>
            </a:endParaRPr>
          </a:p>
        </p:txBody>
      </p:sp>
      <p:sp>
        <p:nvSpPr>
          <p:cNvPr id="73" name="object 34">
            <a:extLst>
              <a:ext uri="{FF2B5EF4-FFF2-40B4-BE49-F238E27FC236}">
                <a16:creationId xmlns:a16="http://schemas.microsoft.com/office/drawing/2014/main" id="{11AFA1B6-0FD6-D724-B862-FE3E73763597}"/>
              </a:ext>
            </a:extLst>
          </p:cNvPr>
          <p:cNvSpPr txBox="1"/>
          <p:nvPr/>
        </p:nvSpPr>
        <p:spPr>
          <a:xfrm>
            <a:off x="1188720" y="3180283"/>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Written in 1949, the novel now seems remarkably _____, predicting mass surveillance decades before the internet.</a:t>
            </a:r>
            <a:endParaRPr sz="1200" dirty="0">
              <a:latin typeface="Book Antiqua" panose="02040602050305030304" pitchFamily="18" charset="0"/>
              <a:cs typeface="Cambria"/>
            </a:endParaRPr>
          </a:p>
        </p:txBody>
      </p:sp>
      <p:sp>
        <p:nvSpPr>
          <p:cNvPr id="74" name="object 34">
            <a:extLst>
              <a:ext uri="{FF2B5EF4-FFF2-40B4-BE49-F238E27FC236}">
                <a16:creationId xmlns:a16="http://schemas.microsoft.com/office/drawing/2014/main" id="{DC10C439-8EE8-C146-AD1D-9D4F12C2A175}"/>
              </a:ext>
            </a:extLst>
          </p:cNvPr>
          <p:cNvSpPr txBox="1"/>
          <p:nvPr/>
        </p:nvSpPr>
        <p:spPr>
          <a:xfrm>
            <a:off x="1188720" y="3933748"/>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Resistance fighters held _____ meetings in cellars and attics, hidden from the occupying army.</a:t>
            </a:r>
            <a:endParaRPr sz="1200" dirty="0">
              <a:latin typeface="Book Antiqua" panose="02040602050305030304" pitchFamily="18" charset="0"/>
              <a:cs typeface="Cambria"/>
            </a:endParaRPr>
          </a:p>
        </p:txBody>
      </p:sp>
      <p:sp>
        <p:nvSpPr>
          <p:cNvPr id="75" name="TextBox 74">
            <a:extLst>
              <a:ext uri="{FF2B5EF4-FFF2-40B4-BE49-F238E27FC236}">
                <a16:creationId xmlns:a16="http://schemas.microsoft.com/office/drawing/2014/main" id="{4695E633-0092-FE22-B40E-B1055402496A}"/>
              </a:ext>
            </a:extLst>
          </p:cNvPr>
          <p:cNvSpPr txBox="1"/>
          <p:nvPr/>
        </p:nvSpPr>
        <p:spPr>
          <a:xfrm>
            <a:off x="701195" y="2495397"/>
            <a:ext cx="347022"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76" name="TextBox 75">
            <a:extLst>
              <a:ext uri="{FF2B5EF4-FFF2-40B4-BE49-F238E27FC236}">
                <a16:creationId xmlns:a16="http://schemas.microsoft.com/office/drawing/2014/main" id="{4433482D-2F65-8E47-6416-94D4C84AB442}"/>
              </a:ext>
            </a:extLst>
          </p:cNvPr>
          <p:cNvSpPr txBox="1"/>
          <p:nvPr/>
        </p:nvSpPr>
        <p:spPr>
          <a:xfrm>
            <a:off x="713824" y="3248863"/>
            <a:ext cx="347022"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77" name="TextBox 76">
            <a:extLst>
              <a:ext uri="{FF2B5EF4-FFF2-40B4-BE49-F238E27FC236}">
                <a16:creationId xmlns:a16="http://schemas.microsoft.com/office/drawing/2014/main" id="{252C2C41-BD3D-36D4-B23E-891BF011556E}"/>
              </a:ext>
            </a:extLst>
          </p:cNvPr>
          <p:cNvSpPr txBox="1"/>
          <p:nvPr/>
        </p:nvSpPr>
        <p:spPr>
          <a:xfrm>
            <a:off x="717803" y="4002328"/>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F6E15E66-2EBE-45A4-CF4C-6493A7319409}"/>
              </a:ext>
            </a:extLst>
          </p:cNvPr>
          <p:cNvSpPr txBox="1"/>
          <p:nvPr/>
        </p:nvSpPr>
        <p:spPr>
          <a:xfrm>
            <a:off x="704399" y="4755794"/>
            <a:ext cx="347022"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pic>
        <p:nvPicPr>
          <p:cNvPr id="82" name="object 41">
            <a:extLst>
              <a:ext uri="{FF2B5EF4-FFF2-40B4-BE49-F238E27FC236}">
                <a16:creationId xmlns:a16="http://schemas.microsoft.com/office/drawing/2014/main" id="{E600552C-B7F3-2EB1-796E-8358B770E4BA}"/>
              </a:ext>
            </a:extLst>
          </p:cNvPr>
          <p:cNvPicPr/>
          <p:nvPr/>
        </p:nvPicPr>
        <p:blipFill>
          <a:blip r:embed="rId2" cstate="print"/>
          <a:stretch>
            <a:fillRect/>
          </a:stretch>
        </p:blipFill>
        <p:spPr>
          <a:xfrm>
            <a:off x="5057483" y="2896819"/>
            <a:ext cx="179997" cy="108000"/>
          </a:xfrm>
          <a:prstGeom prst="rect">
            <a:avLst/>
          </a:prstGeom>
        </p:spPr>
      </p:pic>
      <p:sp>
        <p:nvSpPr>
          <p:cNvPr id="83" name="object 34">
            <a:extLst>
              <a:ext uri="{FF2B5EF4-FFF2-40B4-BE49-F238E27FC236}">
                <a16:creationId xmlns:a16="http://schemas.microsoft.com/office/drawing/2014/main" id="{83A213F4-D4AE-6F97-FE58-B2882CEBFB8F}"/>
              </a:ext>
            </a:extLst>
          </p:cNvPr>
          <p:cNvSpPr txBox="1"/>
          <p:nvPr/>
        </p:nvSpPr>
        <p:spPr>
          <a:xfrm>
            <a:off x="543313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verbose</a:t>
            </a:r>
            <a:endParaRPr sz="1200" dirty="0">
              <a:latin typeface="Book Antiqua" panose="02040602050305030304" pitchFamily="18" charset="0"/>
              <a:cs typeface="Cambria"/>
            </a:endParaRPr>
          </a:p>
        </p:txBody>
      </p:sp>
      <p:pic>
        <p:nvPicPr>
          <p:cNvPr id="84" name="object 41">
            <a:extLst>
              <a:ext uri="{FF2B5EF4-FFF2-40B4-BE49-F238E27FC236}">
                <a16:creationId xmlns:a16="http://schemas.microsoft.com/office/drawing/2014/main" id="{21B49111-8131-C915-E056-6627A0C88077}"/>
              </a:ext>
            </a:extLst>
          </p:cNvPr>
          <p:cNvPicPr/>
          <p:nvPr/>
        </p:nvPicPr>
        <p:blipFill>
          <a:blip r:embed="rId2" cstate="print"/>
          <a:stretch>
            <a:fillRect/>
          </a:stretch>
        </p:blipFill>
        <p:spPr>
          <a:xfrm>
            <a:off x="1232513" y="3650284"/>
            <a:ext cx="179997" cy="108000"/>
          </a:xfrm>
          <a:prstGeom prst="rect">
            <a:avLst/>
          </a:prstGeom>
        </p:spPr>
      </p:pic>
      <p:pic>
        <p:nvPicPr>
          <p:cNvPr id="85" name="object 41">
            <a:extLst>
              <a:ext uri="{FF2B5EF4-FFF2-40B4-BE49-F238E27FC236}">
                <a16:creationId xmlns:a16="http://schemas.microsoft.com/office/drawing/2014/main" id="{B2E6FE86-B2CF-897F-D27E-5F10A001943F}"/>
              </a:ext>
            </a:extLst>
          </p:cNvPr>
          <p:cNvPicPr/>
          <p:nvPr/>
        </p:nvPicPr>
        <p:blipFill>
          <a:blip r:embed="rId2" cstate="print"/>
          <a:stretch>
            <a:fillRect/>
          </a:stretch>
        </p:blipFill>
        <p:spPr>
          <a:xfrm>
            <a:off x="2387021" y="3650284"/>
            <a:ext cx="179997" cy="108000"/>
          </a:xfrm>
          <a:prstGeom prst="rect">
            <a:avLst/>
          </a:prstGeom>
        </p:spPr>
      </p:pic>
      <p:sp>
        <p:nvSpPr>
          <p:cNvPr id="86" name="object 34">
            <a:extLst>
              <a:ext uri="{FF2B5EF4-FFF2-40B4-BE49-F238E27FC236}">
                <a16:creationId xmlns:a16="http://schemas.microsoft.com/office/drawing/2014/main" id="{D9A925B7-8773-1F54-FE0C-DCDF73FF1F42}"/>
              </a:ext>
            </a:extLst>
          </p:cNvPr>
          <p:cNvSpPr txBox="1"/>
          <p:nvPr/>
        </p:nvSpPr>
        <p:spPr>
          <a:xfrm>
            <a:off x="1526189"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prescient</a:t>
            </a:r>
            <a:endParaRPr sz="1200" dirty="0">
              <a:latin typeface="Book Antiqua" panose="02040602050305030304" pitchFamily="18" charset="0"/>
              <a:cs typeface="Cambria"/>
            </a:endParaRPr>
          </a:p>
        </p:txBody>
      </p:sp>
      <p:sp>
        <p:nvSpPr>
          <p:cNvPr id="87" name="object 34">
            <a:extLst>
              <a:ext uri="{FF2B5EF4-FFF2-40B4-BE49-F238E27FC236}">
                <a16:creationId xmlns:a16="http://schemas.microsoft.com/office/drawing/2014/main" id="{3A77160F-36EC-0E0A-92E6-6698BF1EF29B}"/>
              </a:ext>
            </a:extLst>
          </p:cNvPr>
          <p:cNvSpPr txBox="1"/>
          <p:nvPr/>
        </p:nvSpPr>
        <p:spPr>
          <a:xfrm>
            <a:off x="272316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nostalgic</a:t>
            </a:r>
            <a:endParaRPr sz="1200" dirty="0">
              <a:latin typeface="Book Antiqua" panose="02040602050305030304" pitchFamily="18" charset="0"/>
              <a:cs typeface="Cambria"/>
            </a:endParaRPr>
          </a:p>
        </p:txBody>
      </p:sp>
      <p:pic>
        <p:nvPicPr>
          <p:cNvPr id="88" name="object 41">
            <a:extLst>
              <a:ext uri="{FF2B5EF4-FFF2-40B4-BE49-F238E27FC236}">
                <a16:creationId xmlns:a16="http://schemas.microsoft.com/office/drawing/2014/main" id="{44EED0E4-1A43-0733-A033-D920545B1A16}"/>
              </a:ext>
            </a:extLst>
          </p:cNvPr>
          <p:cNvPicPr/>
          <p:nvPr/>
        </p:nvPicPr>
        <p:blipFill>
          <a:blip r:embed="rId2" cstate="print"/>
          <a:stretch>
            <a:fillRect/>
          </a:stretch>
        </p:blipFill>
        <p:spPr>
          <a:xfrm>
            <a:off x="3769756" y="3650284"/>
            <a:ext cx="179997" cy="108000"/>
          </a:xfrm>
          <a:prstGeom prst="rect">
            <a:avLst/>
          </a:prstGeom>
        </p:spPr>
      </p:pic>
      <p:sp>
        <p:nvSpPr>
          <p:cNvPr id="89" name="object 34">
            <a:extLst>
              <a:ext uri="{FF2B5EF4-FFF2-40B4-BE49-F238E27FC236}">
                <a16:creationId xmlns:a16="http://schemas.microsoft.com/office/drawing/2014/main" id="{72B6E746-194C-32B0-E2E6-FD2338509ECE}"/>
              </a:ext>
            </a:extLst>
          </p:cNvPr>
          <p:cNvSpPr txBox="1"/>
          <p:nvPr/>
        </p:nvSpPr>
        <p:spPr>
          <a:xfrm>
            <a:off x="4145406"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derivative</a:t>
            </a:r>
            <a:endParaRPr sz="1200" dirty="0">
              <a:latin typeface="Book Antiqua" panose="02040602050305030304" pitchFamily="18" charset="0"/>
              <a:cs typeface="Cambria"/>
            </a:endParaRPr>
          </a:p>
        </p:txBody>
      </p:sp>
      <p:pic>
        <p:nvPicPr>
          <p:cNvPr id="90" name="object 41">
            <a:extLst>
              <a:ext uri="{FF2B5EF4-FFF2-40B4-BE49-F238E27FC236}">
                <a16:creationId xmlns:a16="http://schemas.microsoft.com/office/drawing/2014/main" id="{6D4D3004-0EC2-E4F9-4CE5-9FF886CA5514}"/>
              </a:ext>
            </a:extLst>
          </p:cNvPr>
          <p:cNvPicPr/>
          <p:nvPr/>
        </p:nvPicPr>
        <p:blipFill>
          <a:blip r:embed="rId2" cstate="print"/>
          <a:stretch>
            <a:fillRect/>
          </a:stretch>
        </p:blipFill>
        <p:spPr>
          <a:xfrm>
            <a:off x="5057483" y="3650284"/>
            <a:ext cx="179997" cy="108000"/>
          </a:xfrm>
          <a:prstGeom prst="rect">
            <a:avLst/>
          </a:prstGeom>
        </p:spPr>
      </p:pic>
      <p:sp>
        <p:nvSpPr>
          <p:cNvPr id="91" name="object 34">
            <a:extLst>
              <a:ext uri="{FF2B5EF4-FFF2-40B4-BE49-F238E27FC236}">
                <a16:creationId xmlns:a16="http://schemas.microsoft.com/office/drawing/2014/main" id="{1CF608BB-3D9C-2B38-6013-0D97545F7860}"/>
              </a:ext>
            </a:extLst>
          </p:cNvPr>
          <p:cNvSpPr txBox="1"/>
          <p:nvPr/>
        </p:nvSpPr>
        <p:spPr>
          <a:xfrm>
            <a:off x="543313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archaic</a:t>
            </a:r>
            <a:endParaRPr sz="1200" dirty="0">
              <a:latin typeface="Book Antiqua" panose="02040602050305030304" pitchFamily="18" charset="0"/>
              <a:cs typeface="Cambria"/>
            </a:endParaRPr>
          </a:p>
        </p:txBody>
      </p:sp>
      <p:pic>
        <p:nvPicPr>
          <p:cNvPr id="92" name="object 41">
            <a:extLst>
              <a:ext uri="{FF2B5EF4-FFF2-40B4-BE49-F238E27FC236}">
                <a16:creationId xmlns:a16="http://schemas.microsoft.com/office/drawing/2014/main" id="{E6F13A12-2DD3-6315-12F5-F78C10AB060B}"/>
              </a:ext>
            </a:extLst>
          </p:cNvPr>
          <p:cNvPicPr/>
          <p:nvPr/>
        </p:nvPicPr>
        <p:blipFill>
          <a:blip r:embed="rId2" cstate="print"/>
          <a:stretch>
            <a:fillRect/>
          </a:stretch>
        </p:blipFill>
        <p:spPr>
          <a:xfrm>
            <a:off x="1230624" y="4403750"/>
            <a:ext cx="179997" cy="108000"/>
          </a:xfrm>
          <a:prstGeom prst="rect">
            <a:avLst/>
          </a:prstGeom>
        </p:spPr>
      </p:pic>
      <p:pic>
        <p:nvPicPr>
          <p:cNvPr id="93" name="object 41">
            <a:extLst>
              <a:ext uri="{FF2B5EF4-FFF2-40B4-BE49-F238E27FC236}">
                <a16:creationId xmlns:a16="http://schemas.microsoft.com/office/drawing/2014/main" id="{D18EDD61-7731-7B8F-A1CA-326B749EFA6B}"/>
              </a:ext>
            </a:extLst>
          </p:cNvPr>
          <p:cNvPicPr/>
          <p:nvPr/>
        </p:nvPicPr>
        <p:blipFill>
          <a:blip r:embed="rId2" cstate="print"/>
          <a:stretch>
            <a:fillRect/>
          </a:stretch>
        </p:blipFill>
        <p:spPr>
          <a:xfrm>
            <a:off x="2385132" y="4403750"/>
            <a:ext cx="179997" cy="108000"/>
          </a:xfrm>
          <a:prstGeom prst="rect">
            <a:avLst/>
          </a:prstGeom>
        </p:spPr>
      </p:pic>
      <p:sp>
        <p:nvSpPr>
          <p:cNvPr id="94" name="object 34">
            <a:extLst>
              <a:ext uri="{FF2B5EF4-FFF2-40B4-BE49-F238E27FC236}">
                <a16:creationId xmlns:a16="http://schemas.microsoft.com/office/drawing/2014/main" id="{25DAC87B-DD0F-B054-623E-79158DB816CC}"/>
              </a:ext>
            </a:extLst>
          </p:cNvPr>
          <p:cNvSpPr txBox="1"/>
          <p:nvPr/>
        </p:nvSpPr>
        <p:spPr>
          <a:xfrm>
            <a:off x="1524300"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impromptu</a:t>
            </a:r>
            <a:endParaRPr sz="1200" dirty="0">
              <a:latin typeface="Book Antiqua" panose="02040602050305030304" pitchFamily="18" charset="0"/>
              <a:cs typeface="Cambria"/>
            </a:endParaRPr>
          </a:p>
        </p:txBody>
      </p:sp>
      <p:sp>
        <p:nvSpPr>
          <p:cNvPr id="95" name="object 34">
            <a:extLst>
              <a:ext uri="{FF2B5EF4-FFF2-40B4-BE49-F238E27FC236}">
                <a16:creationId xmlns:a16="http://schemas.microsoft.com/office/drawing/2014/main" id="{F93BA702-6C2F-C7A4-1BDA-9F24CAF1111F}"/>
              </a:ext>
            </a:extLst>
          </p:cNvPr>
          <p:cNvSpPr txBox="1"/>
          <p:nvPr/>
        </p:nvSpPr>
        <p:spPr>
          <a:xfrm>
            <a:off x="272127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fractious</a:t>
            </a:r>
            <a:endParaRPr sz="1200" dirty="0">
              <a:latin typeface="Book Antiqua" panose="02040602050305030304" pitchFamily="18" charset="0"/>
              <a:cs typeface="Cambria"/>
            </a:endParaRPr>
          </a:p>
        </p:txBody>
      </p:sp>
      <p:pic>
        <p:nvPicPr>
          <p:cNvPr id="96" name="object 41">
            <a:extLst>
              <a:ext uri="{FF2B5EF4-FFF2-40B4-BE49-F238E27FC236}">
                <a16:creationId xmlns:a16="http://schemas.microsoft.com/office/drawing/2014/main" id="{812C7FD2-8727-DA2B-CE7B-14C28066F826}"/>
              </a:ext>
            </a:extLst>
          </p:cNvPr>
          <p:cNvPicPr/>
          <p:nvPr/>
        </p:nvPicPr>
        <p:blipFill>
          <a:blip r:embed="rId2" cstate="print"/>
          <a:stretch>
            <a:fillRect/>
          </a:stretch>
        </p:blipFill>
        <p:spPr>
          <a:xfrm>
            <a:off x="3767867" y="4403750"/>
            <a:ext cx="179997" cy="108000"/>
          </a:xfrm>
          <a:prstGeom prst="rect">
            <a:avLst/>
          </a:prstGeom>
        </p:spPr>
      </p:pic>
      <p:sp>
        <p:nvSpPr>
          <p:cNvPr id="97" name="object 34">
            <a:extLst>
              <a:ext uri="{FF2B5EF4-FFF2-40B4-BE49-F238E27FC236}">
                <a16:creationId xmlns:a16="http://schemas.microsoft.com/office/drawing/2014/main" id="{F69C82F9-46BE-03EC-18DE-0A385390AA98}"/>
              </a:ext>
            </a:extLst>
          </p:cNvPr>
          <p:cNvSpPr txBox="1"/>
          <p:nvPr/>
        </p:nvSpPr>
        <p:spPr>
          <a:xfrm>
            <a:off x="4143517"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sporadic</a:t>
            </a:r>
            <a:endParaRPr sz="1200" dirty="0">
              <a:latin typeface="Book Antiqua" panose="02040602050305030304" pitchFamily="18" charset="0"/>
              <a:cs typeface="Cambria"/>
            </a:endParaRPr>
          </a:p>
        </p:txBody>
      </p:sp>
      <p:pic>
        <p:nvPicPr>
          <p:cNvPr id="98" name="object 41">
            <a:extLst>
              <a:ext uri="{FF2B5EF4-FFF2-40B4-BE49-F238E27FC236}">
                <a16:creationId xmlns:a16="http://schemas.microsoft.com/office/drawing/2014/main" id="{94965456-C55B-2DD6-7B88-70B2EE92E1D0}"/>
              </a:ext>
            </a:extLst>
          </p:cNvPr>
          <p:cNvPicPr/>
          <p:nvPr/>
        </p:nvPicPr>
        <p:blipFill>
          <a:blip r:embed="rId2" cstate="print"/>
          <a:stretch>
            <a:fillRect/>
          </a:stretch>
        </p:blipFill>
        <p:spPr>
          <a:xfrm>
            <a:off x="5055594" y="4403750"/>
            <a:ext cx="179997" cy="108000"/>
          </a:xfrm>
          <a:prstGeom prst="rect">
            <a:avLst/>
          </a:prstGeom>
        </p:spPr>
      </p:pic>
      <p:sp>
        <p:nvSpPr>
          <p:cNvPr id="99" name="object 34">
            <a:extLst>
              <a:ext uri="{FF2B5EF4-FFF2-40B4-BE49-F238E27FC236}">
                <a16:creationId xmlns:a16="http://schemas.microsoft.com/office/drawing/2014/main" id="{9B1ED712-C537-2A4B-BBC9-8E8E3FD8BA50}"/>
              </a:ext>
            </a:extLst>
          </p:cNvPr>
          <p:cNvSpPr txBox="1"/>
          <p:nvPr/>
        </p:nvSpPr>
        <p:spPr>
          <a:xfrm>
            <a:off x="543124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clandestine</a:t>
            </a:r>
            <a:endParaRPr sz="1200" dirty="0">
              <a:latin typeface="Book Antiqua" panose="02040602050305030304" pitchFamily="18" charset="0"/>
              <a:cs typeface="Cambria"/>
            </a:endParaRPr>
          </a:p>
        </p:txBody>
      </p:sp>
      <p:pic>
        <p:nvPicPr>
          <p:cNvPr id="100" name="object 41">
            <a:extLst>
              <a:ext uri="{FF2B5EF4-FFF2-40B4-BE49-F238E27FC236}">
                <a16:creationId xmlns:a16="http://schemas.microsoft.com/office/drawing/2014/main" id="{3745307E-DA83-4F17-C788-B829FBD37C15}"/>
              </a:ext>
            </a:extLst>
          </p:cNvPr>
          <p:cNvPicPr/>
          <p:nvPr/>
        </p:nvPicPr>
        <p:blipFill>
          <a:blip r:embed="rId2" cstate="print"/>
          <a:stretch>
            <a:fillRect/>
          </a:stretch>
        </p:blipFill>
        <p:spPr>
          <a:xfrm>
            <a:off x="1227519" y="5157215"/>
            <a:ext cx="179997" cy="108000"/>
          </a:xfrm>
          <a:prstGeom prst="rect">
            <a:avLst/>
          </a:prstGeom>
        </p:spPr>
      </p:pic>
      <p:pic>
        <p:nvPicPr>
          <p:cNvPr id="101" name="object 41">
            <a:extLst>
              <a:ext uri="{FF2B5EF4-FFF2-40B4-BE49-F238E27FC236}">
                <a16:creationId xmlns:a16="http://schemas.microsoft.com/office/drawing/2014/main" id="{F9E4822E-92F9-F52F-11BE-F4AFDF7D085D}"/>
              </a:ext>
            </a:extLst>
          </p:cNvPr>
          <p:cNvPicPr/>
          <p:nvPr/>
        </p:nvPicPr>
        <p:blipFill>
          <a:blip r:embed="rId2" cstate="print"/>
          <a:stretch>
            <a:fillRect/>
          </a:stretch>
        </p:blipFill>
        <p:spPr>
          <a:xfrm>
            <a:off x="2382027" y="5157215"/>
            <a:ext cx="179997" cy="108000"/>
          </a:xfrm>
          <a:prstGeom prst="rect">
            <a:avLst/>
          </a:prstGeom>
        </p:spPr>
      </p:pic>
      <p:sp>
        <p:nvSpPr>
          <p:cNvPr id="102" name="object 34">
            <a:extLst>
              <a:ext uri="{FF2B5EF4-FFF2-40B4-BE49-F238E27FC236}">
                <a16:creationId xmlns:a16="http://schemas.microsoft.com/office/drawing/2014/main" id="{B1B882F4-0E1A-2462-188A-29E91731EC9F}"/>
              </a:ext>
            </a:extLst>
          </p:cNvPr>
          <p:cNvSpPr txBox="1"/>
          <p:nvPr/>
        </p:nvSpPr>
        <p:spPr>
          <a:xfrm>
            <a:off x="1521195"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irrefutable</a:t>
            </a:r>
            <a:endParaRPr sz="1200" dirty="0">
              <a:latin typeface="Book Antiqua" panose="02040602050305030304" pitchFamily="18" charset="0"/>
              <a:cs typeface="Cambria"/>
            </a:endParaRPr>
          </a:p>
        </p:txBody>
      </p:sp>
      <p:sp>
        <p:nvSpPr>
          <p:cNvPr id="103" name="object 34">
            <a:extLst>
              <a:ext uri="{FF2B5EF4-FFF2-40B4-BE49-F238E27FC236}">
                <a16:creationId xmlns:a16="http://schemas.microsoft.com/office/drawing/2014/main" id="{02097547-B8EA-01E0-5B8C-AB60C5AF51A1}"/>
              </a:ext>
            </a:extLst>
          </p:cNvPr>
          <p:cNvSpPr txBox="1"/>
          <p:nvPr/>
        </p:nvSpPr>
        <p:spPr>
          <a:xfrm>
            <a:off x="271816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tenuous</a:t>
            </a:r>
            <a:endParaRPr sz="1200" dirty="0">
              <a:latin typeface="Book Antiqua" panose="02040602050305030304" pitchFamily="18" charset="0"/>
              <a:cs typeface="Cambria"/>
            </a:endParaRPr>
          </a:p>
        </p:txBody>
      </p:sp>
      <p:pic>
        <p:nvPicPr>
          <p:cNvPr id="104" name="object 41">
            <a:extLst>
              <a:ext uri="{FF2B5EF4-FFF2-40B4-BE49-F238E27FC236}">
                <a16:creationId xmlns:a16="http://schemas.microsoft.com/office/drawing/2014/main" id="{1DF12ABA-9F98-F672-39AD-B713F66C83C9}"/>
              </a:ext>
            </a:extLst>
          </p:cNvPr>
          <p:cNvPicPr/>
          <p:nvPr/>
        </p:nvPicPr>
        <p:blipFill>
          <a:blip r:embed="rId2" cstate="print"/>
          <a:stretch>
            <a:fillRect/>
          </a:stretch>
        </p:blipFill>
        <p:spPr>
          <a:xfrm>
            <a:off x="3764762" y="5157215"/>
            <a:ext cx="179997" cy="108000"/>
          </a:xfrm>
          <a:prstGeom prst="rect">
            <a:avLst/>
          </a:prstGeom>
        </p:spPr>
      </p:pic>
      <p:sp>
        <p:nvSpPr>
          <p:cNvPr id="105" name="object 34">
            <a:extLst>
              <a:ext uri="{FF2B5EF4-FFF2-40B4-BE49-F238E27FC236}">
                <a16:creationId xmlns:a16="http://schemas.microsoft.com/office/drawing/2014/main" id="{ABAFBB94-7580-8ECF-E762-74D227F372A0}"/>
              </a:ext>
            </a:extLst>
          </p:cNvPr>
          <p:cNvSpPr txBox="1"/>
          <p:nvPr/>
        </p:nvSpPr>
        <p:spPr>
          <a:xfrm>
            <a:off x="4140412"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intrinsic</a:t>
            </a:r>
            <a:endParaRPr sz="1200" dirty="0">
              <a:latin typeface="Book Antiqua" panose="02040602050305030304" pitchFamily="18" charset="0"/>
              <a:cs typeface="Cambria"/>
            </a:endParaRPr>
          </a:p>
        </p:txBody>
      </p:sp>
      <p:pic>
        <p:nvPicPr>
          <p:cNvPr id="106" name="object 41">
            <a:extLst>
              <a:ext uri="{FF2B5EF4-FFF2-40B4-BE49-F238E27FC236}">
                <a16:creationId xmlns:a16="http://schemas.microsoft.com/office/drawing/2014/main" id="{BE3001E2-0B6E-8B73-D3BC-4B663A4420EB}"/>
              </a:ext>
            </a:extLst>
          </p:cNvPr>
          <p:cNvPicPr/>
          <p:nvPr/>
        </p:nvPicPr>
        <p:blipFill>
          <a:blip r:embed="rId2" cstate="print"/>
          <a:stretch>
            <a:fillRect/>
          </a:stretch>
        </p:blipFill>
        <p:spPr>
          <a:xfrm>
            <a:off x="5052489" y="5157215"/>
            <a:ext cx="179997" cy="108000"/>
          </a:xfrm>
          <a:prstGeom prst="rect">
            <a:avLst/>
          </a:prstGeom>
        </p:spPr>
      </p:pic>
      <p:sp>
        <p:nvSpPr>
          <p:cNvPr id="107" name="object 34">
            <a:extLst>
              <a:ext uri="{FF2B5EF4-FFF2-40B4-BE49-F238E27FC236}">
                <a16:creationId xmlns:a16="http://schemas.microsoft.com/office/drawing/2014/main" id="{49F68ADF-2308-E33D-E6D5-3093737F0208}"/>
              </a:ext>
            </a:extLst>
          </p:cNvPr>
          <p:cNvSpPr txBox="1"/>
          <p:nvPr/>
        </p:nvSpPr>
        <p:spPr>
          <a:xfrm>
            <a:off x="542813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compelling</a:t>
            </a:r>
            <a:endParaRPr sz="1200" dirty="0">
              <a:latin typeface="Book Antiqua" panose="02040602050305030304" pitchFamily="18" charset="0"/>
              <a:cs typeface="Cambria"/>
            </a:endParaRPr>
          </a:p>
        </p:txBody>
      </p:sp>
      <p:cxnSp>
        <p:nvCxnSpPr>
          <p:cNvPr id="117" name="Straight Connector 116">
            <a:extLst>
              <a:ext uri="{FF2B5EF4-FFF2-40B4-BE49-F238E27FC236}">
                <a16:creationId xmlns:a16="http://schemas.microsoft.com/office/drawing/2014/main" id="{EC70526D-3A37-83A5-E769-E12FDBEE288B}"/>
              </a:ext>
            </a:extLst>
          </p:cNvPr>
          <p:cNvCxnSpPr>
            <a:cxnSpLocks/>
          </p:cNvCxnSpPr>
          <p:nvPr/>
        </p:nvCxnSpPr>
        <p:spPr>
          <a:xfrm>
            <a:off x="624765" y="206105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8" name="Rectangle: Top Corners Snipped 117">
            <a:extLst>
              <a:ext uri="{FF2B5EF4-FFF2-40B4-BE49-F238E27FC236}">
                <a16:creationId xmlns:a16="http://schemas.microsoft.com/office/drawing/2014/main" id="{C41D52D5-A153-E3FF-E03C-263CECB9EA11}"/>
              </a:ext>
            </a:extLst>
          </p:cNvPr>
          <p:cNvSpPr/>
          <p:nvPr/>
        </p:nvSpPr>
        <p:spPr>
          <a:xfrm rot="5400000">
            <a:off x="708397" y="8814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9" name="Rectangle: Top Corners Snipped 118">
            <a:extLst>
              <a:ext uri="{FF2B5EF4-FFF2-40B4-BE49-F238E27FC236}">
                <a16:creationId xmlns:a16="http://schemas.microsoft.com/office/drawing/2014/main" id="{1438F5C2-61E1-7E13-6F7E-06B8F8F2F2E2}"/>
              </a:ext>
            </a:extLst>
          </p:cNvPr>
          <p:cNvSpPr/>
          <p:nvPr/>
        </p:nvSpPr>
        <p:spPr>
          <a:xfrm rot="5400000">
            <a:off x="709819" y="144840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TextBox 119">
            <a:extLst>
              <a:ext uri="{FF2B5EF4-FFF2-40B4-BE49-F238E27FC236}">
                <a16:creationId xmlns:a16="http://schemas.microsoft.com/office/drawing/2014/main" id="{591AE8D4-9481-9108-ED43-526D139BC9E4}"/>
              </a:ext>
            </a:extLst>
          </p:cNvPr>
          <p:cNvSpPr txBox="1"/>
          <p:nvPr/>
        </p:nvSpPr>
        <p:spPr>
          <a:xfrm>
            <a:off x="708670" y="977493"/>
            <a:ext cx="347022"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21" name="TextBox 120">
            <a:extLst>
              <a:ext uri="{FF2B5EF4-FFF2-40B4-BE49-F238E27FC236}">
                <a16:creationId xmlns:a16="http://schemas.microsoft.com/office/drawing/2014/main" id="{113C8CCC-267C-07B7-21A6-5FB3FBF78844}"/>
              </a:ext>
            </a:extLst>
          </p:cNvPr>
          <p:cNvSpPr txBox="1"/>
          <p:nvPr/>
        </p:nvSpPr>
        <p:spPr>
          <a:xfrm>
            <a:off x="713357" y="1544421"/>
            <a:ext cx="347022"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22" name="TextBox 121">
            <a:extLst>
              <a:ext uri="{FF2B5EF4-FFF2-40B4-BE49-F238E27FC236}">
                <a16:creationId xmlns:a16="http://schemas.microsoft.com/office/drawing/2014/main" id="{4E0C5526-6042-63F1-62ED-EACE7F0BFB9B}"/>
              </a:ext>
            </a:extLst>
          </p:cNvPr>
          <p:cNvSpPr txBox="1"/>
          <p:nvPr/>
        </p:nvSpPr>
        <p:spPr>
          <a:xfrm>
            <a:off x="737325" y="418270"/>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misplaced/dangling modifier, then rewrite the sentence correctly (½ mark for each step).</a:t>
            </a:r>
            <a:endParaRPr lang="en-AU" sz="1200" dirty="0"/>
          </a:p>
        </p:txBody>
      </p:sp>
      <p:sp>
        <p:nvSpPr>
          <p:cNvPr id="125" name="TextBox 124">
            <a:extLst>
              <a:ext uri="{FF2B5EF4-FFF2-40B4-BE49-F238E27FC236}">
                <a16:creationId xmlns:a16="http://schemas.microsoft.com/office/drawing/2014/main" id="{B182D537-6908-9E11-359F-83721C1D8C14}"/>
              </a:ext>
            </a:extLst>
          </p:cNvPr>
          <p:cNvSpPr txBox="1"/>
          <p:nvPr/>
        </p:nvSpPr>
        <p:spPr>
          <a:xfrm>
            <a:off x="1227519" y="908913"/>
            <a:ext cx="6035040" cy="461665"/>
          </a:xfrm>
          <a:prstGeom prst="rect">
            <a:avLst/>
          </a:prstGeom>
          <a:noFill/>
        </p:spPr>
        <p:txBody>
          <a:bodyPr wrap="square">
            <a:spAutoFit/>
          </a:bodyPr>
          <a:lstStyle/>
          <a:p>
            <a:r>
              <a:rPr lang="en-AU" sz="1200" dirty="0">
                <a:latin typeface="Book Antiqua" panose="02040602050305030304" pitchFamily="18" charset="0"/>
              </a:rPr>
              <a:t>Having finished the marathon, the medal felt heavier than she expected.</a:t>
            </a:r>
          </a:p>
        </p:txBody>
      </p:sp>
      <p:sp>
        <p:nvSpPr>
          <p:cNvPr id="127" name="TextBox 126">
            <a:extLst>
              <a:ext uri="{FF2B5EF4-FFF2-40B4-BE49-F238E27FC236}">
                <a16:creationId xmlns:a16="http://schemas.microsoft.com/office/drawing/2014/main" id="{A734760A-E25B-F4FA-DA62-5E112AA6B827}"/>
              </a:ext>
            </a:extLst>
          </p:cNvPr>
          <p:cNvSpPr txBox="1"/>
          <p:nvPr/>
        </p:nvSpPr>
        <p:spPr>
          <a:xfrm>
            <a:off x="1247189" y="1475841"/>
            <a:ext cx="6035040" cy="461665"/>
          </a:xfrm>
          <a:prstGeom prst="rect">
            <a:avLst/>
          </a:prstGeom>
          <a:noFill/>
        </p:spPr>
        <p:txBody>
          <a:bodyPr wrap="square">
            <a:spAutoFit/>
          </a:bodyPr>
          <a:lstStyle/>
          <a:p>
            <a:r>
              <a:rPr lang="en-AU" sz="1200" dirty="0">
                <a:latin typeface="Book Antiqua" panose="02040602050305030304" pitchFamily="18" charset="0"/>
              </a:rPr>
              <a:t>The biographer showed the letters to journalists written by the dying poet.</a:t>
            </a:r>
          </a:p>
        </p:txBody>
      </p:sp>
      <p:sp>
        <p:nvSpPr>
          <p:cNvPr id="128" name="object 34"/>
          <p:cNvSpPr txBox="1"/>
          <p:nvPr/>
        </p:nvSpPr>
        <p:spPr>
          <a:xfrm>
            <a:off x="740664" y="1183233"/>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29" name="object 34"/>
          <p:cNvSpPr txBox="1"/>
          <p:nvPr/>
        </p:nvSpPr>
        <p:spPr>
          <a:xfrm>
            <a:off x="740664" y="175016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Tree>
    <p:extLst>
      <p:ext uri="{BB962C8B-B14F-4D97-AF65-F5344CB8AC3E}">
        <p14:creationId xmlns:p14="http://schemas.microsoft.com/office/powerpoint/2010/main" val="3988249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7212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106436" y="809683"/>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24645" y="3987321"/>
            <a:ext cx="461665" cy="1665741"/>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494F959D-4C58-5C0E-E6FA-D4AA31F391D9}"/>
              </a:ext>
            </a:extLst>
          </p:cNvPr>
          <p:cNvSpPr txBox="1"/>
          <p:nvPr/>
        </p:nvSpPr>
        <p:spPr>
          <a:xfrm>
            <a:off x="1280160" y="2626156"/>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final descent into the gorge was exhilerating, though several riders later admitted they had been terrified.</a:t>
            </a:r>
          </a:p>
        </p:txBody>
      </p:sp>
      <p:sp>
        <p:nvSpPr>
          <p:cNvPr id="7" name="object 34">
            <a:extLst>
              <a:ext uri="{FF2B5EF4-FFF2-40B4-BE49-F238E27FC236}">
                <a16:creationId xmlns:a16="http://schemas.microsoft.com/office/drawing/2014/main" id="{30D551C2-2D77-0684-0EC2-60A86742C08F}"/>
              </a:ext>
            </a:extLst>
          </p:cNvPr>
          <p:cNvSpPr txBox="1"/>
          <p:nvPr/>
        </p:nvSpPr>
        <p:spPr>
          <a:xfrm>
            <a:off x="766934" y="831246"/>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277CB703-D8C1-AE2A-08C0-59EDB1AFF68E}"/>
              </a:ext>
            </a:extLst>
          </p:cNvPr>
          <p:cNvSpPr/>
          <p:nvPr/>
        </p:nvSpPr>
        <p:spPr>
          <a:xfrm rot="5400000">
            <a:off x="709366" y="106070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DE5D29BB-1804-4C47-854C-7F0421ED3A06}"/>
              </a:ext>
            </a:extLst>
          </p:cNvPr>
          <p:cNvSpPr/>
          <p:nvPr/>
        </p:nvSpPr>
        <p:spPr>
          <a:xfrm rot="5400000">
            <a:off x="712656" y="15764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ED10DF79-3ECA-E581-206B-0F3BDAE13E91}"/>
              </a:ext>
            </a:extLst>
          </p:cNvPr>
          <p:cNvSpPr/>
          <p:nvPr/>
        </p:nvSpPr>
        <p:spPr>
          <a:xfrm rot="5400000">
            <a:off x="712268" y="20921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EB1FB6BB-98EB-05BD-ED9E-3C80F0ECF592}"/>
              </a:ext>
            </a:extLst>
          </p:cNvPr>
          <p:cNvSpPr/>
          <p:nvPr/>
        </p:nvSpPr>
        <p:spPr>
          <a:xfrm rot="5400000">
            <a:off x="715615" y="26078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30BD33FB-55C5-6A14-9961-E75F6CBACB3A}"/>
              </a:ext>
            </a:extLst>
          </p:cNvPr>
          <p:cNvSpPr txBox="1"/>
          <p:nvPr/>
        </p:nvSpPr>
        <p:spPr>
          <a:xfrm>
            <a:off x="1280160" y="3331159"/>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Scientists fear the glacier is approaching a threshhold beyond which its retreat cannot be reversed.</a:t>
            </a:r>
          </a:p>
        </p:txBody>
      </p:sp>
      <p:sp>
        <p:nvSpPr>
          <p:cNvPr id="57" name="object 34">
            <a:extLst>
              <a:ext uri="{FF2B5EF4-FFF2-40B4-BE49-F238E27FC236}">
                <a16:creationId xmlns:a16="http://schemas.microsoft.com/office/drawing/2014/main" id="{708EF9DC-B521-31C8-EDCD-1F397A91F096}"/>
              </a:ext>
            </a:extLst>
          </p:cNvPr>
          <p:cNvSpPr txBox="1"/>
          <p:nvPr/>
        </p:nvSpPr>
        <p:spPr>
          <a:xfrm>
            <a:off x="1280160" y="2110435"/>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new code of conduct forbids players from continuing to harrass officials after a decision.</a:t>
            </a:r>
          </a:p>
        </p:txBody>
      </p:sp>
      <p:sp>
        <p:nvSpPr>
          <p:cNvPr id="58" name="object 34">
            <a:extLst>
              <a:ext uri="{FF2B5EF4-FFF2-40B4-BE49-F238E27FC236}">
                <a16:creationId xmlns:a16="http://schemas.microsoft.com/office/drawing/2014/main" id="{9E77FFC4-1DDC-3557-DE46-E0BC014CA4D7}"/>
              </a:ext>
            </a:extLst>
          </p:cNvPr>
          <p:cNvSpPr txBox="1"/>
          <p:nvPr/>
        </p:nvSpPr>
        <p:spPr>
          <a:xfrm>
            <a:off x="1280160" y="1078992"/>
            <a:ext cx="3858768"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small hotel could not accomodate the entire film crew, so half of them slept in tents.</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99F82156-101C-80B8-E94A-CEF856F69E9A}"/>
              </a:ext>
            </a:extLst>
          </p:cNvPr>
          <p:cNvSpPr>
            <a:spLocks noChangeArrowheads="1"/>
          </p:cNvSpPr>
          <p:nvPr/>
        </p:nvSpPr>
        <p:spPr bwMode="auto">
          <a:xfrm>
            <a:off x="5176661" y="110642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F86191B4-E0A3-5EC1-FEEB-F8934E648BFF}"/>
              </a:ext>
            </a:extLst>
          </p:cNvPr>
          <p:cNvSpPr>
            <a:spLocks noChangeArrowheads="1"/>
          </p:cNvSpPr>
          <p:nvPr/>
        </p:nvSpPr>
        <p:spPr bwMode="auto">
          <a:xfrm>
            <a:off x="5176659" y="162214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FF811F19-0DC2-4C0C-672D-B1D081B15B43}"/>
              </a:ext>
            </a:extLst>
          </p:cNvPr>
          <p:cNvSpPr>
            <a:spLocks noChangeArrowheads="1"/>
          </p:cNvSpPr>
          <p:nvPr/>
        </p:nvSpPr>
        <p:spPr bwMode="auto">
          <a:xfrm>
            <a:off x="5176659" y="213786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4B2959A3-2DC1-D3FB-652B-8CE527415A91}"/>
              </a:ext>
            </a:extLst>
          </p:cNvPr>
          <p:cNvSpPr>
            <a:spLocks noChangeArrowheads="1"/>
          </p:cNvSpPr>
          <p:nvPr/>
        </p:nvSpPr>
        <p:spPr bwMode="auto">
          <a:xfrm>
            <a:off x="5181229" y="2653588"/>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021CD02A-2797-D12D-5320-2DA5681D2660}"/>
              </a:ext>
            </a:extLst>
          </p:cNvPr>
          <p:cNvSpPr txBox="1"/>
          <p:nvPr/>
        </p:nvSpPr>
        <p:spPr>
          <a:xfrm>
            <a:off x="706097" y="115671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009779FE-3F6A-8F0E-7886-67BD5E22AEC6}"/>
              </a:ext>
            </a:extLst>
          </p:cNvPr>
          <p:cNvSpPr txBox="1"/>
          <p:nvPr/>
        </p:nvSpPr>
        <p:spPr>
          <a:xfrm>
            <a:off x="723064" y="167243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AEC117D4-A0A4-DAE0-AB5C-0F0A3379EE49}"/>
              </a:ext>
            </a:extLst>
          </p:cNvPr>
          <p:cNvSpPr txBox="1"/>
          <p:nvPr/>
        </p:nvSpPr>
        <p:spPr>
          <a:xfrm>
            <a:off x="751538" y="2188159"/>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6FFA3C72-D48A-B897-4E23-3288D89CEEE8}"/>
              </a:ext>
            </a:extLst>
          </p:cNvPr>
          <p:cNvSpPr txBox="1"/>
          <p:nvPr/>
        </p:nvSpPr>
        <p:spPr>
          <a:xfrm>
            <a:off x="733431" y="2703880"/>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object 34">
            <a:extLst>
              <a:ext uri="{FF2B5EF4-FFF2-40B4-BE49-F238E27FC236}">
                <a16:creationId xmlns:a16="http://schemas.microsoft.com/office/drawing/2014/main" id="{99480DDF-6159-D1CD-FFB1-CC7B3A16BB19}"/>
              </a:ext>
            </a:extLst>
          </p:cNvPr>
          <p:cNvSpPr txBox="1"/>
          <p:nvPr/>
        </p:nvSpPr>
        <p:spPr>
          <a:xfrm>
            <a:off x="1280160" y="1594713"/>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Experienced guides are indispensible on the Overland Track in winter.</a:t>
            </a:r>
          </a:p>
        </p:txBody>
      </p:sp>
      <p:sp>
        <p:nvSpPr>
          <p:cNvPr id="68" name="docshape84">
            <a:extLst>
              <a:ext uri="{FF2B5EF4-FFF2-40B4-BE49-F238E27FC236}">
                <a16:creationId xmlns:a16="http://schemas.microsoft.com/office/drawing/2014/main" id="{9C120591-D946-58A5-182F-2DF8880A1859}"/>
              </a:ext>
            </a:extLst>
          </p:cNvPr>
          <p:cNvSpPr>
            <a:spLocks noChangeArrowheads="1"/>
          </p:cNvSpPr>
          <p:nvPr/>
        </p:nvSpPr>
        <p:spPr bwMode="auto">
          <a:xfrm>
            <a:off x="5181229" y="3358591"/>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Rectangle: Top Corners Snipped 3">
            <a:extLst>
              <a:ext uri="{FF2B5EF4-FFF2-40B4-BE49-F238E27FC236}">
                <a16:creationId xmlns:a16="http://schemas.microsoft.com/office/drawing/2014/main" id="{B094A134-2A78-06C7-6EE1-DFA684C0B9B6}"/>
              </a:ext>
            </a:extLst>
          </p:cNvPr>
          <p:cNvSpPr/>
          <p:nvPr/>
        </p:nvSpPr>
        <p:spPr>
          <a:xfrm rot="5400000">
            <a:off x="718330" y="331287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EAB07A80-F389-E0E4-1F97-67BA23E006A8}"/>
              </a:ext>
            </a:extLst>
          </p:cNvPr>
          <p:cNvSpPr txBox="1"/>
          <p:nvPr/>
        </p:nvSpPr>
        <p:spPr>
          <a:xfrm>
            <a:off x="736279" y="3408883"/>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cxnSp>
        <p:nvCxnSpPr>
          <p:cNvPr id="84" name="Straight Connector 83">
            <a:extLst>
              <a:ext uri="{FF2B5EF4-FFF2-40B4-BE49-F238E27FC236}">
                <a16:creationId xmlns:a16="http://schemas.microsoft.com/office/drawing/2014/main" id="{D88BDD90-3D2D-E5F2-003A-A276071C9690}"/>
              </a:ext>
            </a:extLst>
          </p:cNvPr>
          <p:cNvCxnSpPr>
            <a:cxnSpLocks/>
          </p:cNvCxnSpPr>
          <p:nvPr/>
        </p:nvCxnSpPr>
        <p:spPr>
          <a:xfrm>
            <a:off x="658962" y="3987321"/>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5" name="Rectangle: Top Corners Snipped 84">
            <a:extLst>
              <a:ext uri="{FF2B5EF4-FFF2-40B4-BE49-F238E27FC236}">
                <a16:creationId xmlns:a16="http://schemas.microsoft.com/office/drawing/2014/main" id="{A506F5B3-4F35-5ACC-0C7D-5CA332C05EC4}"/>
              </a:ext>
            </a:extLst>
          </p:cNvPr>
          <p:cNvSpPr/>
          <p:nvPr/>
        </p:nvSpPr>
        <p:spPr>
          <a:xfrm rot="5400000">
            <a:off x="714046" y="510326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Rectangle: Top Corners Snipped 85">
            <a:extLst>
              <a:ext uri="{FF2B5EF4-FFF2-40B4-BE49-F238E27FC236}">
                <a16:creationId xmlns:a16="http://schemas.microsoft.com/office/drawing/2014/main" id="{1532720E-81E1-0EA6-1D9D-16A39BCDC64D}"/>
              </a:ext>
            </a:extLst>
          </p:cNvPr>
          <p:cNvSpPr/>
          <p:nvPr/>
        </p:nvSpPr>
        <p:spPr>
          <a:xfrm rot="5400000">
            <a:off x="714110" y="571957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ectangle: Top Corners Snipped 86">
            <a:extLst>
              <a:ext uri="{FF2B5EF4-FFF2-40B4-BE49-F238E27FC236}">
                <a16:creationId xmlns:a16="http://schemas.microsoft.com/office/drawing/2014/main" id="{A7A14E5E-8F97-9F75-A9AC-BC29BAF4FDE8}"/>
              </a:ext>
            </a:extLst>
          </p:cNvPr>
          <p:cNvSpPr/>
          <p:nvPr/>
        </p:nvSpPr>
        <p:spPr>
          <a:xfrm rot="5400000">
            <a:off x="706462" y="714146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8" name="Rectangle: Top Corners Snipped 87">
            <a:extLst>
              <a:ext uri="{FF2B5EF4-FFF2-40B4-BE49-F238E27FC236}">
                <a16:creationId xmlns:a16="http://schemas.microsoft.com/office/drawing/2014/main" id="{9769E7CE-A71E-612B-46B0-22E8C74EDBD4}"/>
              </a:ext>
            </a:extLst>
          </p:cNvPr>
          <p:cNvSpPr/>
          <p:nvPr/>
        </p:nvSpPr>
        <p:spPr>
          <a:xfrm rot="5400000">
            <a:off x="706462" y="633587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TextBox 88">
            <a:extLst>
              <a:ext uri="{FF2B5EF4-FFF2-40B4-BE49-F238E27FC236}">
                <a16:creationId xmlns:a16="http://schemas.microsoft.com/office/drawing/2014/main" id="{31D1FF0E-5C12-5E8E-0F4A-2126F3BFC153}"/>
              </a:ext>
            </a:extLst>
          </p:cNvPr>
          <p:cNvSpPr txBox="1"/>
          <p:nvPr/>
        </p:nvSpPr>
        <p:spPr>
          <a:xfrm>
            <a:off x="714319" y="5199278"/>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90" name="TextBox 89">
            <a:extLst>
              <a:ext uri="{FF2B5EF4-FFF2-40B4-BE49-F238E27FC236}">
                <a16:creationId xmlns:a16="http://schemas.microsoft.com/office/drawing/2014/main" id="{649F3944-A160-9C47-C52E-A971E21C46ED}"/>
              </a:ext>
            </a:extLst>
          </p:cNvPr>
          <p:cNvSpPr txBox="1"/>
          <p:nvPr/>
        </p:nvSpPr>
        <p:spPr>
          <a:xfrm>
            <a:off x="717648" y="5815584"/>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91" name="TextBox 90">
            <a:extLst>
              <a:ext uri="{FF2B5EF4-FFF2-40B4-BE49-F238E27FC236}">
                <a16:creationId xmlns:a16="http://schemas.microsoft.com/office/drawing/2014/main" id="{4B1FB14B-61DA-C489-73F9-18361C10BD55}"/>
              </a:ext>
            </a:extLst>
          </p:cNvPr>
          <p:cNvSpPr txBox="1"/>
          <p:nvPr/>
        </p:nvSpPr>
        <p:spPr>
          <a:xfrm>
            <a:off x="715868" y="6431889"/>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92" name="TextBox 91">
            <a:extLst>
              <a:ext uri="{FF2B5EF4-FFF2-40B4-BE49-F238E27FC236}">
                <a16:creationId xmlns:a16="http://schemas.microsoft.com/office/drawing/2014/main" id="{5B70636A-50B1-EE32-0553-106B87D77C09}"/>
              </a:ext>
            </a:extLst>
          </p:cNvPr>
          <p:cNvSpPr txBox="1"/>
          <p:nvPr/>
        </p:nvSpPr>
        <p:spPr>
          <a:xfrm>
            <a:off x="686048" y="7237476"/>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93" name="Rectangle: Top Corners Snipped 92">
            <a:extLst>
              <a:ext uri="{FF2B5EF4-FFF2-40B4-BE49-F238E27FC236}">
                <a16:creationId xmlns:a16="http://schemas.microsoft.com/office/drawing/2014/main" id="{7EB667A3-852E-52BD-4CEA-ACD191A34EE0}"/>
              </a:ext>
            </a:extLst>
          </p:cNvPr>
          <p:cNvSpPr/>
          <p:nvPr/>
        </p:nvSpPr>
        <p:spPr>
          <a:xfrm rot="5400000">
            <a:off x="708509" y="8574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TextBox 93">
            <a:extLst>
              <a:ext uri="{FF2B5EF4-FFF2-40B4-BE49-F238E27FC236}">
                <a16:creationId xmlns:a16="http://schemas.microsoft.com/office/drawing/2014/main" id="{60714C3D-F21D-55DB-5048-1415A8B384A9}"/>
              </a:ext>
            </a:extLst>
          </p:cNvPr>
          <p:cNvSpPr txBox="1"/>
          <p:nvPr/>
        </p:nvSpPr>
        <p:spPr>
          <a:xfrm>
            <a:off x="701786" y="8659924"/>
            <a:ext cx="347022"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95" name="Rectangle: Top Corners Snipped 94">
            <a:extLst>
              <a:ext uri="{FF2B5EF4-FFF2-40B4-BE49-F238E27FC236}">
                <a16:creationId xmlns:a16="http://schemas.microsoft.com/office/drawing/2014/main" id="{84FB7EAB-036B-E062-74E1-E59E0A4DD223}"/>
              </a:ext>
            </a:extLst>
          </p:cNvPr>
          <p:cNvSpPr/>
          <p:nvPr/>
        </p:nvSpPr>
        <p:spPr>
          <a:xfrm rot="5400000">
            <a:off x="714047" y="429768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TextBox 95">
            <a:extLst>
              <a:ext uri="{FF2B5EF4-FFF2-40B4-BE49-F238E27FC236}">
                <a16:creationId xmlns:a16="http://schemas.microsoft.com/office/drawing/2014/main" id="{FB54E993-4F74-38CE-60B4-AC153E08CC2F}"/>
              </a:ext>
            </a:extLst>
          </p:cNvPr>
          <p:cNvSpPr txBox="1"/>
          <p:nvPr/>
        </p:nvSpPr>
        <p:spPr>
          <a:xfrm>
            <a:off x="712987" y="4393692"/>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97" name="Rectangle: Top Corners Snipped 96">
            <a:extLst>
              <a:ext uri="{FF2B5EF4-FFF2-40B4-BE49-F238E27FC236}">
                <a16:creationId xmlns:a16="http://schemas.microsoft.com/office/drawing/2014/main" id="{E9DCDF27-FD58-58BD-99B5-20922321A519}"/>
              </a:ext>
            </a:extLst>
          </p:cNvPr>
          <p:cNvSpPr/>
          <p:nvPr/>
        </p:nvSpPr>
        <p:spPr>
          <a:xfrm rot="5400000">
            <a:off x="713936" y="954966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Rectangle: Top Corners Snipped 97">
            <a:extLst>
              <a:ext uri="{FF2B5EF4-FFF2-40B4-BE49-F238E27FC236}">
                <a16:creationId xmlns:a16="http://schemas.microsoft.com/office/drawing/2014/main" id="{0876769B-EF59-DB9A-C5D3-D4987A05826C}"/>
              </a:ext>
            </a:extLst>
          </p:cNvPr>
          <p:cNvSpPr/>
          <p:nvPr/>
        </p:nvSpPr>
        <p:spPr>
          <a:xfrm rot="5400000">
            <a:off x="712387" y="90501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9" name="TextBox 98">
            <a:extLst>
              <a:ext uri="{FF2B5EF4-FFF2-40B4-BE49-F238E27FC236}">
                <a16:creationId xmlns:a16="http://schemas.microsoft.com/office/drawing/2014/main" id="{95FDB848-FFF4-42B8-4977-680177C29FF3}"/>
              </a:ext>
            </a:extLst>
          </p:cNvPr>
          <p:cNvSpPr txBox="1"/>
          <p:nvPr/>
        </p:nvSpPr>
        <p:spPr>
          <a:xfrm>
            <a:off x="658962" y="9657471"/>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00" name="TextBox 99">
            <a:extLst>
              <a:ext uri="{FF2B5EF4-FFF2-40B4-BE49-F238E27FC236}">
                <a16:creationId xmlns:a16="http://schemas.microsoft.com/office/drawing/2014/main" id="{E2A18296-F2ED-2FE0-7FD1-04E26C186C02}"/>
              </a:ext>
            </a:extLst>
          </p:cNvPr>
          <p:cNvSpPr txBox="1"/>
          <p:nvPr/>
        </p:nvSpPr>
        <p:spPr>
          <a:xfrm>
            <a:off x="682371" y="9154428"/>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02" name="TextBox 101">
            <a:extLst>
              <a:ext uri="{FF2B5EF4-FFF2-40B4-BE49-F238E27FC236}">
                <a16:creationId xmlns:a16="http://schemas.microsoft.com/office/drawing/2014/main" id="{D630CB56-2B93-DC5C-1ADC-B8617230E6E3}"/>
              </a:ext>
            </a:extLst>
          </p:cNvPr>
          <p:cNvSpPr txBox="1"/>
          <p:nvPr/>
        </p:nvSpPr>
        <p:spPr>
          <a:xfrm>
            <a:off x="658962" y="4052263"/>
            <a:ext cx="6385992" cy="2775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Circle the correct word in each sentence (½ mark per sentence).</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05" name="TextBox 104">
            <a:extLst>
              <a:ext uri="{FF2B5EF4-FFF2-40B4-BE49-F238E27FC236}">
                <a16:creationId xmlns:a16="http://schemas.microsoft.com/office/drawing/2014/main" id="{C63619E5-4594-B30E-8B94-A6C7EC77A464}"/>
              </a:ext>
            </a:extLst>
          </p:cNvPr>
          <p:cNvSpPr txBox="1"/>
          <p:nvPr/>
        </p:nvSpPr>
        <p:spPr>
          <a:xfrm>
            <a:off x="1234440" y="4389120"/>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builder failed to </a:t>
            </a:r>
            <a:r>
              <a:rPr lang="en-AU" sz="1200" dirty="0" b="1">
                <a:latin typeface="Book Antiqua" panose="02040602050305030304" pitchFamily="18" charset="0"/>
              </a:rPr>
              <a:t>apprise/appraise</a:t>
            </a:r>
            <a:r>
              <a:rPr lang="en-AU" sz="1200" dirty="0">
                <a:latin typeface="Book Antiqua" panose="02040602050305030304" pitchFamily="18" charset="0"/>
              </a:rPr>
              <a:t xml:space="preserve"> the owners of the cracks in the foundations until after settlement.</a:t>
            </a:r>
          </a:p>
        </p:txBody>
      </p:sp>
      <p:sp>
        <p:nvSpPr>
          <p:cNvPr id="117" name="TextBox 104"/>
          <p:cNvSpPr txBox="1"/>
          <p:nvPr/>
        </p:nvSpPr>
        <p:spPr>
          <a:xfrm>
            <a:off x="1234440" y="7477048"/>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architect, </a:t>
            </a:r>
            <a:r>
              <a:rPr lang="en-AU" sz="1200" dirty="0" b="1">
                <a:latin typeface="Book Antiqua" panose="02040602050305030304" pitchFamily="18" charset="0"/>
              </a:rPr>
              <a:t>who/that</a:t>
            </a:r>
            <a:r>
              <a:rPr lang="en-AU" sz="1200" dirty="0">
                <a:latin typeface="Book Antiqua" panose="02040602050305030304" pitchFamily="18" charset="0"/>
              </a:rPr>
              <a:t xml:space="preserve"> had designed the original bridge, attended its demolition in silence.</a:t>
            </a:r>
          </a:p>
        </p:txBody>
      </p:sp>
      <p:sp>
        <p:nvSpPr>
          <p:cNvPr id="116" name="TextBox 104"/>
          <p:cNvSpPr txBox="1"/>
          <p:nvPr/>
        </p:nvSpPr>
        <p:spPr>
          <a:xfrm>
            <a:off x="1234440" y="7232904"/>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Of the two finalists, the Brazilian was clearly the </a:t>
            </a:r>
            <a:r>
              <a:rPr lang="en-AU" sz="1200" dirty="0" b="1">
                <a:latin typeface="Book Antiqua" panose="02040602050305030304" pitchFamily="18" charset="0"/>
              </a:rPr>
              <a:t>stronger/strongest</a:t>
            </a:r>
            <a:r>
              <a:rPr lang="en-AU" sz="1200" dirty="0">
                <a:latin typeface="Book Antiqua" panose="02040602050305030304" pitchFamily="18" charset="0"/>
              </a:rPr>
              <a:t xml:space="preserve"> swimmer.</a:t>
            </a:r>
          </a:p>
        </p:txBody>
      </p:sp>
      <p:sp>
        <p:nvSpPr>
          <p:cNvPr id="115" name="TextBox 104"/>
          <p:cNvSpPr txBox="1"/>
          <p:nvPr/>
        </p:nvSpPr>
        <p:spPr>
          <a:xfrm>
            <a:off x="1234440" y="6671462"/>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In the eighteenth century, thieves in England could be </a:t>
            </a:r>
            <a:r>
              <a:rPr lang="en-AU" sz="1200" dirty="0" b="1">
                <a:latin typeface="Book Antiqua" panose="02040602050305030304" pitchFamily="18" charset="0"/>
              </a:rPr>
              <a:t>hanged/hung</a:t>
            </a:r>
            <a:r>
              <a:rPr lang="en-AU" sz="1200" dirty="0">
                <a:latin typeface="Book Antiqua" panose="02040602050305030304" pitchFamily="18" charset="0"/>
              </a:rPr>
              <a:t xml:space="preserve"> for stealing goods worth a few shillings.</a:t>
            </a:r>
          </a:p>
        </p:txBody>
      </p:sp>
      <p:sp>
        <p:nvSpPr>
          <p:cNvPr id="114" name="TextBox 104"/>
          <p:cNvSpPr txBox="1"/>
          <p:nvPr/>
        </p:nvSpPr>
        <p:spPr>
          <a:xfrm>
            <a:off x="1234440" y="6427317"/>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By the time the pumps arrived, the old paddle-steamer had </a:t>
            </a:r>
            <a:r>
              <a:rPr lang="en-AU" sz="1200" dirty="0" b="1">
                <a:latin typeface="Book Antiqua" panose="02040602050305030304" pitchFamily="18" charset="0"/>
              </a:rPr>
              <a:t>sank/sunk</a:t>
            </a:r>
            <a:r>
              <a:rPr lang="en-AU" sz="1200" dirty="0">
                <a:latin typeface="Book Antiqua" panose="02040602050305030304" pitchFamily="18" charset="0"/>
              </a:rPr>
              <a:t xml:space="preserve"> at its mooring.</a:t>
            </a:r>
          </a:p>
        </p:txBody>
      </p:sp>
      <p:sp>
        <p:nvSpPr>
          <p:cNvPr id="113" name="TextBox 104"/>
          <p:cNvSpPr txBox="1"/>
          <p:nvPr/>
        </p:nvSpPr>
        <p:spPr>
          <a:xfrm>
            <a:off x="1234440" y="6055156"/>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Negotiations between the two unions were fraught </a:t>
            </a:r>
            <a:r>
              <a:rPr lang="en-AU" sz="1200" dirty="0" b="1">
                <a:latin typeface="Book Antiqua" panose="02040602050305030304" pitchFamily="18" charset="0"/>
              </a:rPr>
              <a:t>with/by</a:t>
            </a:r>
            <a:r>
              <a:rPr lang="en-AU" sz="1200" dirty="0">
                <a:latin typeface="Book Antiqua" panose="02040602050305030304" pitchFamily="18" charset="0"/>
              </a:rPr>
              <a:t xml:space="preserve"> mistrust.</a:t>
            </a:r>
          </a:p>
        </p:txBody>
      </p:sp>
      <p:sp>
        <p:nvSpPr>
          <p:cNvPr id="112" name="TextBox 104"/>
          <p:cNvSpPr txBox="1"/>
          <p:nvPr/>
        </p:nvSpPr>
        <p:spPr>
          <a:xfrm>
            <a:off x="1234440" y="5811012"/>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rescue plan was predicated </a:t>
            </a:r>
            <a:r>
              <a:rPr lang="en-AU" sz="1200" dirty="0" b="1">
                <a:latin typeface="Book Antiqua" panose="02040602050305030304" pitchFamily="18" charset="0"/>
              </a:rPr>
              <a:t>on/by</a:t>
            </a:r>
            <a:r>
              <a:rPr lang="en-AU" sz="1200" dirty="0">
                <a:latin typeface="Book Antiqua" panose="02040602050305030304" pitchFamily="18" charset="0"/>
              </a:rPr>
              <a:t xml:space="preserve"> the weather clearing before dawn.</a:t>
            </a:r>
          </a:p>
        </p:txBody>
      </p:sp>
      <p:sp>
        <p:nvSpPr>
          <p:cNvPr id="111" name="TextBox 104"/>
          <p:cNvSpPr txBox="1"/>
          <p:nvPr/>
        </p:nvSpPr>
        <p:spPr>
          <a:xfrm>
            <a:off x="1234440" y="5438851"/>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minister's refusal to answer was tantamount </a:t>
            </a:r>
            <a:r>
              <a:rPr lang="en-AU" sz="1200" dirty="0" b="1">
                <a:latin typeface="Book Antiqua" panose="02040602050305030304" pitchFamily="18" charset="0"/>
              </a:rPr>
              <a:t>to/with</a:t>
            </a:r>
            <a:r>
              <a:rPr lang="en-AU" sz="1200" dirty="0">
                <a:latin typeface="Book Antiqua" panose="02040602050305030304" pitchFamily="18" charset="0"/>
              </a:rPr>
              <a:t xml:space="preserve"> a confession.</a:t>
            </a:r>
          </a:p>
        </p:txBody>
      </p:sp>
      <p:sp>
        <p:nvSpPr>
          <p:cNvPr id="110" name="TextBox 104"/>
          <p:cNvSpPr txBox="1"/>
          <p:nvPr/>
        </p:nvSpPr>
        <p:spPr>
          <a:xfrm>
            <a:off x="1234440" y="5194706"/>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A good referee must be </a:t>
            </a:r>
            <a:r>
              <a:rPr lang="en-AU" sz="1200" dirty="0" b="1">
                <a:latin typeface="Book Antiqua" panose="02040602050305030304" pitchFamily="18" charset="0"/>
              </a:rPr>
              <a:t>disinterested/uninterested</a:t>
            </a:r>
            <a:r>
              <a:rPr lang="en-AU" sz="1200" dirty="0">
                <a:latin typeface="Book Antiqua" panose="02040602050305030304" pitchFamily="18" charset="0"/>
              </a:rPr>
              <a:t>, favouring neither team.</a:t>
            </a:r>
          </a:p>
        </p:txBody>
      </p:sp>
      <p:sp>
        <p:nvSpPr>
          <p:cNvPr id="109" name="TextBox 104"/>
          <p:cNvSpPr txBox="1"/>
          <p:nvPr/>
        </p:nvSpPr>
        <p:spPr>
          <a:xfrm>
            <a:off x="1234440" y="4822545"/>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Volunteers will </a:t>
            </a:r>
            <a:r>
              <a:rPr lang="en-AU" sz="1200" dirty="0" b="1">
                <a:latin typeface="Book Antiqua" panose="02040602050305030304" pitchFamily="18" charset="0"/>
              </a:rPr>
              <a:t>canvas/canvass</a:t>
            </a:r>
            <a:r>
              <a:rPr lang="en-AU" sz="1200" dirty="0">
                <a:latin typeface="Book Antiqua" panose="02040602050305030304" pitchFamily="18" charset="0"/>
              </a:rPr>
              <a:t xml:space="preserve"> every household in the marginal seat before polling day.</a:t>
            </a:r>
          </a:p>
        </p:txBody>
      </p:sp>
      <p:cxnSp>
        <p:nvCxnSpPr>
          <p:cNvPr id="106" name="Straight Connector 105">
            <a:extLst>
              <a:ext uri="{FF2B5EF4-FFF2-40B4-BE49-F238E27FC236}">
                <a16:creationId xmlns:a16="http://schemas.microsoft.com/office/drawing/2014/main" id="{877B662F-EF12-F2C2-B1C5-69689C10212B}"/>
              </a:ext>
            </a:extLst>
          </p:cNvPr>
          <p:cNvCxnSpPr>
            <a:cxnSpLocks/>
          </p:cNvCxnSpPr>
          <p:nvPr/>
        </p:nvCxnSpPr>
        <p:spPr>
          <a:xfrm>
            <a:off x="645872" y="8042185"/>
            <a:ext cx="6913723" cy="0"/>
          </a:xfrm>
          <a:prstGeom prst="line">
            <a:avLst/>
          </a:prstGeom>
          <a:ln w="9525"/>
        </p:spPr>
        <p:style>
          <a:lnRef idx="1">
            <a:schemeClr val="dk1"/>
          </a:lnRef>
          <a:fillRef idx="0">
            <a:schemeClr val="dk1"/>
          </a:fillRef>
          <a:effectRef idx="0">
            <a:schemeClr val="dk1"/>
          </a:effectRef>
          <a:fontRef idx="minor">
            <a:schemeClr val="tx1"/>
          </a:fontRef>
        </p:style>
      </p:cxnSp>
      <p:graphicFrame>
        <p:nvGraphicFramePr>
          <p:cNvPr id="107" name="Table 20">
            <a:extLst>
              <a:ext uri="{FF2B5EF4-FFF2-40B4-BE49-F238E27FC236}">
                <a16:creationId xmlns:a16="http://schemas.microsoft.com/office/drawing/2014/main" id="{813DED9E-DE57-FB5C-AB78-88B4BCCDA947}"/>
              </a:ext>
            </a:extLst>
          </p:cNvPr>
          <p:cNvGraphicFramePr>
            <a:graphicFrameLocks noGrp="1"/>
          </p:cNvGraphicFramePr>
          <p:nvPr>
            <p:extLst>
              <p:ext uri="{D42A27DB-BD31-4B8C-83A1-F6EECF244321}">
                <p14:modId xmlns:p14="http://schemas.microsoft.com/office/powerpoint/2010/main" val="2164320745"/>
              </p:ext>
            </p:extLst>
          </p:nvPr>
        </p:nvGraphicFramePr>
        <p:xfrm>
          <a:off x="1235942" y="8559565"/>
          <a:ext cx="6199875" cy="1456499"/>
        </p:xfrm>
        <a:graphic>
          <a:graphicData uri="http://schemas.openxmlformats.org/drawingml/2006/table">
            <a:tbl>
              <a:tblPr firstRow="1" bandRow="1">
                <a:tableStyleId>{5940675A-B579-460E-94D1-54222C63F5DA}</a:tableStyleId>
              </a:tblPr>
              <a:tblGrid>
                <a:gridCol w="5155117">
                  <a:extLst>
                    <a:ext uri="{9D8B030D-6E8A-4147-A177-3AD203B41FA5}">
                      <a16:colId xmlns:a16="http://schemas.microsoft.com/office/drawing/2014/main" val="2684597723"/>
                    </a:ext>
                  </a:extLst>
                </a:gridCol>
                <a:gridCol w="1044758">
                  <a:extLst>
                    <a:ext uri="{9D8B030D-6E8A-4147-A177-3AD203B41FA5}">
                      <a16:colId xmlns:a16="http://schemas.microsoft.com/office/drawing/2014/main" val="4228695508"/>
                    </a:ext>
                  </a:extLst>
                </a:gridCol>
              </a:tblGrid>
              <a:tr h="543367">
                <a:tc>
                  <a:txBody>
                    <a:bodyPr/>
                    <a:lstStyle/>
                    <a:p>
                      <a:pPr>
                        <a:buNone/>
                      </a:pPr>
                      <a:r>
                        <a:rPr lang="en-AU" sz="1200" dirty="0">
                          <a:latin typeface="Book Antiqua" panose="02040602050305030304" pitchFamily="18" charset="0"/>
                        </a:rPr>
                        <a:t>A sentence in the passive voice must always name the person or thing performing the action.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2504680"/>
                  </a:ext>
                </a:extLst>
              </a:tr>
              <a:tr h="442003">
                <a:tc>
                  <a:txBody>
                    <a:bodyPr/>
                    <a:lstStyle/>
                    <a:p>
                      <a:pPr>
                        <a:buNone/>
                      </a:pPr>
                      <a:r>
                        <a:rPr lang="en-AU" sz="1200" dirty="0">
                          <a:latin typeface="Book Antiqua" panose="02040602050305030304" pitchFamily="18" charset="0"/>
                        </a:rPr>
                        <a:t>A non-restrictive clause is set off by commas because it adds information that is not essential for identifying the noun.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04897583"/>
                  </a:ext>
                </a:extLst>
              </a:tr>
              <a:tr h="471129">
                <a:tc>
                  <a:txBody>
                    <a:bodyPr/>
                    <a:lstStyle/>
                    <a:p>
                      <a:pPr>
                        <a:buNone/>
                      </a:pPr>
                      <a:r>
                        <a:rPr lang="en-AU" sz="1200" dirty="0">
                          <a:latin typeface="Book Antiqua" panose="02040602050305030304" pitchFamily="18" charset="0"/>
                        </a:rPr>
                        <a:t>In the sentence "Walking into the room, the smell of smoke was overwhelming", the opening phrase is a dangling modifier.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41134507"/>
                  </a:ext>
                </a:extLst>
              </a:tr>
            </a:tbl>
          </a:graphicData>
        </a:graphic>
      </p:graphicFrame>
      <p:sp>
        <p:nvSpPr>
          <p:cNvPr id="108" name="object 34">
            <a:extLst>
              <a:ext uri="{FF2B5EF4-FFF2-40B4-BE49-F238E27FC236}">
                <a16:creationId xmlns:a16="http://schemas.microsoft.com/office/drawing/2014/main" id="{4A0D1CF9-E69F-D535-EEDE-D9BBACFB4C30}"/>
              </a:ext>
            </a:extLst>
          </p:cNvPr>
          <p:cNvSpPr txBox="1"/>
          <p:nvPr/>
        </p:nvSpPr>
        <p:spPr>
          <a:xfrm>
            <a:off x="751538" y="8196556"/>
            <a:ext cx="6735138"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Indicate whether each of these statements based on English grammar rules is true or false.</a:t>
            </a:r>
            <a:endParaRPr sz="1200" b="1" dirty="0">
              <a:latin typeface="Book Antiqua" panose="02040602050305030304" pitchFamily="18" charset="0"/>
              <a:cs typeface="Cambria"/>
            </a:endParaRPr>
          </a:p>
        </p:txBody>
      </p:sp>
      <p:sp>
        <p:nvSpPr>
          <p:cNvPr id="16" name="TextBox 15">
            <a:extLst>
              <a:ext uri="{FF2B5EF4-FFF2-40B4-BE49-F238E27FC236}">
                <a16:creationId xmlns:a16="http://schemas.microsoft.com/office/drawing/2014/main" id="{796E3EF4-D3E4-B3D5-AE0D-B2F0F94367E8}"/>
              </a:ext>
            </a:extLst>
          </p:cNvPr>
          <p:cNvSpPr txBox="1"/>
          <p:nvPr/>
        </p:nvSpPr>
        <p:spPr>
          <a:xfrm>
            <a:off x="331809" y="142852"/>
            <a:ext cx="639493" cy="523220"/>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TERM</a:t>
            </a:r>
          </a:p>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285837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90610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3400" y="6272783"/>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63" y="410551"/>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627278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5" name="Rectangle: Top Corners Snipped 34">
            <a:extLst>
              <a:ext uri="{FF2B5EF4-FFF2-40B4-BE49-F238E27FC236}">
                <a16:creationId xmlns:a16="http://schemas.microsoft.com/office/drawing/2014/main" id="{FD05C822-2A4A-209B-1D68-4E2BF9B4CDA7}"/>
              </a:ext>
            </a:extLst>
          </p:cNvPr>
          <p:cNvSpPr/>
          <p:nvPr/>
        </p:nvSpPr>
        <p:spPr>
          <a:xfrm rot="5400000">
            <a:off x="707073" y="29141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Top Corners Snipped 35">
            <a:extLst>
              <a:ext uri="{FF2B5EF4-FFF2-40B4-BE49-F238E27FC236}">
                <a16:creationId xmlns:a16="http://schemas.microsoft.com/office/drawing/2014/main" id="{76125F01-9288-AB20-CF9E-714F484EE510}"/>
              </a:ext>
            </a:extLst>
          </p:cNvPr>
          <p:cNvSpPr/>
          <p:nvPr/>
        </p:nvSpPr>
        <p:spPr>
          <a:xfrm rot="5400000">
            <a:off x="718281" y="389351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B959CA11-E47B-E308-0EC5-06F7DE416068}"/>
              </a:ext>
            </a:extLst>
          </p:cNvPr>
          <p:cNvSpPr txBox="1"/>
          <p:nvPr/>
        </p:nvSpPr>
        <p:spPr>
          <a:xfrm>
            <a:off x="778776" y="2453335"/>
            <a:ext cx="6776437" cy="461665"/>
          </a:xfrm>
          <a:prstGeom prst="rect">
            <a:avLst/>
          </a:prstGeom>
          <a:noFill/>
        </p:spPr>
        <p:txBody>
          <a:bodyPr wrap="square">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the technique used in each sentence and briefly explain its effect (½ mark for the technique + ½ mark for the effect).</a:t>
            </a:r>
          </a:p>
        </p:txBody>
      </p:sp>
      <p:sp>
        <p:nvSpPr>
          <p:cNvPr id="39" name="Rectangle: Top Corners Snipped 38">
            <a:extLst>
              <a:ext uri="{FF2B5EF4-FFF2-40B4-BE49-F238E27FC236}">
                <a16:creationId xmlns:a16="http://schemas.microsoft.com/office/drawing/2014/main" id="{EE7A32B1-5051-069F-2785-85AB44DD520E}"/>
              </a:ext>
            </a:extLst>
          </p:cNvPr>
          <p:cNvSpPr/>
          <p:nvPr/>
        </p:nvSpPr>
        <p:spPr>
          <a:xfrm rot="5400000">
            <a:off x="707073" y="46835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a:extLst>
              <a:ext uri="{FF2B5EF4-FFF2-40B4-BE49-F238E27FC236}">
                <a16:creationId xmlns:a16="http://schemas.microsoft.com/office/drawing/2014/main" id="{CA81B087-E882-F9B5-D05E-658C21DDDE61}"/>
              </a:ext>
            </a:extLst>
          </p:cNvPr>
          <p:cNvSpPr txBox="1"/>
          <p:nvPr/>
        </p:nvSpPr>
        <p:spPr>
          <a:xfrm>
            <a:off x="661107" y="3010204"/>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4" name="Rectangle: Top Corners Snipped 43">
            <a:extLst>
              <a:ext uri="{FF2B5EF4-FFF2-40B4-BE49-F238E27FC236}">
                <a16:creationId xmlns:a16="http://schemas.microsoft.com/office/drawing/2014/main" id="{6CA03FFD-3E5E-7BF9-E74D-B57A4D669712}"/>
              </a:ext>
            </a:extLst>
          </p:cNvPr>
          <p:cNvSpPr/>
          <p:nvPr/>
        </p:nvSpPr>
        <p:spPr>
          <a:xfrm rot="5400000">
            <a:off x="707073" y="54735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365C83EB-FCA9-00E8-B321-ABA996E5C10E}"/>
              </a:ext>
            </a:extLst>
          </p:cNvPr>
          <p:cNvSpPr txBox="1"/>
          <p:nvPr/>
        </p:nvSpPr>
        <p:spPr>
          <a:xfrm>
            <a:off x="6419088" y="3014776"/>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6" name="TextBox 45">
            <a:extLst>
              <a:ext uri="{FF2B5EF4-FFF2-40B4-BE49-F238E27FC236}">
                <a16:creationId xmlns:a16="http://schemas.microsoft.com/office/drawing/2014/main" id="{509B31A7-75FF-E51F-E1EC-ABBBDC13D864}"/>
              </a:ext>
            </a:extLst>
          </p:cNvPr>
          <p:cNvSpPr txBox="1"/>
          <p:nvPr/>
        </p:nvSpPr>
        <p:spPr>
          <a:xfrm>
            <a:off x="6419088" y="3994099"/>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7" name="TextBox 46">
            <a:extLst>
              <a:ext uri="{FF2B5EF4-FFF2-40B4-BE49-F238E27FC236}">
                <a16:creationId xmlns:a16="http://schemas.microsoft.com/office/drawing/2014/main" id="{840C206D-B560-A439-5AD3-B670EA3CD248}"/>
              </a:ext>
            </a:extLst>
          </p:cNvPr>
          <p:cNvSpPr txBox="1"/>
          <p:nvPr/>
        </p:nvSpPr>
        <p:spPr>
          <a:xfrm>
            <a:off x="6419088" y="4784140"/>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8" name="TextBox 47">
            <a:extLst>
              <a:ext uri="{FF2B5EF4-FFF2-40B4-BE49-F238E27FC236}">
                <a16:creationId xmlns:a16="http://schemas.microsoft.com/office/drawing/2014/main" id="{99B51A99-FDE4-6D53-61D7-A305DE18B48E}"/>
              </a:ext>
            </a:extLst>
          </p:cNvPr>
          <p:cNvSpPr txBox="1"/>
          <p:nvPr/>
        </p:nvSpPr>
        <p:spPr>
          <a:xfrm>
            <a:off x="6419088" y="5574182"/>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9" name="TextBox 48">
            <a:extLst>
              <a:ext uri="{FF2B5EF4-FFF2-40B4-BE49-F238E27FC236}">
                <a16:creationId xmlns:a16="http://schemas.microsoft.com/office/drawing/2014/main" id="{3AA272BD-89A7-DA43-69D1-A25606F0A219}"/>
              </a:ext>
            </a:extLst>
          </p:cNvPr>
          <p:cNvSpPr txBox="1"/>
          <p:nvPr/>
        </p:nvSpPr>
        <p:spPr>
          <a:xfrm>
            <a:off x="678969" y="3989527"/>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0" name="TextBox 49">
            <a:extLst>
              <a:ext uri="{FF2B5EF4-FFF2-40B4-BE49-F238E27FC236}">
                <a16:creationId xmlns:a16="http://schemas.microsoft.com/office/drawing/2014/main" id="{ED19151E-777E-17D3-858E-7B5604FF1FB2}"/>
              </a:ext>
            </a:extLst>
          </p:cNvPr>
          <p:cNvSpPr txBox="1"/>
          <p:nvPr/>
        </p:nvSpPr>
        <p:spPr>
          <a:xfrm>
            <a:off x="668478" y="477956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51" name="TextBox 50">
            <a:extLst>
              <a:ext uri="{FF2B5EF4-FFF2-40B4-BE49-F238E27FC236}">
                <a16:creationId xmlns:a16="http://schemas.microsoft.com/office/drawing/2014/main" id="{2107FEB1-4F60-FAB7-4738-5CCA13F7EF19}"/>
              </a:ext>
            </a:extLst>
          </p:cNvPr>
          <p:cNvSpPr txBox="1"/>
          <p:nvPr/>
        </p:nvSpPr>
        <p:spPr>
          <a:xfrm>
            <a:off x="648613" y="5569610"/>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52" name="TextBox 51">
            <a:extLst>
              <a:ext uri="{FF2B5EF4-FFF2-40B4-BE49-F238E27FC236}">
                <a16:creationId xmlns:a16="http://schemas.microsoft.com/office/drawing/2014/main" id="{5CD1B623-133A-2591-ECCB-6601E3862706}"/>
              </a:ext>
            </a:extLst>
          </p:cNvPr>
          <p:cNvSpPr txBox="1"/>
          <p:nvPr/>
        </p:nvSpPr>
        <p:spPr>
          <a:xfrm>
            <a:off x="831853" y="384048"/>
            <a:ext cx="6530629" cy="193212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Pathetic fallacy (PF):</a:t>
            </a:r>
            <a:r>
              <a:rPr lang="en-US" sz="1200" dirty="0">
                <a:solidFill>
                  <a:srgbClr val="231F20"/>
                </a:solidFill>
                <a:latin typeface="Book Antiqua" panose="02040602050305030304" pitchFamily="18" charset="0"/>
                <a:ea typeface="Cambria" panose="02040503050406030204" pitchFamily="18" charset="0"/>
              </a:rPr>
              <a:t xml:space="preserve"> weather or nature given human feelings that mirror the mood of a scene.</a:t>
            </a:r>
          </a:p>
          <a:p>
            <a:r>
              <a:rPr lang="en-US" sz="1200" dirty="0" b="1">
                <a:solidFill>
                  <a:srgbClr val="231F20"/>
                </a:solidFill>
                <a:latin typeface="Book Antiqua" panose="02040602050305030304" pitchFamily="18" charset="0"/>
                <a:ea typeface="Cambria" panose="02040503050406030204" pitchFamily="18" charset="0"/>
              </a:rPr>
              <a:t>Zeugma (Z):</a:t>
            </a:r>
            <a:r>
              <a:rPr lang="en-US" sz="1200" dirty="0">
                <a:solidFill>
                  <a:srgbClr val="231F20"/>
                </a:solidFill>
                <a:latin typeface="Book Antiqua" panose="02040602050305030304" pitchFamily="18" charset="0"/>
                <a:ea typeface="Cambria" panose="02040503050406030204" pitchFamily="18" charset="0"/>
              </a:rPr>
              <a:t xml:space="preserve"> one word applies to two others in different senses.</a:t>
            </a:r>
          </a:p>
          <a:p>
            <a:r>
              <a:rPr lang="en-US" sz="1200" dirty="0" b="1">
                <a:solidFill>
                  <a:srgbClr val="231F20"/>
                </a:solidFill>
                <a:latin typeface="Book Antiqua" panose="02040602050305030304" pitchFamily="18" charset="0"/>
                <a:ea typeface="Cambria" panose="02040503050406030204" pitchFamily="18" charset="0"/>
              </a:rPr>
              <a:t>Irony (I):</a:t>
            </a:r>
            <a:r>
              <a:rPr lang="en-US" sz="1200" dirty="0">
                <a:solidFill>
                  <a:srgbClr val="231F20"/>
                </a:solidFill>
                <a:latin typeface="Book Antiqua" panose="02040602050305030304" pitchFamily="18" charset="0"/>
                <a:ea typeface="Cambria" panose="02040503050406030204" pitchFamily="18" charset="0"/>
              </a:rPr>
              <a:t xml:space="preserve"> a contrast between what is said or expected and what is meant or actually happens.</a:t>
            </a:r>
          </a:p>
          <a:p>
            <a:r>
              <a:rPr lang="en-US" sz="1200" dirty="0" b="1">
                <a:solidFill>
                  <a:srgbClr val="231F20"/>
                </a:solidFill>
                <a:latin typeface="Book Antiqua" panose="02040602050305030304" pitchFamily="18" charset="0"/>
                <a:ea typeface="Cambria" panose="02040503050406030204" pitchFamily="18" charset="0"/>
              </a:rPr>
              <a:t>Straw man (SM):</a:t>
            </a:r>
            <a:r>
              <a:rPr lang="en-US" sz="1200" dirty="0">
                <a:solidFill>
                  <a:srgbClr val="231F20"/>
                </a:solidFill>
                <a:latin typeface="Book Antiqua" panose="02040602050305030304" pitchFamily="18" charset="0"/>
                <a:ea typeface="Cambria" panose="02040503050406030204" pitchFamily="18" charset="0"/>
              </a:rPr>
              <a:t xml:space="preserve"> distorting an opponent's argument so that it is easier to attack.</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"He held the door and his tongue."                                            PF | </a:t>
            </a:r>
            <a:r>
              <a:rPr lang="en-US" sz="1200" dirty="0" b="1">
                <a:solidFill>
                  <a:srgbClr val="231F20"/>
                </a:solidFill>
                <a:latin typeface="Book Antiqua" panose="02040602050305030304" pitchFamily="18" charset="0"/>
                <a:ea typeface="Cambria" panose="02040503050406030204" pitchFamily="18" charset="0"/>
              </a:rPr>
              <a:t>Z</a:t>
            </a:r>
            <a:r>
              <a:rPr lang="en-US" sz="1200" dirty="0">
                <a:solidFill>
                  <a:srgbClr val="231F20"/>
                </a:solidFill>
                <a:latin typeface="Book Antiqua" panose="02040602050305030304" pitchFamily="18" charset="0"/>
                <a:ea typeface="Cambria" panose="02040503050406030204" pitchFamily="18" charset="0"/>
              </a:rPr>
              <a:t xml:space="preserve"> | I | SM</a:t>
            </a:r>
            <a:endParaRPr lang="en-AU" sz="500" b="1" dirty="0">
              <a:solidFill>
                <a:srgbClr val="231F20"/>
              </a:solidFill>
              <a:latin typeface="Book Antiqua" panose="02040602050305030304" pitchFamily="18" charset="0"/>
              <a:ea typeface="Cambria" panose="02040503050406030204" pitchFamily="18" charset="0"/>
            </a:endParaRPr>
          </a:p>
          <a:p>
            <a:pPr algn="just"/>
            <a:r>
              <a:rPr lang="en-US" sz="1200" dirty="0" b="1">
                <a:solidFill>
                  <a:srgbClr val="231F20"/>
                </a:solidFill>
                <a:latin typeface="Book Antiqua" panose="02040602050305030304" pitchFamily="18" charset="0"/>
                <a:ea typeface="Cambria" panose="02040503050406030204" pitchFamily="18" charset="0"/>
              </a:rPr>
              <a:t>Effect:</a:t>
            </a:r>
            <a:r>
              <a:rPr lang="en-US" sz="1200" dirty="0">
                <a:solidFill>
                  <a:srgbClr val="231F20"/>
                </a:solidFill>
                <a:latin typeface="Book Antiqua" panose="02040602050305030304" pitchFamily="18" charset="0"/>
                <a:ea typeface="Cambria" panose="02040503050406030204" pitchFamily="18" charset="0"/>
              </a:rPr>
              <a:t xml:space="preserve"> "held" shifts from a literal to a figurative sense, creating wry humour and showing his restraint in very few words.</a:t>
            </a:r>
          </a:p>
        </p:txBody>
      </p:sp>
      <p:sp>
        <p:nvSpPr>
          <p:cNvPr id="53" name="object 34">
            <a:extLst>
              <a:ext uri="{FF2B5EF4-FFF2-40B4-BE49-F238E27FC236}">
                <a16:creationId xmlns:a16="http://schemas.microsoft.com/office/drawing/2014/main" id="{7E62AB8F-0C34-2658-C3CD-CBA6064BB925}"/>
              </a:ext>
            </a:extLst>
          </p:cNvPr>
          <p:cNvSpPr txBox="1"/>
          <p:nvPr/>
        </p:nvSpPr>
        <p:spPr>
          <a:xfrm>
            <a:off x="792168" y="361005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3" name="object 34">
            <a:extLst>
              <a:ext uri="{FF2B5EF4-FFF2-40B4-BE49-F238E27FC236}">
                <a16:creationId xmlns:a16="http://schemas.microsoft.com/office/drawing/2014/main" id="{A78A1613-355F-F044-A1A6-D64DDEA19475}"/>
              </a:ext>
            </a:extLst>
          </p:cNvPr>
          <p:cNvSpPr txBox="1"/>
          <p:nvPr/>
        </p:nvSpPr>
        <p:spPr>
          <a:xfrm>
            <a:off x="792168" y="4400092"/>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4" name="object 34">
            <a:extLst>
              <a:ext uri="{FF2B5EF4-FFF2-40B4-BE49-F238E27FC236}">
                <a16:creationId xmlns:a16="http://schemas.microsoft.com/office/drawing/2014/main" id="{3B50C2FE-51D0-2E61-EBB9-7D40723A60BB}"/>
              </a:ext>
            </a:extLst>
          </p:cNvPr>
          <p:cNvSpPr txBox="1"/>
          <p:nvPr/>
        </p:nvSpPr>
        <p:spPr>
          <a:xfrm>
            <a:off x="831853" y="5190134"/>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5" name="object 34">
            <a:extLst>
              <a:ext uri="{FF2B5EF4-FFF2-40B4-BE49-F238E27FC236}">
                <a16:creationId xmlns:a16="http://schemas.microsoft.com/office/drawing/2014/main" id="{397A7ED4-3C74-EA09-0F95-B34EAD32C33D}"/>
              </a:ext>
            </a:extLst>
          </p:cNvPr>
          <p:cNvSpPr txBox="1"/>
          <p:nvPr/>
        </p:nvSpPr>
        <p:spPr>
          <a:xfrm>
            <a:off x="841258" y="598017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7" name="TextBox 76">
            <a:extLst>
              <a:ext uri="{FF2B5EF4-FFF2-40B4-BE49-F238E27FC236}">
                <a16:creationId xmlns:a16="http://schemas.microsoft.com/office/drawing/2014/main" id="{E170A71B-F6DA-C9E2-765E-D68E48E23333}"/>
              </a:ext>
            </a:extLst>
          </p:cNvPr>
          <p:cNvSpPr txBox="1"/>
          <p:nvPr/>
        </p:nvSpPr>
        <p:spPr>
          <a:xfrm>
            <a:off x="889475" y="6336792"/>
            <a:ext cx="6646370" cy="136428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Parenthetical information:</a:t>
            </a:r>
            <a:r>
              <a:rPr lang="en-US" sz="1200" dirty="0">
                <a:solidFill>
                  <a:srgbClr val="231F20"/>
                </a:solidFill>
                <a:latin typeface="Book Antiqua" panose="02040602050305030304" pitchFamily="18" charset="0"/>
                <a:ea typeface="Cambria" panose="02040503050406030204" pitchFamily="18" charset="0"/>
              </a:rPr>
              <a:t xml:space="preserve"> extra, non-essential detail is enclosed in a pair of commas, dashes or brackets.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captain, who had never lost a final, looked nervous.</a:t>
            </a:r>
          </a:p>
          <a:p>
            <a:endParaRPr lang="en-US" sz="1200" dirty="0">
              <a:solidFill>
                <a:srgbClr val="231F20"/>
              </a:solidFill>
              <a:latin typeface="Book Antiqua" panose="02040602050305030304" pitchFamily="18" charset="0"/>
              <a:ea typeface="Cambria" panose="02040503050406030204" pitchFamily="18" charset="0"/>
            </a:endParaRPr>
          </a:p>
          <a:p>
            <a:r>
              <a:rPr lang="en-US" sz="1200" dirty="0" b="1">
                <a:solidFill>
                  <a:srgbClr val="231F20"/>
                </a:solidFill>
                <a:latin typeface="Book Antiqua" panose="02040602050305030304" pitchFamily="18" charset="0"/>
                <a:ea typeface="Cambria" panose="02040503050406030204" pitchFamily="18" charset="0"/>
              </a:rPr>
              <a:t>Compound modifiers:</a:t>
            </a:r>
            <a:r>
              <a:rPr lang="en-US" sz="1200" dirty="0">
                <a:solidFill>
                  <a:srgbClr val="231F20"/>
                </a:solidFill>
                <a:latin typeface="Book Antiqua" panose="02040602050305030304" pitchFamily="18" charset="0"/>
                <a:ea typeface="Cambria" panose="02040503050406030204" pitchFamily="18" charset="0"/>
              </a:rPr>
              <a:t xml:space="preserve"> two words working together before a noun are usually hyphenated.</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a hard-won victory; a well-read student.</a:t>
            </a:r>
            <a:endParaRPr lang="en-AU" sz="1200" dirty="0"/>
          </a:p>
        </p:txBody>
      </p:sp>
      <p:sp>
        <p:nvSpPr>
          <p:cNvPr id="78" name="TextBox 77">
            <a:extLst>
              <a:ext uri="{FF2B5EF4-FFF2-40B4-BE49-F238E27FC236}">
                <a16:creationId xmlns:a16="http://schemas.microsoft.com/office/drawing/2014/main" id="{91B59B21-EB9F-7D17-CE4B-5CD8990C4D7C}"/>
              </a:ext>
            </a:extLst>
          </p:cNvPr>
          <p:cNvSpPr txBox="1"/>
          <p:nvPr/>
        </p:nvSpPr>
        <p:spPr>
          <a:xfrm>
            <a:off x="668478" y="774679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Insert appropriate punctuation (commas, dashes, colons, semicolons, hyphens and apostrophes) into the sentences below.</a:t>
            </a:r>
            <a:endParaRPr lang="en-AU" sz="1200" dirty="0"/>
          </a:p>
        </p:txBody>
      </p:sp>
      <p:sp>
        <p:nvSpPr>
          <p:cNvPr id="79" name="Rectangle: Top Corners Snipped 78">
            <a:extLst>
              <a:ext uri="{FF2B5EF4-FFF2-40B4-BE49-F238E27FC236}">
                <a16:creationId xmlns:a16="http://schemas.microsoft.com/office/drawing/2014/main" id="{05DE5678-5941-F829-FD66-54815F7EE572}"/>
              </a:ext>
            </a:extLst>
          </p:cNvPr>
          <p:cNvSpPr/>
          <p:nvPr/>
        </p:nvSpPr>
        <p:spPr>
          <a:xfrm rot="5400000">
            <a:off x="716677" y="82076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object 34">
            <a:extLst>
              <a:ext uri="{FF2B5EF4-FFF2-40B4-BE49-F238E27FC236}">
                <a16:creationId xmlns:a16="http://schemas.microsoft.com/office/drawing/2014/main" id="{BF5728E4-980C-0EEB-965B-0E9D69367C7D}"/>
              </a:ext>
            </a:extLst>
          </p:cNvPr>
          <p:cNvSpPr txBox="1"/>
          <p:nvPr/>
        </p:nvSpPr>
        <p:spPr>
          <a:xfrm>
            <a:off x="1298448" y="8759952"/>
            <a:ext cx="6172200" cy="280720"/>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long awaited report was finally released its findings however were quietly ignored.</a:t>
            </a:r>
            <a:endParaRPr sz="1200" dirty="0">
              <a:latin typeface="Book Antiqua" panose="02040602050305030304" pitchFamily="18" charset="0"/>
              <a:cs typeface="Cambria"/>
            </a:endParaRPr>
          </a:p>
        </p:txBody>
      </p:sp>
      <p:sp>
        <p:nvSpPr>
          <p:cNvPr id="81" name="Rectangle: Top Corners Snipped 80">
            <a:extLst>
              <a:ext uri="{FF2B5EF4-FFF2-40B4-BE49-F238E27FC236}">
                <a16:creationId xmlns:a16="http://schemas.microsoft.com/office/drawing/2014/main" id="{B85D7FFA-914A-C7BF-02E2-8B69EABA8D5B}"/>
              </a:ext>
            </a:extLst>
          </p:cNvPr>
          <p:cNvSpPr/>
          <p:nvPr/>
        </p:nvSpPr>
        <p:spPr>
          <a:xfrm rot="5400000">
            <a:off x="717583" y="87050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3F13DFB9-BAC6-87B0-7C84-843BA9C008BF}"/>
              </a:ext>
            </a:extLst>
          </p:cNvPr>
          <p:cNvSpPr txBox="1"/>
          <p:nvPr/>
        </p:nvSpPr>
        <p:spPr>
          <a:xfrm>
            <a:off x="1298448" y="8262518"/>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coroner reached one conclusion the ferrys captain who had been awake for thirty hours was unfit to sail.</a:t>
            </a:r>
            <a:endParaRPr lang="en-AU" sz="1200" spc="-20" dirty="0">
              <a:solidFill>
                <a:srgbClr val="231F20"/>
              </a:solidFill>
              <a:latin typeface="Book Antiqua" panose="02040602050305030304" pitchFamily="18" charset="0"/>
              <a:cs typeface="Cambria"/>
            </a:endParaRPr>
          </a:p>
        </p:txBody>
      </p:sp>
      <p:sp>
        <p:nvSpPr>
          <p:cNvPr id="83" name="object 34">
            <a:extLst>
              <a:ext uri="{FF2B5EF4-FFF2-40B4-BE49-F238E27FC236}">
                <a16:creationId xmlns:a16="http://schemas.microsoft.com/office/drawing/2014/main" id="{05521D62-C87D-814C-FD12-B8BC74BB302C}"/>
              </a:ext>
            </a:extLst>
          </p:cNvPr>
          <p:cNvSpPr txBox="1"/>
          <p:nvPr/>
        </p:nvSpPr>
        <p:spPr>
          <a:xfrm>
            <a:off x="1298448" y="9257385"/>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Three things saved the stranded climbers a satellite phone a well stocked medical kit and the local womens knowledge of the terrain.</a:t>
            </a:r>
            <a:endParaRPr sz="1200" dirty="0">
              <a:latin typeface="Book Antiqua" panose="02040602050305030304" pitchFamily="18" charset="0"/>
              <a:cs typeface="Cambria"/>
            </a:endParaRPr>
          </a:p>
        </p:txBody>
      </p:sp>
      <p:sp>
        <p:nvSpPr>
          <p:cNvPr id="84" name="Rectangle: Top Corners Snipped 83">
            <a:extLst>
              <a:ext uri="{FF2B5EF4-FFF2-40B4-BE49-F238E27FC236}">
                <a16:creationId xmlns:a16="http://schemas.microsoft.com/office/drawing/2014/main" id="{DF0FAC6D-24BD-1970-D456-B91F958EB2EC}"/>
              </a:ext>
            </a:extLst>
          </p:cNvPr>
          <p:cNvSpPr/>
          <p:nvPr/>
        </p:nvSpPr>
        <p:spPr>
          <a:xfrm rot="5400000">
            <a:off x="717172" y="92025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TextBox 84">
            <a:extLst>
              <a:ext uri="{FF2B5EF4-FFF2-40B4-BE49-F238E27FC236}">
                <a16:creationId xmlns:a16="http://schemas.microsoft.com/office/drawing/2014/main" id="{6CAFEEDD-63F8-6545-4399-F601E20C4E69}"/>
              </a:ext>
            </a:extLst>
          </p:cNvPr>
          <p:cNvSpPr txBox="1"/>
          <p:nvPr/>
        </p:nvSpPr>
        <p:spPr>
          <a:xfrm>
            <a:off x="677365" y="830366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6" name="TextBox 85">
            <a:extLst>
              <a:ext uri="{FF2B5EF4-FFF2-40B4-BE49-F238E27FC236}">
                <a16:creationId xmlns:a16="http://schemas.microsoft.com/office/drawing/2014/main" id="{99DDCF64-F8D8-A7D2-CD52-56BDC2554D46}"/>
              </a:ext>
            </a:extLst>
          </p:cNvPr>
          <p:cNvSpPr txBox="1"/>
          <p:nvPr/>
        </p:nvSpPr>
        <p:spPr>
          <a:xfrm>
            <a:off x="678988" y="8801100"/>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87" name="TextBox 86">
            <a:extLst>
              <a:ext uri="{FF2B5EF4-FFF2-40B4-BE49-F238E27FC236}">
                <a16:creationId xmlns:a16="http://schemas.microsoft.com/office/drawing/2014/main" id="{8C4C9D0D-59E0-CC53-A500-432EED807DDD}"/>
              </a:ext>
            </a:extLst>
          </p:cNvPr>
          <p:cNvSpPr txBox="1"/>
          <p:nvPr/>
        </p:nvSpPr>
        <p:spPr>
          <a:xfrm>
            <a:off x="658712" y="9298533"/>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4" name="object 34">
            <a:extLst>
              <a:ext uri="{FF2B5EF4-FFF2-40B4-BE49-F238E27FC236}">
                <a16:creationId xmlns:a16="http://schemas.microsoft.com/office/drawing/2014/main" id="{F6A3B367-2C1F-5518-8CE4-602491D38AB5}"/>
              </a:ext>
            </a:extLst>
          </p:cNvPr>
          <p:cNvSpPr txBox="1"/>
          <p:nvPr/>
        </p:nvSpPr>
        <p:spPr>
          <a:xfrm>
            <a:off x="1234440" y="4738420"/>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A road-safety billboard caused three accidents in its first week because drivers kept slowing down to read it.</a:t>
            </a:r>
            <a:endParaRPr sz="1200" dirty="0">
              <a:latin typeface="Book Antiqua" panose="02040602050305030304" pitchFamily="18" charset="0"/>
              <a:cs typeface="Cambria"/>
            </a:endParaRPr>
          </a:p>
        </p:txBody>
      </p:sp>
      <p:sp>
        <p:nvSpPr>
          <p:cNvPr id="16" name="object 34">
            <a:extLst>
              <a:ext uri="{FF2B5EF4-FFF2-40B4-BE49-F238E27FC236}">
                <a16:creationId xmlns:a16="http://schemas.microsoft.com/office/drawing/2014/main" id="{0883A57C-81EF-481A-0156-DD885A1E61C7}"/>
              </a:ext>
            </a:extLst>
          </p:cNvPr>
          <p:cNvSpPr txBox="1"/>
          <p:nvPr/>
        </p:nvSpPr>
        <p:spPr>
          <a:xfrm>
            <a:off x="1234440" y="3948379"/>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On the morning the factory closed for good, the rain fell listlessly, too weary even to become a storm.</a:t>
            </a:r>
            <a:endParaRPr lang="en-AU" sz="1200" spc="-2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BD7FABA2-9FDB-8EE5-95A1-914A2A6F2BFB}"/>
              </a:ext>
            </a:extLst>
          </p:cNvPr>
          <p:cNvSpPr txBox="1"/>
          <p:nvPr/>
        </p:nvSpPr>
        <p:spPr>
          <a:xfrm>
            <a:off x="1234440" y="5528462"/>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Leaving the hearing, the journalist opened her umbrella and an old wound from the minister's past.</a:t>
            </a:r>
            <a:endParaRPr lang="en-AU" sz="1200" spc="-20" dirty="0">
              <a:latin typeface="Book Antiqua" panose="02040602050305030304" pitchFamily="18" charset="0"/>
              <a:cs typeface="Cambria"/>
            </a:endParaRPr>
          </a:p>
        </p:txBody>
      </p:sp>
      <p:sp>
        <p:nvSpPr>
          <p:cNvPr id="20" name="object 34">
            <a:extLst>
              <a:ext uri="{FF2B5EF4-FFF2-40B4-BE49-F238E27FC236}">
                <a16:creationId xmlns:a16="http://schemas.microsoft.com/office/drawing/2014/main" id="{015BCC8A-377A-55CD-FB26-A53A7A050F80}"/>
              </a:ext>
            </a:extLst>
          </p:cNvPr>
          <p:cNvSpPr txBox="1"/>
          <p:nvPr/>
        </p:nvSpPr>
        <p:spPr>
          <a:xfrm>
            <a:off x="1234440" y="2969056"/>
            <a:ext cx="5120640" cy="659282"/>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Parent at a school board meeting: "The principal suggests later start times, so apparently she thinks students should sleep all day and never learn discipline."</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452057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562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1</a:t>
            </a:r>
          </a:p>
        </p:txBody>
      </p:sp>
      <p:sp>
        <p:nvSpPr>
          <p:cNvPr id="4" name="Subtitle 2"/>
          <p:cNvSpPr txBox="1">
            <a:spLocks/>
          </p:cNvSpPr>
          <p:nvPr/>
        </p:nvSpPr>
        <p:spPr>
          <a:xfrm>
            <a:off x="82296" y="411480"/>
            <a:ext cx="3017520" cy="5123863"/>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poring, pouring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peek, pique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canvass, canvas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raise, razed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reign, rein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wreak, reek</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bated, baited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(were made – agentless passive); A (were investigating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 (had been excavating – past perfect continuous, active); P (got fired – "get" passive)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(is being trialled); A (has been attracting – present perfect continuous, active)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(was ratified); A (was gathering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 – repeated "st"/"t" endings after different vowels: lost, mist, past, first; crept, burnt, fort, light</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099815" y="411480"/>
            <a:ext cx="4462272" cy="5123863"/>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IR – rhymes within the line: day/bay/play; fly/high/sky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 – clatter, gurgle, bang imitate the sounds they name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 – repeated "k" endings after different vowels: stock, truck, took, bleak, daybreak</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2nd sentence – the sky "brooding" and "sulking" mirrors the tension of the waiting courtroom. (1st = personification of a building, no feeling; 3rd = literal)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3rd sentence – the paddocks' "despair" and "mourning" mirror the farmers' hopelessness. (1st = literal; 2nd = personification of a machine, no feeling)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1st sentence – the dawn creeping in "timidly" and "ashamed" mirrors the horror and guilt after battle. (2nd = simile, no feeling; 3rd = personification of an object)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Pyrrhic victory = a win achieved at such great cost that it is hardly better than a defeat (3rd meaning); Hobson's choice = a supposed choice in which the only option is to take what is offered or nothing at all (4th meaning)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Hoist with one's own petard = harmed or undone by the very scheme one devised to hurt others (1st meaning); A Faustian bargain = a deal in which someone sacrifices their integrity for power, wealth or success (2nd meaning)</a:t>
            </a:r>
          </a:p>
        </p:txBody>
      </p:sp>
      <p:sp>
        <p:nvSpPr>
          <p:cNvPr id="6" name="Rectangle 5"/>
          <p:cNvSpPr/>
          <p:nvPr/>
        </p:nvSpPr>
        <p:spPr>
          <a:xfrm>
            <a:off x="0" y="5590207"/>
            <a:ext cx="7562088" cy="50899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654215"/>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2</a:t>
            </a:r>
          </a:p>
        </p:txBody>
      </p:sp>
      <p:sp>
        <p:nvSpPr>
          <p:cNvPr id="8" name="Subtitle 2"/>
          <p:cNvSpPr txBox="1">
            <a:spLocks/>
          </p:cNvSpPr>
          <p:nvPr/>
        </p:nvSpPr>
        <p:spPr>
          <a:xfrm>
            <a:off x="82296" y="5992543"/>
            <a:ext cx="3383280" cy="4651072"/>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ingenious, ingenuous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(impartial), uninterested (not interested)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appraise, apprise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foundered (sank), floundered (struggled)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militate, mitigate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proscribed, prescribed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Coordinating: for, nor, but, or</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Subordinating: whereas, lest, albeit, unless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Correlative: neither … nor, both … and, whether … or, not only … but also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Conjunctive adverb: nevertheless, moreover, conversely, consequently</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(error: sank – past participle needed after "had")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hanged (error: hung – people are hanged; objects are hung)</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465576" y="5992543"/>
            <a:ext cx="4096511" cy="4651072"/>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cheaper (error: cheapest – comparative for two)</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calm (error: calmly – "remained" is a linking verb, so it takes an adjective)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who (error: which – a person; "that" cannot introduce a non-restrictive clause)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poisoned chalice: a role or opportunity that looks attractive but is likely to bring harm or failure to whoever accepts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Moved the goalposts: unfairly changed the rules or requirements while a process was under way, making success harder.</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Damned with faint praise: criticised something indirectly by praising it so weakly that the lack of enthusiasm signals disapproval.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 2 only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Options 1 and 2 (dashes and brackets both correctly enclose the extra information; option 3 is missing its closing comma). Award the mark only if both 1 and 2 are chosen and 3 is not.</a:t>
            </a:r>
          </a:p>
        </p:txBody>
      </p:sp>
    </p:spTree>
    <p:extLst>
      <p:ext uri="{BB962C8B-B14F-4D97-AF65-F5344CB8AC3E}">
        <p14:creationId xmlns:p14="http://schemas.microsoft.com/office/powerpoint/2010/main" val="383845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45865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3</a:t>
            </a:r>
          </a:p>
        </p:txBody>
      </p:sp>
      <p:sp>
        <p:nvSpPr>
          <p:cNvPr id="4" name="Subtitle 2"/>
          <p:cNvSpPr txBox="1">
            <a:spLocks/>
          </p:cNvSpPr>
          <p:nvPr/>
        </p:nvSpPr>
        <p:spPr>
          <a:xfrm>
            <a:off x="82296" y="411480"/>
            <a:ext cx="2651760" cy="414768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supersede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liaison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resuscitate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vacillate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sacrilegious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consensus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led by a single master glazier (decoy: "restoring the stained glass" is a gerund phrase – the subject of "occupied")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rising faster than predicted (decoy: "were monitoring" is a past continuous verb)</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Trained in secret by a retired champion (decoy: "sparring with anyone in the gym" is a gerund phrase – the object of "loved")</a:t>
            </a:r>
          </a:p>
        </p:txBody>
      </p:sp>
      <p:sp>
        <p:nvSpPr>
          <p:cNvPr id="5" name="Subtitle 2"/>
          <p:cNvSpPr txBox="1">
            <a:spLocks/>
          </p:cNvSpPr>
          <p:nvPr/>
        </p:nvSpPr>
        <p:spPr>
          <a:xfrm>
            <a:off x="2734056" y="411480"/>
            <a:ext cx="4828031" cy="414768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Hoping to avoid a scandal (decoy: "publishing the report" is a gerund phrase – the object of "delayed")</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signed by their authors (decoy: "are now paying" is a present continuous verb)</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C (would have been spared – third conditional); B (would not be spending – mixed conditional: past condition, present result)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B (will have travelled – future perfect); D (were – with "neither … nor", the verb agrees with the nearer subject, "assistants")</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"warned about the drought" ends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"broke" applies literally to the lock and figuratively to the suspect's confidence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"Not a single" begins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 – the writer asks a question and immediately answers it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"swallowed" applies figuratively to his pride and literally to the dinner</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"Ask the" begins each clause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"he felt invisible" ends each clause</a:t>
            </a:r>
          </a:p>
        </p:txBody>
      </p:sp>
      <p:sp>
        <p:nvSpPr>
          <p:cNvPr id="6" name="Rectangle 5"/>
          <p:cNvSpPr/>
          <p:nvPr/>
        </p:nvSpPr>
        <p:spPr>
          <a:xfrm>
            <a:off x="0" y="4614029"/>
            <a:ext cx="7562088" cy="6066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4678037"/>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4</a:t>
            </a:r>
          </a:p>
        </p:txBody>
      </p:sp>
      <p:sp>
        <p:nvSpPr>
          <p:cNvPr id="8" name="Subtitle 2"/>
          <p:cNvSpPr txBox="1">
            <a:spLocks/>
          </p:cNvSpPr>
          <p:nvPr/>
        </p:nvSpPr>
        <p:spPr>
          <a:xfrm>
            <a:off x="82296" y="5016365"/>
            <a:ext cx="3017520" cy="562725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conscientious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bureaucracy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manoeuvre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surreptitious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mischievous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fluorescent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millennium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acquiesce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(subject of "remains")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Adjective (relative) clause (describes "the violinist")</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Adverbial clause (concession: "although …")</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Independent clause (can stand alone as a sentence)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(object of "debate")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The new policy aims to reduce emissions, cut costs and create local jobs; critics say it is little more than a slogan.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faulty parallelism – "cutting costs" and "to create" do not match "reduce"; comma splice. Also accept "…local jobs, but critics say…" or a full stop before "Critics".)</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099815" y="5016365"/>
            <a:ext cx="4462272" cy="562725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salvage diver told my colleague and me that among the items recovered from the wreck were a compass and two silver pistols.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"myself" → "me"; "was" → "were" – inverted sentence with a plural subject.)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Although the reef had survived three bleaching events, scientists warned that a fourth could destroy it, and they called for urgent action.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sentence fragment; tense shift "warn … called". Also accept consistent present tense: "…scientists warn that a fourth could destroy it and are calling for urgent action.")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wine is poisoned, but the host does not; his claim that he has never felt healthier is ironic because we know he is about to die, creating dread and suspense.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V – The captain says the opposite of what he means: a record defeat was obviously not the plan, so the sarcasm conveys his frustration or bitterness.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S – A company that sells protection against hacking is itself hacked, the opposite of what we would expect from security experts, which undermines its credibility.</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prince is plotting against the king, but the king does not; promoting him to most trusted adviser is ironic and builds tension because we expect betrayal.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(Q17–20 marking: ½ for the correct letter + ½ for an explanation that states the gap between expectation/knowledge and reality.)</a:t>
            </a:r>
          </a:p>
        </p:txBody>
      </p:sp>
    </p:spTree>
    <p:extLst>
      <p:ext uri="{BB962C8B-B14F-4D97-AF65-F5344CB8AC3E}">
        <p14:creationId xmlns:p14="http://schemas.microsoft.com/office/powerpoint/2010/main" val="429416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3009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5</a:t>
            </a:r>
          </a:p>
        </p:txBody>
      </p:sp>
      <p:sp>
        <p:nvSpPr>
          <p:cNvPr id="4" name="Subtitle 2"/>
          <p:cNvSpPr txBox="1">
            <a:spLocks/>
          </p:cNvSpPr>
          <p:nvPr/>
        </p:nvSpPr>
        <p:spPr>
          <a:xfrm>
            <a:off x="82296" y="411480"/>
            <a:ext cx="3383280"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Done with minimal effort: Perfunctory</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Showy and designed to impress: Ostentatious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Harmful in a hidden, gradual way: Insidious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Optimistic in a bad situation: Sanguine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Shy and lacking confidence: Diffident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Tirelessly persistent: Indefatigable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tantamount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indicative of</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predicated 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privy to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fraught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showed = demonstrated/established/confirmed; help = benefit/aid/assist; got worse = deteriorated/regressed/relapsed</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465576" y="411480"/>
            <a:ext cx="4096511"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said = ruled/declared/determined; to blame = culpable/liable; made it pay = compelled it to pay / ordered it to pay / required it to pay / obliged it to pay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liked = admired/lauded/commended; plain = austere/understated/restrained; fits = harmonises/blends/integrates</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Hamartia: the tragic flaw or error of judgement in a protagonist that leads to their downfall.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Hubris: excessive pride or self-confidence that leads a character to overreach and brings about their downfall (often the tragic hero's hamartia).</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well-known, well known (hyphenate a compound before the noun, not after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highly anticipated, half-hearted (no hyphen after an -ly adverb; "half-hearted" is always hyphenated)</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resign, re-sign (resign = quit; re-sign = sign again)</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16-year-old, 16 years old (hyphenate the compound before a noun, not after "at")</a:t>
            </a:r>
          </a:p>
        </p:txBody>
      </p:sp>
      <p:sp>
        <p:nvSpPr>
          <p:cNvPr id="6" name="Rectangle 5"/>
          <p:cNvSpPr/>
          <p:nvPr/>
        </p:nvSpPr>
        <p:spPr>
          <a:xfrm>
            <a:off x="0" y="5328412"/>
            <a:ext cx="7562088" cy="53517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392420"/>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6</a:t>
            </a:r>
          </a:p>
        </p:txBody>
      </p:sp>
      <p:sp>
        <p:nvSpPr>
          <p:cNvPr id="8" name="Subtitle 2"/>
          <p:cNvSpPr txBox="1">
            <a:spLocks/>
          </p:cNvSpPr>
          <p:nvPr/>
        </p:nvSpPr>
        <p:spPr>
          <a:xfrm>
            <a:off x="82296" y="5730748"/>
            <a:ext cx="3017520"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find a way around a rule or obstacle: Circumvent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shock or stir someone into action: Galvanise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give up power or a claim willingly: Relinquish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increase rapidly in number: Proliferate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adopt or publicly support a belief: Espouse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replace someone or something, especially by becoming more successful or powerful: Supplant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p:txBody>
      </p:sp>
      <p:sp>
        <p:nvSpPr>
          <p:cNvPr id="9" name="Subtitle 2"/>
          <p:cNvSpPr txBox="1">
            <a:spLocks/>
          </p:cNvSpPr>
          <p:nvPr/>
        </p:nvSpPr>
        <p:spPr>
          <a:xfrm>
            <a:off x="3099815" y="5730748"/>
            <a:ext cx="4462272"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Having finished the marathon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Having finished the marathon, she found the medal heavier than she had expected.</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"When she finished the marathon, the medal felt heavier than she had expected.")</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The biographer showed journalists the letters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"The biographer showed the letters written by the dying poet to journalists.")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(Q12–13 marking: ½ for the correct underline + ½ for a correct rewrite.)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cogent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prescient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clandestine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tenuous</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1</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2</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3</a:t>
            </a:r>
          </a:p>
        </p:txBody>
      </p:sp>
    </p:spTree>
    <p:extLst>
      <p:ext uri="{BB962C8B-B14F-4D97-AF65-F5344CB8AC3E}">
        <p14:creationId xmlns:p14="http://schemas.microsoft.com/office/powerpoint/2010/main" val="353746191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5"/>
          <p:cNvSpPr/>
          <p:nvPr/>
        </p:nvSpPr>
        <p:spPr>
          <a:xfrm>
            <a:off x="0" y="9144"/>
            <a:ext cx="7562088" cy="49305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1234440"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Term Test</a:t>
            </a:r>
          </a:p>
        </p:txBody>
      </p:sp>
      <p:sp>
        <p:nvSpPr>
          <p:cNvPr id="4" name="Subtitle 2"/>
          <p:cNvSpPr txBox="1">
            <a:spLocks/>
          </p:cNvSpPr>
          <p:nvPr/>
        </p:nvSpPr>
        <p:spPr>
          <a:xfrm>
            <a:off x="82296" y="411480"/>
            <a:ext cx="2651760" cy="4491609"/>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accommodate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indispensable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exhilarating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threshold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apprise, canvass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on,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hanged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stronger, who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False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 – The parent distorts a moderate proposal (later start times) into an extreme one (sleeping all day, no discipline), making the principal easy to ridicule and swaying the audience through alarm rather than evidence.</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2734056" y="411480"/>
            <a:ext cx="4828031" cy="4491609"/>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PF – The rain falling "listlessly", "too weary" even to storm, mirrors the town's exhaustion and defeat after the closure, creating a bleak, heavy atmosphere.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I (situational) – A billboard designed to prevent accidents causes them; the unexpected outcome creates dark humour and exposes how poorly the campaign was thought through.</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Z – "Opened" applies literally to the umbrella and figuratively to an old wound from the minister's past (reviving a past scandal); pairing an ordinary action with a damaging one creates wry humour and suggests how casually and effortlessly she inflicts the damage.</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(Q14–17 marking: ½ for the correct technique + ½ for an accurate effect.)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coroner reached one conclusion: the ferry's captain, who had been awake for thirty hours, was unfit to sail.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dashes instead of the commas.)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long-awaited report was finally released; its findings, however, were quietly ignored.</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a full stop instead of the semicolon.)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Three things saved the stranded climbers: a satellite phone, a well-stocked medical kit and the local women's knowledge of the terrain.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 serial comma before "and" is acceptable.)</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(Q18–20 suggested marking: 1 mark if every required mark is present; ½ if one is missing.)</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25364</TotalTime>
  <Words>5000</Words>
  <Application>Microsoft Office PowerPoint</Application>
  <PresentationFormat>Custom</PresentationFormat>
  <Paragraphs>803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 Antiqua</vt:lpstr>
      <vt:lpstr>Calibri</vt:lpstr>
      <vt:lpstr>Calibri Light</vt:lpstr>
      <vt:lpstr>Candara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Amelie Parker</dc:creator>
  <cp:lastModifiedBy>Amelie Parker</cp:lastModifiedBy>
  <cp:revision>1488</cp:revision>
  <cp:lastPrinted>2025-10-04T22:39:59Z</cp:lastPrinted>
  <dcterms:created xsi:type="dcterms:W3CDTF">2023-01-11T03:32:48Z</dcterms:created>
  <dcterms:modified xsi:type="dcterms:W3CDTF">2026-07-19T05:11:19Z</dcterms:modified>
</cp:coreProperties>
</file>