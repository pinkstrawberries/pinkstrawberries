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73" r:id="rId2"/>
    <p:sldId id="279" r:id="rId3"/>
    <p:sldId id="292" r:id="rId4"/>
    <p:sldId id="277" r:id="rId5"/>
    <p:sldId id="290" r:id="rId6"/>
    <p:sldId id="285" r:id="rId7"/>
    <p:sldId id="270" r:id="rId8"/>
    <p:sldId id="288" r:id="rId9"/>
    <p:sldId id="278" r:id="rId10"/>
    <p:sldId id="275" r:id="rId11"/>
    <p:sldId id="284" r:id="rId12"/>
    <p:sldId id="281" r:id="rId13"/>
    <p:sldId id="289" r:id="rId14"/>
    <p:sldId id="287" r:id="rId15"/>
    <p:sldId id="295" r:id="rId16"/>
    <p:sldId id="296" r:id="rId17"/>
    <p:sldId id="297" r:id="rId18"/>
    <p:sldId id="298" r:id="rId25"/>
  </p:sldIdLst>
  <p:sldSz cx="7559675" cy="1069181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DBA426-ED31-4383-A033-9157EBBE30D7}" v="4" dt="2026-07-16T04:59:48.5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79" autoAdjust="0"/>
    <p:restoredTop sz="94660"/>
  </p:normalViewPr>
  <p:slideViewPr>
    <p:cSldViewPr snapToGrid="0">
      <p:cViewPr>
        <p:scale>
          <a:sx n="116" d="100"/>
          <a:sy n="116" d="100"/>
        </p:scale>
        <p:origin x="432" y="-30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microsoft.com/office/2016/11/relationships/changesInfo" Target="changesInfos/changesInfo1.xml"/><Relationship Id="rId24" Type="http://schemas.microsoft.com/office/2015/10/relationships/revisionInfo" Target="revisionInfo.xml"/><Relationship Id="rId25"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elie Parker" userId="7d57f269b0755328" providerId="LiveId" clId="{56B2A1D9-F472-4B4B-BE22-5E69862FAE80}"/>
    <pc:docChg chg="undo custSel addSld delSld modSld sldOrd">
      <pc:chgData name="Amelie Parker" userId="7d57f269b0755328" providerId="LiveId" clId="{56B2A1D9-F472-4B4B-BE22-5E69862FAE80}" dt="2026-07-16T05:00:25.177" v="1757" actId="20577"/>
      <pc:docMkLst>
        <pc:docMk/>
      </pc:docMkLst>
      <pc:sldChg chg="modSp mod">
        <pc:chgData name="Amelie Parker" userId="7d57f269b0755328" providerId="LiveId" clId="{56B2A1D9-F472-4B4B-BE22-5E69862FAE80}" dt="2026-07-16T04:59:21.677" v="1747" actId="1076"/>
        <pc:sldMkLst>
          <pc:docMk/>
          <pc:sldMk cId="2618660994" sldId="270"/>
        </pc:sldMkLst>
        <pc:spChg chg="mod">
          <ac:chgData name="Amelie Parker" userId="7d57f269b0755328" providerId="LiveId" clId="{56B2A1D9-F472-4B4B-BE22-5E69862FAE80}" dt="2026-06-30T12:37:12.041" v="731" actId="20577"/>
          <ac:spMkLst>
            <pc:docMk/>
            <pc:sldMk cId="2618660994" sldId="270"/>
            <ac:spMk id="33" creationId="{36BA80D5-6131-A1F9-ED11-8C3CFF10B879}"/>
          </ac:spMkLst>
        </pc:spChg>
        <pc:spChg chg="mod">
          <ac:chgData name="Amelie Parker" userId="7d57f269b0755328" providerId="LiveId" clId="{56B2A1D9-F472-4B4B-BE22-5E69862FAE80}" dt="2026-07-16T04:59:21.677" v="1747" actId="1076"/>
          <ac:spMkLst>
            <pc:docMk/>
            <pc:sldMk cId="2618660994" sldId="270"/>
            <ac:spMk id="36" creationId="{3F031257-2C02-B8D5-05C2-B811A06B65FF}"/>
          </ac:spMkLst>
        </pc:spChg>
        <pc:spChg chg="mod">
          <ac:chgData name="Amelie Parker" userId="7d57f269b0755328" providerId="LiveId" clId="{56B2A1D9-F472-4B4B-BE22-5E69862FAE80}" dt="2026-06-30T12:39:36.125" v="802" actId="20577"/>
          <ac:spMkLst>
            <pc:docMk/>
            <pc:sldMk cId="2618660994" sldId="270"/>
            <ac:spMk id="38" creationId="{5B6D005D-EE64-D806-AEDE-2CB204D187C5}"/>
          </ac:spMkLst>
        </pc:spChg>
        <pc:spChg chg="mod">
          <ac:chgData name="Amelie Parker" userId="7d57f269b0755328" providerId="LiveId" clId="{56B2A1D9-F472-4B4B-BE22-5E69862FAE80}" dt="2026-06-30T12:40:10.926" v="921" actId="20577"/>
          <ac:spMkLst>
            <pc:docMk/>
            <pc:sldMk cId="2618660994" sldId="270"/>
            <ac:spMk id="40" creationId="{16CF8CED-2398-BCC4-2152-7057B2E2F7C1}"/>
          </ac:spMkLst>
        </pc:spChg>
        <pc:spChg chg="mod">
          <ac:chgData name="Amelie Parker" userId="7d57f269b0755328" providerId="LiveId" clId="{56B2A1D9-F472-4B4B-BE22-5E69862FAE80}" dt="2026-06-30T12:44:52.112" v="1083" actId="113"/>
          <ac:spMkLst>
            <pc:docMk/>
            <pc:sldMk cId="2618660994" sldId="270"/>
            <ac:spMk id="42" creationId="{EC022D59-CC14-320B-FDBE-8DEE82DF3A3D}"/>
          </ac:spMkLst>
        </pc:spChg>
        <pc:spChg chg="mod">
          <ac:chgData name="Amelie Parker" userId="7d57f269b0755328" providerId="LiveId" clId="{56B2A1D9-F472-4B4B-BE22-5E69862FAE80}" dt="2026-06-30T12:41:41.349" v="1080" actId="20577"/>
          <ac:spMkLst>
            <pc:docMk/>
            <pc:sldMk cId="2618660994" sldId="270"/>
            <ac:spMk id="44" creationId="{608213EB-DD95-D4C2-F7B2-F8B8DF052EFF}"/>
          </ac:spMkLst>
        </pc:spChg>
        <pc:spChg chg="mod">
          <ac:chgData name="Amelie Parker" userId="7d57f269b0755328" providerId="LiveId" clId="{56B2A1D9-F472-4B4B-BE22-5E69862FAE80}" dt="2026-06-30T12:41:03.557" v="982" actId="20577"/>
          <ac:spMkLst>
            <pc:docMk/>
            <pc:sldMk cId="2618660994" sldId="270"/>
            <ac:spMk id="46" creationId="{6121475D-AB01-786B-2484-7C07A13CDC26}"/>
          </ac:spMkLst>
        </pc:spChg>
        <pc:spChg chg="mod">
          <ac:chgData name="Amelie Parker" userId="7d57f269b0755328" providerId="LiveId" clId="{56B2A1D9-F472-4B4B-BE22-5E69862FAE80}" dt="2026-06-30T12:40:58.567" v="978" actId="20577"/>
          <ac:spMkLst>
            <pc:docMk/>
            <pc:sldMk cId="2618660994" sldId="270"/>
            <ac:spMk id="48" creationId="{09DCD1F5-3AF0-748A-51DE-E9C5E1EC3D43}"/>
          </ac:spMkLst>
        </pc:spChg>
        <pc:spChg chg="mod">
          <ac:chgData name="Amelie Parker" userId="7d57f269b0755328" providerId="LiveId" clId="{56B2A1D9-F472-4B4B-BE22-5E69862FAE80}" dt="2026-06-30T13:08:49.486" v="1305" actId="2711"/>
          <ac:spMkLst>
            <pc:docMk/>
            <pc:sldMk cId="2618660994" sldId="270"/>
            <ac:spMk id="82" creationId="{28BED239-28F2-CDB6-F458-BC525B5715EB}"/>
          </ac:spMkLst>
        </pc:spChg>
        <pc:spChg chg="mod">
          <ac:chgData name="Amelie Parker" userId="7d57f269b0755328" providerId="LiveId" clId="{56B2A1D9-F472-4B4B-BE22-5E69862FAE80}" dt="2026-06-30T13:08:49.486" v="1305" actId="2711"/>
          <ac:spMkLst>
            <pc:docMk/>
            <pc:sldMk cId="2618660994" sldId="270"/>
            <ac:spMk id="88" creationId="{D02143DC-90F4-8935-776B-F0E46C9D728D}"/>
          </ac:spMkLst>
        </pc:spChg>
        <pc:spChg chg="mod">
          <ac:chgData name="Amelie Parker" userId="7d57f269b0755328" providerId="LiveId" clId="{56B2A1D9-F472-4B4B-BE22-5E69862FAE80}" dt="2026-06-30T13:08:49.486" v="1305" actId="2711"/>
          <ac:spMkLst>
            <pc:docMk/>
            <pc:sldMk cId="2618660994" sldId="270"/>
            <ac:spMk id="90" creationId="{E7579CE4-4B27-E89D-461D-548B2B389F7D}"/>
          </ac:spMkLst>
        </pc:spChg>
        <pc:spChg chg="mod">
          <ac:chgData name="Amelie Parker" userId="7d57f269b0755328" providerId="LiveId" clId="{56B2A1D9-F472-4B4B-BE22-5E69862FAE80}" dt="2026-06-30T13:08:49.486" v="1305" actId="2711"/>
          <ac:spMkLst>
            <pc:docMk/>
            <pc:sldMk cId="2618660994" sldId="270"/>
            <ac:spMk id="97" creationId="{FC601826-4320-9699-A416-177BD96B3E35}"/>
          </ac:spMkLst>
        </pc:spChg>
        <pc:spChg chg="mod">
          <ac:chgData name="Amelie Parker" userId="7d57f269b0755328" providerId="LiveId" clId="{56B2A1D9-F472-4B4B-BE22-5E69862FAE80}" dt="2026-06-30T13:08:55.443" v="1306" actId="1076"/>
          <ac:spMkLst>
            <pc:docMk/>
            <pc:sldMk cId="2618660994" sldId="270"/>
            <ac:spMk id="115" creationId="{2AAE0305-AB1C-E581-A266-5D58241F1421}"/>
          </ac:spMkLst>
        </pc:spChg>
        <pc:cxnChg chg="mod">
          <ac:chgData name="Amelie Parker" userId="7d57f269b0755328" providerId="LiveId" clId="{56B2A1D9-F472-4B4B-BE22-5E69862FAE80}" dt="2026-06-30T12:44:43.987" v="1082" actId="14100"/>
          <ac:cxnSpMkLst>
            <pc:docMk/>
            <pc:sldMk cId="2618660994" sldId="270"/>
            <ac:cxnSpMk id="6" creationId="{E09EF930-B8EE-DA19-8861-AE97521C9103}"/>
          </ac:cxnSpMkLst>
        </pc:cxnChg>
      </pc:sldChg>
      <pc:sldChg chg="modSp mod ord">
        <pc:chgData name="Amelie Parker" userId="7d57f269b0755328" providerId="LiveId" clId="{56B2A1D9-F472-4B4B-BE22-5E69862FAE80}" dt="2026-07-14T02:46:07.644" v="1740" actId="20577"/>
        <pc:sldMkLst>
          <pc:docMk/>
          <pc:sldMk cId="3738036891" sldId="273"/>
        </pc:sldMkLst>
        <pc:spChg chg="mod">
          <ac:chgData name="Amelie Parker" userId="7d57f269b0755328" providerId="LiveId" clId="{56B2A1D9-F472-4B4B-BE22-5E69862FAE80}" dt="2026-06-30T09:32:12.455" v="27" actId="1076"/>
          <ac:spMkLst>
            <pc:docMk/>
            <pc:sldMk cId="3738036891" sldId="273"/>
            <ac:spMk id="3" creationId="{B01C927D-699A-9DF7-E558-6A11F8B20380}"/>
          </ac:spMkLst>
        </pc:spChg>
        <pc:spChg chg="mod">
          <ac:chgData name="Amelie Parker" userId="7d57f269b0755328" providerId="LiveId" clId="{56B2A1D9-F472-4B4B-BE22-5E69862FAE80}" dt="2026-06-30T10:21:00.460" v="63" actId="1076"/>
          <ac:spMkLst>
            <pc:docMk/>
            <pc:sldMk cId="3738036891" sldId="273"/>
            <ac:spMk id="7" creationId="{03EC85AC-7B19-1A42-6683-042900A564E5}"/>
          </ac:spMkLst>
        </pc:spChg>
        <pc:spChg chg="mod">
          <ac:chgData name="Amelie Parker" userId="7d57f269b0755328" providerId="LiveId" clId="{56B2A1D9-F472-4B4B-BE22-5E69862FAE80}" dt="2026-06-30T09:32:12.455" v="27" actId="1076"/>
          <ac:spMkLst>
            <pc:docMk/>
            <pc:sldMk cId="3738036891" sldId="273"/>
            <ac:spMk id="8" creationId="{D48F1B1E-F0B9-5960-7983-36B0F338CA0E}"/>
          </ac:spMkLst>
        </pc:spChg>
        <pc:spChg chg="mod">
          <ac:chgData name="Amelie Parker" userId="7d57f269b0755328" providerId="LiveId" clId="{56B2A1D9-F472-4B4B-BE22-5E69862FAE80}" dt="2026-06-30T09:31:55.203" v="24" actId="14100"/>
          <ac:spMkLst>
            <pc:docMk/>
            <pc:sldMk cId="3738036891" sldId="273"/>
            <ac:spMk id="9" creationId="{B14A693B-EF79-6467-C843-E5C21DA4A616}"/>
          </ac:spMkLst>
        </pc:spChg>
        <pc:spChg chg="mod">
          <ac:chgData name="Amelie Parker" userId="7d57f269b0755328" providerId="LiveId" clId="{56B2A1D9-F472-4B4B-BE22-5E69862FAE80}" dt="2026-06-30T09:32:00.065" v="25" actId="1076"/>
          <ac:spMkLst>
            <pc:docMk/>
            <pc:sldMk cId="3738036891" sldId="273"/>
            <ac:spMk id="12" creationId="{9D4C4F2C-9179-B2EB-8D9E-693CB0F3EF6A}"/>
          </ac:spMkLst>
        </pc:spChg>
        <pc:spChg chg="mod">
          <ac:chgData name="Amelie Parker" userId="7d57f269b0755328" providerId="LiveId" clId="{56B2A1D9-F472-4B4B-BE22-5E69862FAE80}" dt="2026-06-30T10:18:53.973" v="39" actId="1076"/>
          <ac:spMkLst>
            <pc:docMk/>
            <pc:sldMk cId="3738036891" sldId="273"/>
            <ac:spMk id="17" creationId="{F3A7F8B4-5191-DE24-414D-A2038000C3E9}"/>
          </ac:spMkLst>
        </pc:spChg>
        <pc:spChg chg="mod">
          <ac:chgData name="Amelie Parker" userId="7d57f269b0755328" providerId="LiveId" clId="{56B2A1D9-F472-4B4B-BE22-5E69862FAE80}" dt="2026-06-30T09:10:26.895" v="5" actId="20577"/>
          <ac:spMkLst>
            <pc:docMk/>
            <pc:sldMk cId="3738036891" sldId="273"/>
            <ac:spMk id="20" creationId="{3B69BAF7-66A1-3E93-2677-09BA3D09A9F4}"/>
          </ac:spMkLst>
        </pc:spChg>
        <pc:spChg chg="mod">
          <ac:chgData name="Amelie Parker" userId="7d57f269b0755328" providerId="LiveId" clId="{56B2A1D9-F472-4B4B-BE22-5E69862FAE80}" dt="2026-06-30T10:18:53.973" v="39" actId="1076"/>
          <ac:spMkLst>
            <pc:docMk/>
            <pc:sldMk cId="3738036891" sldId="273"/>
            <ac:spMk id="22" creationId="{FE7FB884-A288-1ACA-D766-A13332D32903}"/>
          </ac:spMkLst>
        </pc:spChg>
        <pc:spChg chg="mod">
          <ac:chgData name="Amelie Parker" userId="7d57f269b0755328" providerId="LiveId" clId="{56B2A1D9-F472-4B4B-BE22-5E69862FAE80}" dt="2026-06-30T09:32:00.065" v="25" actId="1076"/>
          <ac:spMkLst>
            <pc:docMk/>
            <pc:sldMk cId="3738036891" sldId="273"/>
            <ac:spMk id="23" creationId="{842E2E29-50C6-7E82-BCFE-196E1F875265}"/>
          </ac:spMkLst>
        </pc:spChg>
        <pc:spChg chg="mod">
          <ac:chgData name="Amelie Parker" userId="7d57f269b0755328" providerId="LiveId" clId="{56B2A1D9-F472-4B4B-BE22-5E69862FAE80}" dt="2026-06-30T10:21:17.125" v="65" actId="1076"/>
          <ac:spMkLst>
            <pc:docMk/>
            <pc:sldMk cId="3738036891" sldId="273"/>
            <ac:spMk id="26" creationId="{F61E64B6-3A0E-3409-07D6-660F5D1A02C2}"/>
          </ac:spMkLst>
        </pc:spChg>
        <pc:spChg chg="mod">
          <ac:chgData name="Amelie Parker" userId="7d57f269b0755328" providerId="LiveId" clId="{56B2A1D9-F472-4B4B-BE22-5E69862FAE80}" dt="2026-06-30T10:18:53.973" v="39" actId="1076"/>
          <ac:spMkLst>
            <pc:docMk/>
            <pc:sldMk cId="3738036891" sldId="273"/>
            <ac:spMk id="33" creationId="{9DDEAF73-903C-617F-4559-2E04A53275A1}"/>
          </ac:spMkLst>
        </pc:spChg>
        <pc:spChg chg="mod">
          <ac:chgData name="Amelie Parker" userId="7d57f269b0755328" providerId="LiveId" clId="{56B2A1D9-F472-4B4B-BE22-5E69862FAE80}" dt="2026-06-30T10:18:53.973" v="39" actId="1076"/>
          <ac:spMkLst>
            <pc:docMk/>
            <pc:sldMk cId="3738036891" sldId="273"/>
            <ac:spMk id="34" creationId="{16FD4CE0-DC12-B029-3957-D6A4BA01457C}"/>
          </ac:spMkLst>
        </pc:spChg>
        <pc:spChg chg="mod">
          <ac:chgData name="Amelie Parker" userId="7d57f269b0755328" providerId="LiveId" clId="{56B2A1D9-F472-4B4B-BE22-5E69862FAE80}" dt="2026-06-30T10:18:53.973" v="39" actId="1076"/>
          <ac:spMkLst>
            <pc:docMk/>
            <pc:sldMk cId="3738036891" sldId="273"/>
            <ac:spMk id="36" creationId="{B4A44FCD-BDAA-FFBE-7F4D-3A5EC2AC2CAB}"/>
          </ac:spMkLst>
        </pc:spChg>
        <pc:spChg chg="mod">
          <ac:chgData name="Amelie Parker" userId="7d57f269b0755328" providerId="LiveId" clId="{56B2A1D9-F472-4B4B-BE22-5E69862FAE80}" dt="2026-06-30T10:21:11.102" v="64" actId="1076"/>
          <ac:spMkLst>
            <pc:docMk/>
            <pc:sldMk cId="3738036891" sldId="273"/>
            <ac:spMk id="39" creationId="{C481E6A4-9534-E47B-3B7D-61C5685D5D28}"/>
          </ac:spMkLst>
        </pc:spChg>
        <pc:spChg chg="mod">
          <ac:chgData name="Amelie Parker" userId="7d57f269b0755328" providerId="LiveId" clId="{56B2A1D9-F472-4B4B-BE22-5E69862FAE80}" dt="2026-06-30T10:18:53.973" v="39" actId="1076"/>
          <ac:spMkLst>
            <pc:docMk/>
            <pc:sldMk cId="3738036891" sldId="273"/>
            <ac:spMk id="40" creationId="{C88D618C-DE8C-7608-2400-C1DA32777CAE}"/>
          </ac:spMkLst>
        </pc:spChg>
        <pc:spChg chg="mod">
          <ac:chgData name="Amelie Parker" userId="7d57f269b0755328" providerId="LiveId" clId="{56B2A1D9-F472-4B4B-BE22-5E69862FAE80}" dt="2026-06-30T10:18:58.444" v="40" actId="1076"/>
          <ac:spMkLst>
            <pc:docMk/>
            <pc:sldMk cId="3738036891" sldId="273"/>
            <ac:spMk id="70" creationId="{0B5AE293-E209-ED63-BB0E-5778C6BAD0F9}"/>
          </ac:spMkLst>
        </pc:spChg>
        <pc:spChg chg="mod">
          <ac:chgData name="Amelie Parker" userId="7d57f269b0755328" providerId="LiveId" clId="{56B2A1D9-F472-4B4B-BE22-5E69862FAE80}" dt="2026-06-30T10:18:53.973" v="39" actId="1076"/>
          <ac:spMkLst>
            <pc:docMk/>
            <pc:sldMk cId="3738036891" sldId="273"/>
            <ac:spMk id="76" creationId="{9A96B96A-FD1D-7723-A058-C78C5CF30AA9}"/>
          </ac:spMkLst>
        </pc:spChg>
        <pc:spChg chg="mod">
          <ac:chgData name="Amelie Parker" userId="7d57f269b0755328" providerId="LiveId" clId="{56B2A1D9-F472-4B4B-BE22-5E69862FAE80}" dt="2026-06-30T10:19:22.220" v="62" actId="20577"/>
          <ac:spMkLst>
            <pc:docMk/>
            <pc:sldMk cId="3738036891" sldId="273"/>
            <ac:spMk id="107" creationId="{0CE27853-DC12-3DC8-9634-48537CB01504}"/>
          </ac:spMkLst>
        </pc:spChg>
        <pc:spChg chg="mod">
          <ac:chgData name="Amelie Parker" userId="7d57f269b0755328" providerId="LiveId" clId="{56B2A1D9-F472-4B4B-BE22-5E69862FAE80}" dt="2026-07-13T03:28:05.332" v="1581" actId="1076"/>
          <ac:spMkLst>
            <pc:docMk/>
            <pc:sldMk cId="3738036891" sldId="273"/>
            <ac:spMk id="109" creationId="{54FF5849-172C-6B23-D2EB-05B9DDACF484}"/>
          </ac:spMkLst>
        </pc:spChg>
        <pc:spChg chg="mod">
          <ac:chgData name="Amelie Parker" userId="7d57f269b0755328" providerId="LiveId" clId="{56B2A1D9-F472-4B4B-BE22-5E69862FAE80}" dt="2026-06-30T10:19:14.546" v="56" actId="20577"/>
          <ac:spMkLst>
            <pc:docMk/>
            <pc:sldMk cId="3738036891" sldId="273"/>
            <ac:spMk id="111" creationId="{85C985C2-8DF3-77A9-7940-7AD9F654B37D}"/>
          </ac:spMkLst>
        </pc:spChg>
        <pc:spChg chg="mod">
          <ac:chgData name="Amelie Parker" userId="7d57f269b0755328" providerId="LiveId" clId="{56B2A1D9-F472-4B4B-BE22-5E69862FAE80}" dt="2026-06-30T10:18:53.973" v="39" actId="1076"/>
          <ac:spMkLst>
            <pc:docMk/>
            <pc:sldMk cId="3738036891" sldId="273"/>
            <ac:spMk id="113" creationId="{4D0E4514-193E-F626-217D-0B04BBBFA7E8}"/>
          </ac:spMkLst>
        </pc:spChg>
        <pc:spChg chg="mod">
          <ac:chgData name="Amelie Parker" userId="7d57f269b0755328" providerId="LiveId" clId="{56B2A1D9-F472-4B4B-BE22-5E69862FAE80}" dt="2026-06-30T09:32:06.713" v="26" actId="1076"/>
          <ac:spMkLst>
            <pc:docMk/>
            <pc:sldMk cId="3738036891" sldId="273"/>
            <ac:spMk id="114" creationId="{636E4746-A03D-CFD2-8D5E-0E947D6CB39F}"/>
          </ac:spMkLst>
        </pc:spChg>
        <pc:spChg chg="mod">
          <ac:chgData name="Amelie Parker" userId="7d57f269b0755328" providerId="LiveId" clId="{56B2A1D9-F472-4B4B-BE22-5E69862FAE80}" dt="2026-07-14T02:46:07.644" v="1740" actId="20577"/>
          <ac:spMkLst>
            <pc:docMk/>
            <pc:sldMk cId="3738036891" sldId="273"/>
            <ac:spMk id="115" creationId="{9912E13E-A372-A2C5-E08C-C8B8E8922365}"/>
          </ac:spMkLst>
        </pc:spChg>
        <pc:spChg chg="mod">
          <ac:chgData name="Amelie Parker" userId="7d57f269b0755328" providerId="LiveId" clId="{56B2A1D9-F472-4B4B-BE22-5E69862FAE80}" dt="2026-06-30T09:32:06.713" v="26" actId="1076"/>
          <ac:spMkLst>
            <pc:docMk/>
            <pc:sldMk cId="3738036891" sldId="273"/>
            <ac:spMk id="116" creationId="{75B5F35E-5C02-0323-01F5-611E534A644A}"/>
          </ac:spMkLst>
        </pc:spChg>
        <pc:graphicFrameChg chg="mod modGraphic">
          <ac:chgData name="Amelie Parker" userId="7d57f269b0755328" providerId="LiveId" clId="{56B2A1D9-F472-4B4B-BE22-5E69862FAE80}" dt="2026-07-13T03:28:44.951" v="1583" actId="20577"/>
          <ac:graphicFrameMkLst>
            <pc:docMk/>
            <pc:sldMk cId="3738036891" sldId="273"/>
            <ac:graphicFrameMk id="45" creationId="{7784D2D9-F71C-A1AB-D88F-863FC27C6659}"/>
          </ac:graphicFrameMkLst>
        </pc:graphicFrameChg>
      </pc:sldChg>
      <pc:sldChg chg="modSp mod">
        <pc:chgData name="Amelie Parker" userId="7d57f269b0755328" providerId="LiveId" clId="{56B2A1D9-F472-4B4B-BE22-5E69862FAE80}" dt="2026-07-16T04:59:48.576" v="1751" actId="20577"/>
        <pc:sldMkLst>
          <pc:docMk/>
          <pc:sldMk cId="3786064470" sldId="275"/>
        </pc:sldMkLst>
        <pc:spChg chg="mod">
          <ac:chgData name="Amelie Parker" userId="7d57f269b0755328" providerId="LiveId" clId="{56B2A1D9-F472-4B4B-BE22-5E69862FAE80}" dt="2026-07-16T04:59:48.576" v="1751" actId="20577"/>
          <ac:spMkLst>
            <pc:docMk/>
            <pc:sldMk cId="3786064470" sldId="275"/>
            <ac:spMk id="12" creationId="{674CFB9A-2BFA-B393-94CF-2A7CC80F221E}"/>
          </ac:spMkLst>
        </pc:spChg>
        <pc:spChg chg="mod">
          <ac:chgData name="Amelie Parker" userId="7d57f269b0755328" providerId="LiveId" clId="{56B2A1D9-F472-4B4B-BE22-5E69862FAE80}" dt="2026-07-13T04:04:58.472" v="1644" actId="1076"/>
          <ac:spMkLst>
            <pc:docMk/>
            <pc:sldMk cId="3786064470" sldId="275"/>
            <ac:spMk id="16" creationId="{88A70FE5-7BF9-4477-ACD5-54AC17A9A34B}"/>
          </ac:spMkLst>
        </pc:spChg>
        <pc:spChg chg="mod">
          <ac:chgData name="Amelie Parker" userId="7d57f269b0755328" providerId="LiveId" clId="{56B2A1D9-F472-4B4B-BE22-5E69862FAE80}" dt="2026-07-13T04:04:38.069" v="1641" actId="1076"/>
          <ac:spMkLst>
            <pc:docMk/>
            <pc:sldMk cId="3786064470" sldId="275"/>
            <ac:spMk id="19" creationId="{1ADE07B9-2AB1-EFD3-AFB6-5F739A95EFE7}"/>
          </ac:spMkLst>
        </pc:spChg>
        <pc:spChg chg="mod">
          <ac:chgData name="Amelie Parker" userId="7d57f269b0755328" providerId="LiveId" clId="{56B2A1D9-F472-4B4B-BE22-5E69862FAE80}" dt="2026-06-30T12:58:42.717" v="1242" actId="1076"/>
          <ac:spMkLst>
            <pc:docMk/>
            <pc:sldMk cId="3786064470" sldId="275"/>
            <ac:spMk id="78" creationId="{545397C4-6719-0A67-C727-EA905B0C5C57}"/>
          </ac:spMkLst>
        </pc:spChg>
        <pc:spChg chg="mod">
          <ac:chgData name="Amelie Parker" userId="7d57f269b0755328" providerId="LiveId" clId="{56B2A1D9-F472-4B4B-BE22-5E69862FAE80}" dt="2026-07-13T04:04:43.498" v="1642" actId="1076"/>
          <ac:spMkLst>
            <pc:docMk/>
            <pc:sldMk cId="3786064470" sldId="275"/>
            <ac:spMk id="90" creationId="{ED86B059-0E14-3463-F005-9D7D7557579A}"/>
          </ac:spMkLst>
        </pc:spChg>
        <pc:spChg chg="mod">
          <ac:chgData name="Amelie Parker" userId="7d57f269b0755328" providerId="LiveId" clId="{56B2A1D9-F472-4B4B-BE22-5E69862FAE80}" dt="2026-07-13T04:04:58.472" v="1644" actId="1076"/>
          <ac:spMkLst>
            <pc:docMk/>
            <pc:sldMk cId="3786064470" sldId="275"/>
            <ac:spMk id="91" creationId="{E8F622FD-BA44-6F54-D545-2EFA14DFA722}"/>
          </ac:spMkLst>
        </pc:spChg>
        <pc:spChg chg="mod">
          <ac:chgData name="Amelie Parker" userId="7d57f269b0755328" providerId="LiveId" clId="{56B2A1D9-F472-4B4B-BE22-5E69862FAE80}" dt="2026-07-13T04:04:43.498" v="1642" actId="1076"/>
          <ac:spMkLst>
            <pc:docMk/>
            <pc:sldMk cId="3786064470" sldId="275"/>
            <ac:spMk id="93" creationId="{72651DA2-7B24-8E4D-EE69-65CC6582A1BF}"/>
          </ac:spMkLst>
        </pc:spChg>
      </pc:sldChg>
      <pc:sldChg chg="modSp mod">
        <pc:chgData name="Amelie Parker" userId="7d57f269b0755328" providerId="LiveId" clId="{56B2A1D9-F472-4B4B-BE22-5E69862FAE80}" dt="2026-07-13T04:57:31.351" v="1665" actId="1076"/>
        <pc:sldMkLst>
          <pc:docMk/>
          <pc:sldMk cId="3048242775" sldId="277"/>
        </pc:sldMkLst>
        <pc:spChg chg="mod">
          <ac:chgData name="Amelie Parker" userId="7d57f269b0755328" providerId="LiveId" clId="{56B2A1D9-F472-4B4B-BE22-5E69862FAE80}" dt="2026-06-30T11:51:55.245" v="188" actId="1076"/>
          <ac:spMkLst>
            <pc:docMk/>
            <pc:sldMk cId="3048242775" sldId="277"/>
            <ac:spMk id="2" creationId="{7AE1700C-8B86-ECEB-C982-5F8EBE57E0D7}"/>
          </ac:spMkLst>
        </pc:spChg>
        <pc:spChg chg="mod">
          <ac:chgData name="Amelie Parker" userId="7d57f269b0755328" providerId="LiveId" clId="{56B2A1D9-F472-4B4B-BE22-5E69862FAE80}" dt="2026-06-30T11:51:42.655" v="187" actId="1076"/>
          <ac:spMkLst>
            <pc:docMk/>
            <pc:sldMk cId="3048242775" sldId="277"/>
            <ac:spMk id="13" creationId="{993C6CAC-6266-E2BF-7EAA-2F1EF77B1897}"/>
          </ac:spMkLst>
        </pc:spChg>
        <pc:spChg chg="mod">
          <ac:chgData name="Amelie Parker" userId="7d57f269b0755328" providerId="LiveId" clId="{56B2A1D9-F472-4B4B-BE22-5E69862FAE80}" dt="2026-06-30T11:51:42.655" v="187" actId="1076"/>
          <ac:spMkLst>
            <pc:docMk/>
            <pc:sldMk cId="3048242775" sldId="277"/>
            <ac:spMk id="19" creationId="{79F13396-2C63-5725-B2FC-119C88E611A3}"/>
          </ac:spMkLst>
        </pc:spChg>
        <pc:spChg chg="mod">
          <ac:chgData name="Amelie Parker" userId="7d57f269b0755328" providerId="LiveId" clId="{56B2A1D9-F472-4B4B-BE22-5E69862FAE80}" dt="2026-07-13T04:56:02.471" v="1662" actId="1076"/>
          <ac:spMkLst>
            <pc:docMk/>
            <pc:sldMk cId="3048242775" sldId="277"/>
            <ac:spMk id="27" creationId="{39E4F1EE-4F23-7D81-7AE1-1E649CFC4BCA}"/>
          </ac:spMkLst>
        </pc:spChg>
        <pc:spChg chg="mod">
          <ac:chgData name="Amelie Parker" userId="7d57f269b0755328" providerId="LiveId" clId="{56B2A1D9-F472-4B4B-BE22-5E69862FAE80}" dt="2026-07-13T04:56:10.805" v="1663" actId="1076"/>
          <ac:spMkLst>
            <pc:docMk/>
            <pc:sldMk cId="3048242775" sldId="277"/>
            <ac:spMk id="28" creationId="{4DE003D9-0BD9-223D-E5A9-C587A5B3A653}"/>
          </ac:spMkLst>
        </pc:spChg>
        <pc:spChg chg="mod">
          <ac:chgData name="Amelie Parker" userId="7d57f269b0755328" providerId="LiveId" clId="{56B2A1D9-F472-4B4B-BE22-5E69862FAE80}" dt="2026-07-13T03:39:16.281" v="1593" actId="20577"/>
          <ac:spMkLst>
            <pc:docMk/>
            <pc:sldMk cId="3048242775" sldId="277"/>
            <ac:spMk id="31" creationId="{839DDD11-C9D7-975E-D491-1257340EBA02}"/>
          </ac:spMkLst>
        </pc:spChg>
        <pc:spChg chg="mod">
          <ac:chgData name="Amelie Parker" userId="7d57f269b0755328" providerId="LiveId" clId="{56B2A1D9-F472-4B4B-BE22-5E69862FAE80}" dt="2026-07-13T04:57:31.351" v="1665" actId="1076"/>
          <ac:spMkLst>
            <pc:docMk/>
            <pc:sldMk cId="3048242775" sldId="277"/>
            <ac:spMk id="41" creationId="{9D6BB002-2396-B4D5-6B4F-46F23D315AE0}"/>
          </ac:spMkLst>
        </pc:spChg>
        <pc:spChg chg="mod">
          <ac:chgData name="Amelie Parker" userId="7d57f269b0755328" providerId="LiveId" clId="{56B2A1D9-F472-4B4B-BE22-5E69862FAE80}" dt="2026-06-30T11:51:16.059" v="163" actId="5793"/>
          <ac:spMkLst>
            <pc:docMk/>
            <pc:sldMk cId="3048242775" sldId="277"/>
            <ac:spMk id="45" creationId="{44202CB1-409A-8DC2-E4E5-2F9FFE3E99FC}"/>
          </ac:spMkLst>
        </pc:spChg>
        <pc:spChg chg="mod">
          <ac:chgData name="Amelie Parker" userId="7d57f269b0755328" providerId="LiveId" clId="{56B2A1D9-F472-4B4B-BE22-5E69862FAE80}" dt="2026-07-13T04:56:14.151" v="1664" actId="1076"/>
          <ac:spMkLst>
            <pc:docMk/>
            <pc:sldMk cId="3048242775" sldId="277"/>
            <ac:spMk id="48" creationId="{833DFD6C-3833-DD5E-8299-8957E987EAF6}"/>
          </ac:spMkLst>
        </pc:spChg>
        <pc:spChg chg="mod">
          <ac:chgData name="Amelie Parker" userId="7d57f269b0755328" providerId="LiveId" clId="{56B2A1D9-F472-4B4B-BE22-5E69862FAE80}" dt="2026-06-30T11:51:25.813" v="175" actId="313"/>
          <ac:spMkLst>
            <pc:docMk/>
            <pc:sldMk cId="3048242775" sldId="277"/>
            <ac:spMk id="51" creationId="{3A2363E0-4429-A6C2-BD85-04686392540D}"/>
          </ac:spMkLst>
        </pc:spChg>
        <pc:spChg chg="mod">
          <ac:chgData name="Amelie Parker" userId="7d57f269b0755328" providerId="LiveId" clId="{56B2A1D9-F472-4B4B-BE22-5E69862FAE80}" dt="2026-06-30T11:51:31.763" v="186" actId="20577"/>
          <ac:spMkLst>
            <pc:docMk/>
            <pc:sldMk cId="3048242775" sldId="277"/>
            <ac:spMk id="52" creationId="{5DAEE054-C685-33D2-6AA5-DD577FE1A4EA}"/>
          </ac:spMkLst>
        </pc:spChg>
      </pc:sldChg>
      <pc:sldChg chg="modSp mod">
        <pc:chgData name="Amelie Parker" userId="7d57f269b0755328" providerId="LiveId" clId="{56B2A1D9-F472-4B4B-BE22-5E69862FAE80}" dt="2026-07-13T04:04:24.206" v="1639" actId="20577"/>
        <pc:sldMkLst>
          <pc:docMk/>
          <pc:sldMk cId="1153433357" sldId="278"/>
        </pc:sldMkLst>
        <pc:spChg chg="mod">
          <ac:chgData name="Amelie Parker" userId="7d57f269b0755328" providerId="LiveId" clId="{56B2A1D9-F472-4B4B-BE22-5E69862FAE80}" dt="2026-06-30T12:57:16.387" v="1237" actId="1076"/>
          <ac:spMkLst>
            <pc:docMk/>
            <pc:sldMk cId="1153433357" sldId="278"/>
            <ac:spMk id="3" creationId="{502291C4-ADDD-0671-6C32-4F134A8ED5A9}"/>
          </ac:spMkLst>
        </pc:spChg>
        <pc:spChg chg="mod">
          <ac:chgData name="Amelie Parker" userId="7d57f269b0755328" providerId="LiveId" clId="{56B2A1D9-F472-4B4B-BE22-5E69862FAE80}" dt="2026-06-30T12:57:39.340" v="1240" actId="1076"/>
          <ac:spMkLst>
            <pc:docMk/>
            <pc:sldMk cId="1153433357" sldId="278"/>
            <ac:spMk id="8" creationId="{8F42F9C8-F09B-ADC7-D1CF-30047B1B6DE0}"/>
          </ac:spMkLst>
        </pc:spChg>
        <pc:spChg chg="mod">
          <ac:chgData name="Amelie Parker" userId="7d57f269b0755328" providerId="LiveId" clId="{56B2A1D9-F472-4B4B-BE22-5E69862FAE80}" dt="2026-06-30T12:57:43.861" v="1241" actId="1076"/>
          <ac:spMkLst>
            <pc:docMk/>
            <pc:sldMk cId="1153433357" sldId="278"/>
            <ac:spMk id="12" creationId="{8BD686AB-8027-4BBE-ACFD-264774ECE967}"/>
          </ac:spMkLst>
        </pc:spChg>
        <pc:spChg chg="mod">
          <ac:chgData name="Amelie Parker" userId="7d57f269b0755328" providerId="LiveId" clId="{56B2A1D9-F472-4B4B-BE22-5E69862FAE80}" dt="2026-06-30T12:57:16.387" v="1237" actId="1076"/>
          <ac:spMkLst>
            <pc:docMk/>
            <pc:sldMk cId="1153433357" sldId="278"/>
            <ac:spMk id="16" creationId="{1D09258C-1917-04E6-2937-F2A1CE3E65B0}"/>
          </ac:spMkLst>
        </pc:spChg>
        <pc:spChg chg="mod">
          <ac:chgData name="Amelie Parker" userId="7d57f269b0755328" providerId="LiveId" clId="{56B2A1D9-F472-4B4B-BE22-5E69862FAE80}" dt="2026-06-30T12:57:16.387" v="1237" actId="1076"/>
          <ac:spMkLst>
            <pc:docMk/>
            <pc:sldMk cId="1153433357" sldId="278"/>
            <ac:spMk id="17" creationId="{52F1A5B2-D811-B949-24E9-EC5B4587C6D0}"/>
          </ac:spMkLst>
        </pc:spChg>
        <pc:spChg chg="mod">
          <ac:chgData name="Amelie Parker" userId="7d57f269b0755328" providerId="LiveId" clId="{56B2A1D9-F472-4B4B-BE22-5E69862FAE80}" dt="2026-06-30T12:57:16.387" v="1237" actId="1076"/>
          <ac:spMkLst>
            <pc:docMk/>
            <pc:sldMk cId="1153433357" sldId="278"/>
            <ac:spMk id="18" creationId="{5B0790D6-2F5E-BA7C-942E-3BAC0F8CEC52}"/>
          </ac:spMkLst>
        </pc:spChg>
        <pc:spChg chg="mod">
          <ac:chgData name="Amelie Parker" userId="7d57f269b0755328" providerId="LiveId" clId="{56B2A1D9-F472-4B4B-BE22-5E69862FAE80}" dt="2026-07-13T04:00:27.380" v="1611" actId="1076"/>
          <ac:spMkLst>
            <pc:docMk/>
            <pc:sldMk cId="1153433357" sldId="278"/>
            <ac:spMk id="23" creationId="{AB8D4C32-BB80-874F-907C-282541A673AE}"/>
          </ac:spMkLst>
        </pc:spChg>
        <pc:spChg chg="mod">
          <ac:chgData name="Amelie Parker" userId="7d57f269b0755328" providerId="LiveId" clId="{56B2A1D9-F472-4B4B-BE22-5E69862FAE80}" dt="2026-06-30T12:57:39.340" v="1240" actId="1076"/>
          <ac:spMkLst>
            <pc:docMk/>
            <pc:sldMk cId="1153433357" sldId="278"/>
            <ac:spMk id="24" creationId="{C855E093-255F-FC3A-B1BA-22CEBB65BD72}"/>
          </ac:spMkLst>
        </pc:spChg>
        <pc:spChg chg="mod">
          <ac:chgData name="Amelie Parker" userId="7d57f269b0755328" providerId="LiveId" clId="{56B2A1D9-F472-4B4B-BE22-5E69862FAE80}" dt="2026-06-30T12:57:39.340" v="1240" actId="1076"/>
          <ac:spMkLst>
            <pc:docMk/>
            <pc:sldMk cId="1153433357" sldId="278"/>
            <ac:spMk id="25" creationId="{AA0902E1-6A3E-980F-31A3-39AF9E1EEA96}"/>
          </ac:spMkLst>
        </pc:spChg>
        <pc:spChg chg="mod">
          <ac:chgData name="Amelie Parker" userId="7d57f269b0755328" providerId="LiveId" clId="{56B2A1D9-F472-4B4B-BE22-5E69862FAE80}" dt="2026-07-13T04:00:20.373" v="1609" actId="1076"/>
          <ac:spMkLst>
            <pc:docMk/>
            <pc:sldMk cId="1153433357" sldId="278"/>
            <ac:spMk id="27" creationId="{4ED2DB5C-2148-C1E2-75CF-6C927CAB5FCC}"/>
          </ac:spMkLst>
        </pc:spChg>
        <pc:spChg chg="mod">
          <ac:chgData name="Amelie Parker" userId="7d57f269b0755328" providerId="LiveId" clId="{56B2A1D9-F472-4B4B-BE22-5E69862FAE80}" dt="2026-07-13T04:00:13.752" v="1607" actId="1076"/>
          <ac:spMkLst>
            <pc:docMk/>
            <pc:sldMk cId="1153433357" sldId="278"/>
            <ac:spMk id="28" creationId="{1EDBCF54-189A-4203-4E0A-BFD23BB9A9B8}"/>
          </ac:spMkLst>
        </pc:spChg>
        <pc:spChg chg="mod">
          <ac:chgData name="Amelie Parker" userId="7d57f269b0755328" providerId="LiveId" clId="{56B2A1D9-F472-4B4B-BE22-5E69862FAE80}" dt="2026-06-30T12:57:23.413" v="1238" actId="1076"/>
          <ac:spMkLst>
            <pc:docMk/>
            <pc:sldMk cId="1153433357" sldId="278"/>
            <ac:spMk id="29" creationId="{A7270835-90C7-F497-D00A-80C196AD9CAD}"/>
          </ac:spMkLst>
        </pc:spChg>
        <pc:spChg chg="mod">
          <ac:chgData name="Amelie Parker" userId="7d57f269b0755328" providerId="LiveId" clId="{56B2A1D9-F472-4B4B-BE22-5E69862FAE80}" dt="2026-07-13T04:00:34.082" v="1613" actId="1076"/>
          <ac:spMkLst>
            <pc:docMk/>
            <pc:sldMk cId="1153433357" sldId="278"/>
            <ac:spMk id="30" creationId="{7B11E090-4E27-2816-FE22-29AEF591F2CC}"/>
          </ac:spMkLst>
        </pc:spChg>
        <pc:spChg chg="mod">
          <ac:chgData name="Amelie Parker" userId="7d57f269b0755328" providerId="LiveId" clId="{56B2A1D9-F472-4B4B-BE22-5E69862FAE80}" dt="2026-06-30T12:57:16.387" v="1237" actId="1076"/>
          <ac:spMkLst>
            <pc:docMk/>
            <pc:sldMk cId="1153433357" sldId="278"/>
            <ac:spMk id="31" creationId="{AABC6287-7AF8-5801-1499-BDAA9FF3921F}"/>
          </ac:spMkLst>
        </pc:spChg>
        <pc:spChg chg="mod">
          <ac:chgData name="Amelie Parker" userId="7d57f269b0755328" providerId="LiveId" clId="{56B2A1D9-F472-4B4B-BE22-5E69862FAE80}" dt="2026-06-30T12:57:16.387" v="1237" actId="1076"/>
          <ac:spMkLst>
            <pc:docMk/>
            <pc:sldMk cId="1153433357" sldId="278"/>
            <ac:spMk id="32" creationId="{7B3583E6-007B-2358-6C36-EA053CB66D0E}"/>
          </ac:spMkLst>
        </pc:spChg>
        <pc:spChg chg="mod">
          <ac:chgData name="Amelie Parker" userId="7d57f269b0755328" providerId="LiveId" clId="{56B2A1D9-F472-4B4B-BE22-5E69862FAE80}" dt="2026-06-30T12:57:16.387" v="1237" actId="1076"/>
          <ac:spMkLst>
            <pc:docMk/>
            <pc:sldMk cId="1153433357" sldId="278"/>
            <ac:spMk id="33" creationId="{4E798244-3868-9D5C-F885-C27426799A8A}"/>
          </ac:spMkLst>
        </pc:spChg>
        <pc:spChg chg="mod">
          <ac:chgData name="Amelie Parker" userId="7d57f269b0755328" providerId="LiveId" clId="{56B2A1D9-F472-4B4B-BE22-5E69862FAE80}" dt="2026-06-30T12:57:16.387" v="1237" actId="1076"/>
          <ac:spMkLst>
            <pc:docMk/>
            <pc:sldMk cId="1153433357" sldId="278"/>
            <ac:spMk id="34" creationId="{2658F77F-3159-3AF5-60C8-CA70A5437917}"/>
          </ac:spMkLst>
        </pc:spChg>
        <pc:spChg chg="mod">
          <ac:chgData name="Amelie Parker" userId="7d57f269b0755328" providerId="LiveId" clId="{56B2A1D9-F472-4B4B-BE22-5E69862FAE80}" dt="2026-07-13T04:00:42.982" v="1615" actId="1076"/>
          <ac:spMkLst>
            <pc:docMk/>
            <pc:sldMk cId="1153433357" sldId="278"/>
            <ac:spMk id="35" creationId="{4B4DF569-EE57-DF0F-CD9C-C1596195B00C}"/>
          </ac:spMkLst>
        </pc:spChg>
        <pc:spChg chg="mod">
          <ac:chgData name="Amelie Parker" userId="7d57f269b0755328" providerId="LiveId" clId="{56B2A1D9-F472-4B4B-BE22-5E69862FAE80}" dt="2026-06-30T12:57:16.387" v="1237" actId="1076"/>
          <ac:spMkLst>
            <pc:docMk/>
            <pc:sldMk cId="1153433357" sldId="278"/>
            <ac:spMk id="37" creationId="{3E0441B0-0139-7C6A-B312-C1916ACE6C42}"/>
          </ac:spMkLst>
        </pc:spChg>
        <pc:spChg chg="mod">
          <ac:chgData name="Amelie Parker" userId="7d57f269b0755328" providerId="LiveId" clId="{56B2A1D9-F472-4B4B-BE22-5E69862FAE80}" dt="2026-07-13T04:00:46.738" v="1616" actId="14100"/>
          <ac:spMkLst>
            <pc:docMk/>
            <pc:sldMk cId="1153433357" sldId="278"/>
            <ac:spMk id="38" creationId="{39D9461B-9C87-8AB3-7ABB-00C5183F6F81}"/>
          </ac:spMkLst>
        </pc:spChg>
        <pc:spChg chg="mod">
          <ac:chgData name="Amelie Parker" userId="7d57f269b0755328" providerId="LiveId" clId="{56B2A1D9-F472-4B4B-BE22-5E69862FAE80}" dt="2026-06-30T12:57:39.340" v="1240" actId="1076"/>
          <ac:spMkLst>
            <pc:docMk/>
            <pc:sldMk cId="1153433357" sldId="278"/>
            <ac:spMk id="40" creationId="{3ED2E317-E182-4B57-36F3-69EA21352EDE}"/>
          </ac:spMkLst>
        </pc:spChg>
        <pc:spChg chg="mod">
          <ac:chgData name="Amelie Parker" userId="7d57f269b0755328" providerId="LiveId" clId="{56B2A1D9-F472-4B4B-BE22-5E69862FAE80}" dt="2026-06-30T12:57:39.340" v="1240" actId="1076"/>
          <ac:spMkLst>
            <pc:docMk/>
            <pc:sldMk cId="1153433357" sldId="278"/>
            <ac:spMk id="41" creationId="{6A5E6AE0-40BD-58B4-AB14-A85C03D0C84F}"/>
          </ac:spMkLst>
        </pc:spChg>
        <pc:spChg chg="mod">
          <ac:chgData name="Amelie Parker" userId="7d57f269b0755328" providerId="LiveId" clId="{56B2A1D9-F472-4B4B-BE22-5E69862FAE80}" dt="2026-06-30T12:57:39.340" v="1240" actId="1076"/>
          <ac:spMkLst>
            <pc:docMk/>
            <pc:sldMk cId="1153433357" sldId="278"/>
            <ac:spMk id="47" creationId="{29E93BBA-7D5B-ED5A-5FE0-56A306F42485}"/>
          </ac:spMkLst>
        </pc:spChg>
        <pc:spChg chg="mod">
          <ac:chgData name="Amelie Parker" userId="7d57f269b0755328" providerId="LiveId" clId="{56B2A1D9-F472-4B4B-BE22-5E69862FAE80}" dt="2026-07-13T04:00:50.526" v="1617" actId="1076"/>
          <ac:spMkLst>
            <pc:docMk/>
            <pc:sldMk cId="1153433357" sldId="278"/>
            <ac:spMk id="48" creationId="{8CAA9F65-43CE-898D-7040-9B0F76288C1D}"/>
          </ac:spMkLst>
        </pc:spChg>
        <pc:spChg chg="mod">
          <ac:chgData name="Amelie Parker" userId="7d57f269b0755328" providerId="LiveId" clId="{56B2A1D9-F472-4B4B-BE22-5E69862FAE80}" dt="2026-06-30T12:57:39.340" v="1240" actId="1076"/>
          <ac:spMkLst>
            <pc:docMk/>
            <pc:sldMk cId="1153433357" sldId="278"/>
            <ac:spMk id="49" creationId="{A943134B-25DD-A04D-3F8C-45DF59E9AD97}"/>
          </ac:spMkLst>
        </pc:spChg>
        <pc:graphicFrameChg chg="modGraphic">
          <ac:chgData name="Amelie Parker" userId="7d57f269b0755328" providerId="LiveId" clId="{56B2A1D9-F472-4B4B-BE22-5E69862FAE80}" dt="2026-07-13T04:04:24.206" v="1639" actId="20577"/>
          <ac:graphicFrameMkLst>
            <pc:docMk/>
            <pc:sldMk cId="1153433357" sldId="278"/>
            <ac:graphicFrameMk id="9" creationId="{3778A1D7-4345-62F9-CD7D-6BC4BC5A59F3}"/>
          </ac:graphicFrameMkLst>
        </pc:graphicFrameChg>
        <pc:graphicFrameChg chg="modGraphic">
          <ac:chgData name="Amelie Parker" userId="7d57f269b0755328" providerId="LiveId" clId="{56B2A1D9-F472-4B4B-BE22-5E69862FAE80}" dt="2026-06-30T23:46:01.095" v="1578" actId="20577"/>
          <ac:graphicFrameMkLst>
            <pc:docMk/>
            <pc:sldMk cId="1153433357" sldId="278"/>
            <ac:graphicFrameMk id="26" creationId="{B8E3C9AC-7830-188B-B329-A16BDFCCA4DA}"/>
          </ac:graphicFrameMkLst>
        </pc:graphicFrameChg>
        <pc:cxnChg chg="mod">
          <ac:chgData name="Amelie Parker" userId="7d57f269b0755328" providerId="LiveId" clId="{56B2A1D9-F472-4B4B-BE22-5E69862FAE80}" dt="2026-06-30T12:57:28.727" v="1239" actId="1076"/>
          <ac:cxnSpMkLst>
            <pc:docMk/>
            <pc:sldMk cId="1153433357" sldId="278"/>
            <ac:cxnSpMk id="111" creationId="{A0DBBF4D-CF44-AE3F-6480-E0177AAE8149}"/>
          </ac:cxnSpMkLst>
        </pc:cxnChg>
      </pc:sldChg>
      <pc:sldChg chg="delSp modSp mod ord">
        <pc:chgData name="Amelie Parker" userId="7d57f269b0755328" providerId="LiveId" clId="{56B2A1D9-F472-4B4B-BE22-5E69862FAE80}" dt="2026-07-13T04:55:26.504" v="1661" actId="1076"/>
        <pc:sldMkLst>
          <pc:docMk/>
          <pc:sldMk cId="1191427795" sldId="279"/>
        </pc:sldMkLst>
        <pc:spChg chg="mod">
          <ac:chgData name="Amelie Parker" userId="7d57f269b0755328" providerId="LiveId" clId="{56B2A1D9-F472-4B4B-BE22-5E69862FAE80}" dt="2026-06-30T10:22:31.868" v="70" actId="1076"/>
          <ac:spMkLst>
            <pc:docMk/>
            <pc:sldMk cId="1191427795" sldId="279"/>
            <ac:spMk id="9" creationId="{4E269240-5C74-E3A7-39D6-042748C15889}"/>
          </ac:spMkLst>
        </pc:spChg>
        <pc:spChg chg="mod">
          <ac:chgData name="Amelie Parker" userId="7d57f269b0755328" providerId="LiveId" clId="{56B2A1D9-F472-4B4B-BE22-5E69862FAE80}" dt="2026-07-13T04:55:22.236" v="1660" actId="1076"/>
          <ac:spMkLst>
            <pc:docMk/>
            <pc:sldMk cId="1191427795" sldId="279"/>
            <ac:spMk id="10" creationId="{BA394958-4AC4-464B-59AE-4F234D82241A}"/>
          </ac:spMkLst>
        </pc:spChg>
        <pc:spChg chg="mod">
          <ac:chgData name="Amelie Parker" userId="7d57f269b0755328" providerId="LiveId" clId="{56B2A1D9-F472-4B4B-BE22-5E69862FAE80}" dt="2026-07-13T04:54:57.253" v="1654" actId="1076"/>
          <ac:spMkLst>
            <pc:docMk/>
            <pc:sldMk cId="1191427795" sldId="279"/>
            <ac:spMk id="12" creationId="{6F6B1FFD-046A-8EAA-70B7-A3D33CF471A3}"/>
          </ac:spMkLst>
        </pc:spChg>
        <pc:spChg chg="mod">
          <ac:chgData name="Amelie Parker" userId="7d57f269b0755328" providerId="LiveId" clId="{56B2A1D9-F472-4B4B-BE22-5E69862FAE80}" dt="2026-07-13T04:54:57.253" v="1654" actId="1076"/>
          <ac:spMkLst>
            <pc:docMk/>
            <pc:sldMk cId="1191427795" sldId="279"/>
            <ac:spMk id="13" creationId="{197E2F4E-BA21-666F-C06A-DFF56C58EC98}"/>
          </ac:spMkLst>
        </pc:spChg>
        <pc:spChg chg="mod">
          <ac:chgData name="Amelie Parker" userId="7d57f269b0755328" providerId="LiveId" clId="{56B2A1D9-F472-4B4B-BE22-5E69862FAE80}" dt="2026-06-30T10:22:17.409" v="68" actId="1076"/>
          <ac:spMkLst>
            <pc:docMk/>
            <pc:sldMk cId="1191427795" sldId="279"/>
            <ac:spMk id="21" creationId="{33DD7482-3722-463C-D5AF-66AFE569A194}"/>
          </ac:spMkLst>
        </pc:spChg>
        <pc:spChg chg="mod">
          <ac:chgData name="Amelie Parker" userId="7d57f269b0755328" providerId="LiveId" clId="{56B2A1D9-F472-4B4B-BE22-5E69862FAE80}" dt="2026-06-30T10:22:06.908" v="67" actId="1076"/>
          <ac:spMkLst>
            <pc:docMk/>
            <pc:sldMk cId="1191427795" sldId="279"/>
            <ac:spMk id="23" creationId="{B777D1DF-4178-8BA1-45B6-DA523C2A3093}"/>
          </ac:spMkLst>
        </pc:spChg>
        <pc:spChg chg="mod">
          <ac:chgData name="Amelie Parker" userId="7d57f269b0755328" providerId="LiveId" clId="{56B2A1D9-F472-4B4B-BE22-5E69862FAE80}" dt="2026-06-30T09:32:46.862" v="33" actId="1076"/>
          <ac:spMkLst>
            <pc:docMk/>
            <pc:sldMk cId="1191427795" sldId="279"/>
            <ac:spMk id="25" creationId="{B51DA874-956C-4B7F-C8BA-BC7C8BFDD483}"/>
          </ac:spMkLst>
        </pc:spChg>
        <pc:spChg chg="mod">
          <ac:chgData name="Amelie Parker" userId="7d57f269b0755328" providerId="LiveId" clId="{56B2A1D9-F472-4B4B-BE22-5E69862FAE80}" dt="2026-06-30T10:22:06.908" v="67" actId="1076"/>
          <ac:spMkLst>
            <pc:docMk/>
            <pc:sldMk cId="1191427795" sldId="279"/>
            <ac:spMk id="43" creationId="{8D5476D1-89CC-0AB1-C2F3-7408D9015B8D}"/>
          </ac:spMkLst>
        </pc:spChg>
        <pc:spChg chg="mod">
          <ac:chgData name="Amelie Parker" userId="7d57f269b0755328" providerId="LiveId" clId="{56B2A1D9-F472-4B4B-BE22-5E69862FAE80}" dt="2026-06-30T10:22:06.908" v="67" actId="1076"/>
          <ac:spMkLst>
            <pc:docMk/>
            <pc:sldMk cId="1191427795" sldId="279"/>
            <ac:spMk id="44" creationId="{81E4D576-3554-367A-0C26-B7A41A15F888}"/>
          </ac:spMkLst>
        </pc:spChg>
        <pc:spChg chg="mod">
          <ac:chgData name="Amelie Parker" userId="7d57f269b0755328" providerId="LiveId" clId="{56B2A1D9-F472-4B4B-BE22-5E69862FAE80}" dt="2026-06-30T10:22:06.908" v="67" actId="1076"/>
          <ac:spMkLst>
            <pc:docMk/>
            <pc:sldMk cId="1191427795" sldId="279"/>
            <ac:spMk id="47" creationId="{1F4C9645-8DE5-E3D9-48FF-5CDB3C027F99}"/>
          </ac:spMkLst>
        </pc:spChg>
        <pc:spChg chg="mod">
          <ac:chgData name="Amelie Parker" userId="7d57f269b0755328" providerId="LiveId" clId="{56B2A1D9-F472-4B4B-BE22-5E69862FAE80}" dt="2026-06-30T10:22:06.908" v="67" actId="1076"/>
          <ac:spMkLst>
            <pc:docMk/>
            <pc:sldMk cId="1191427795" sldId="279"/>
            <ac:spMk id="48" creationId="{CC5EA82A-B3B6-A0E3-6A0F-A9DD2BC01A1C}"/>
          </ac:spMkLst>
        </pc:spChg>
        <pc:spChg chg="mod">
          <ac:chgData name="Amelie Parker" userId="7d57f269b0755328" providerId="LiveId" clId="{56B2A1D9-F472-4B4B-BE22-5E69862FAE80}" dt="2026-07-13T03:29:53.311" v="1585" actId="1076"/>
          <ac:spMkLst>
            <pc:docMk/>
            <pc:sldMk cId="1191427795" sldId="279"/>
            <ac:spMk id="54" creationId="{90B46A17-BC20-573A-7F7B-5B74FF1D0D64}"/>
          </ac:spMkLst>
        </pc:spChg>
        <pc:spChg chg="mod">
          <ac:chgData name="Amelie Parker" userId="7d57f269b0755328" providerId="LiveId" clId="{56B2A1D9-F472-4B4B-BE22-5E69862FAE80}" dt="2026-07-13T04:55:26.504" v="1661" actId="1076"/>
          <ac:spMkLst>
            <pc:docMk/>
            <pc:sldMk cId="1191427795" sldId="279"/>
            <ac:spMk id="55" creationId="{FEA4F46C-F646-E4C8-6223-3DAC5DF4B131}"/>
          </ac:spMkLst>
        </pc:spChg>
        <pc:spChg chg="mod">
          <ac:chgData name="Amelie Parker" userId="7d57f269b0755328" providerId="LiveId" clId="{56B2A1D9-F472-4B4B-BE22-5E69862FAE80}" dt="2026-06-30T10:21:49.448" v="66" actId="1076"/>
          <ac:spMkLst>
            <pc:docMk/>
            <pc:sldMk cId="1191427795" sldId="279"/>
            <ac:spMk id="57" creationId="{3F60611D-64B9-6F5B-F5E7-C1E7D4CF009B}"/>
          </ac:spMkLst>
        </pc:spChg>
        <pc:spChg chg="mod">
          <ac:chgData name="Amelie Parker" userId="7d57f269b0755328" providerId="LiveId" clId="{56B2A1D9-F472-4B4B-BE22-5E69862FAE80}" dt="2026-06-30T10:22:06.908" v="67" actId="1076"/>
          <ac:spMkLst>
            <pc:docMk/>
            <pc:sldMk cId="1191427795" sldId="279"/>
            <ac:spMk id="58" creationId="{5D5904DA-8994-7535-017B-BD037CF0A955}"/>
          </ac:spMkLst>
        </pc:spChg>
        <pc:spChg chg="mod">
          <ac:chgData name="Amelie Parker" userId="7d57f269b0755328" providerId="LiveId" clId="{56B2A1D9-F472-4B4B-BE22-5E69862FAE80}" dt="2026-07-13T04:55:22.236" v="1660" actId="1076"/>
          <ac:spMkLst>
            <pc:docMk/>
            <pc:sldMk cId="1191427795" sldId="279"/>
            <ac:spMk id="60" creationId="{3C141403-C5BB-BD2B-0F96-2B5AD1466A2E}"/>
          </ac:spMkLst>
        </pc:spChg>
        <pc:spChg chg="mod">
          <ac:chgData name="Amelie Parker" userId="7d57f269b0755328" providerId="LiveId" clId="{56B2A1D9-F472-4B4B-BE22-5E69862FAE80}" dt="2026-07-13T03:29:42.687" v="1584" actId="1076"/>
          <ac:spMkLst>
            <pc:docMk/>
            <pc:sldMk cId="1191427795" sldId="279"/>
            <ac:spMk id="61" creationId="{C9759A78-187E-BAAC-F6A3-EB9E8306D34E}"/>
          </ac:spMkLst>
        </pc:spChg>
        <pc:spChg chg="mod">
          <ac:chgData name="Amelie Parker" userId="7d57f269b0755328" providerId="LiveId" clId="{56B2A1D9-F472-4B4B-BE22-5E69862FAE80}" dt="2026-07-13T04:55:26.504" v="1661" actId="1076"/>
          <ac:spMkLst>
            <pc:docMk/>
            <pc:sldMk cId="1191427795" sldId="279"/>
            <ac:spMk id="64" creationId="{74F477F6-8673-1F35-5718-7CD630600B3D}"/>
          </ac:spMkLst>
        </pc:spChg>
        <pc:spChg chg="mod">
          <ac:chgData name="Amelie Parker" userId="7d57f269b0755328" providerId="LiveId" clId="{56B2A1D9-F472-4B4B-BE22-5E69862FAE80}" dt="2026-06-30T10:22:06.908" v="67" actId="1076"/>
          <ac:spMkLst>
            <pc:docMk/>
            <pc:sldMk cId="1191427795" sldId="279"/>
            <ac:spMk id="67" creationId="{D6DA1457-8916-18EC-7AC4-8D2B5919AF5D}"/>
          </ac:spMkLst>
        </pc:spChg>
        <pc:spChg chg="mod">
          <ac:chgData name="Amelie Parker" userId="7d57f269b0755328" providerId="LiveId" clId="{56B2A1D9-F472-4B4B-BE22-5E69862FAE80}" dt="2026-06-30T10:22:06.908" v="67" actId="1076"/>
          <ac:spMkLst>
            <pc:docMk/>
            <pc:sldMk cId="1191427795" sldId="279"/>
            <ac:spMk id="68" creationId="{5BB2D0A8-4F39-996C-6812-1A007DC059D3}"/>
          </ac:spMkLst>
        </pc:spChg>
        <pc:spChg chg="mod">
          <ac:chgData name="Amelie Parker" userId="7d57f269b0755328" providerId="LiveId" clId="{56B2A1D9-F472-4B4B-BE22-5E69862FAE80}" dt="2026-06-30T10:22:06.908" v="67" actId="1076"/>
          <ac:spMkLst>
            <pc:docMk/>
            <pc:sldMk cId="1191427795" sldId="279"/>
            <ac:spMk id="69" creationId="{5E62B580-E27D-C0EB-6A52-E26A33561189}"/>
          </ac:spMkLst>
        </pc:spChg>
        <pc:spChg chg="mod">
          <ac:chgData name="Amelie Parker" userId="7d57f269b0755328" providerId="LiveId" clId="{56B2A1D9-F472-4B4B-BE22-5E69862FAE80}" dt="2026-07-13T04:54:57.253" v="1654" actId="1076"/>
          <ac:spMkLst>
            <pc:docMk/>
            <pc:sldMk cId="1191427795" sldId="279"/>
            <ac:spMk id="73" creationId="{4F8FC2AC-3759-3E29-9AAC-9291AB1C7CF5}"/>
          </ac:spMkLst>
        </pc:spChg>
        <pc:spChg chg="mod">
          <ac:chgData name="Amelie Parker" userId="7d57f269b0755328" providerId="LiveId" clId="{56B2A1D9-F472-4B4B-BE22-5E69862FAE80}" dt="2026-07-13T04:54:57.253" v="1654" actId="1076"/>
          <ac:spMkLst>
            <pc:docMk/>
            <pc:sldMk cId="1191427795" sldId="279"/>
            <ac:spMk id="74" creationId="{FCC2537E-7CC6-7DDF-BC6A-2512F7A9FE0C}"/>
          </ac:spMkLst>
        </pc:spChg>
        <pc:spChg chg="mod">
          <ac:chgData name="Amelie Parker" userId="7d57f269b0755328" providerId="LiveId" clId="{56B2A1D9-F472-4B4B-BE22-5E69862FAE80}" dt="2026-07-13T04:54:57.253" v="1654" actId="1076"/>
          <ac:spMkLst>
            <pc:docMk/>
            <pc:sldMk cId="1191427795" sldId="279"/>
            <ac:spMk id="75" creationId="{E45CB60C-9398-82F5-09D5-89CA7CDEAC74}"/>
          </ac:spMkLst>
        </pc:spChg>
        <pc:spChg chg="mod">
          <ac:chgData name="Amelie Parker" userId="7d57f269b0755328" providerId="LiveId" clId="{56B2A1D9-F472-4B4B-BE22-5E69862FAE80}" dt="2026-06-30T11:11:51.011" v="85" actId="1076"/>
          <ac:spMkLst>
            <pc:docMk/>
            <pc:sldMk cId="1191427795" sldId="279"/>
            <ac:spMk id="76" creationId="{4E5170B5-43B0-7D65-F63C-AC77BBD71F18}"/>
          </ac:spMkLst>
        </pc:spChg>
        <pc:spChg chg="mod">
          <ac:chgData name="Amelie Parker" userId="7d57f269b0755328" providerId="LiveId" clId="{56B2A1D9-F472-4B4B-BE22-5E69862FAE80}" dt="2026-06-30T11:11:51.011" v="85" actId="1076"/>
          <ac:spMkLst>
            <pc:docMk/>
            <pc:sldMk cId="1191427795" sldId="279"/>
            <ac:spMk id="77" creationId="{15F50664-F716-69B9-A512-FBDC0E0E5771}"/>
          </ac:spMkLst>
        </pc:spChg>
        <pc:spChg chg="mod">
          <ac:chgData name="Amelie Parker" userId="7d57f269b0755328" providerId="LiveId" clId="{56B2A1D9-F472-4B4B-BE22-5E69862FAE80}" dt="2026-07-13T04:54:57.253" v="1654" actId="1076"/>
          <ac:spMkLst>
            <pc:docMk/>
            <pc:sldMk cId="1191427795" sldId="279"/>
            <ac:spMk id="78" creationId="{635CEE12-7B8F-E91C-844D-6005DF185F90}"/>
          </ac:spMkLst>
        </pc:spChg>
        <pc:spChg chg="mod">
          <ac:chgData name="Amelie Parker" userId="7d57f269b0755328" providerId="LiveId" clId="{56B2A1D9-F472-4B4B-BE22-5E69862FAE80}" dt="2026-07-13T04:54:51.632" v="1653" actId="1076"/>
          <ac:spMkLst>
            <pc:docMk/>
            <pc:sldMk cId="1191427795" sldId="279"/>
            <ac:spMk id="79" creationId="{94B0842A-5A14-B726-C1E9-62C0B1B00930}"/>
          </ac:spMkLst>
        </pc:spChg>
        <pc:spChg chg="mod">
          <ac:chgData name="Amelie Parker" userId="7d57f269b0755328" providerId="LiveId" clId="{56B2A1D9-F472-4B4B-BE22-5E69862FAE80}" dt="2026-06-30T10:22:45.059" v="73" actId="1076"/>
          <ac:spMkLst>
            <pc:docMk/>
            <pc:sldMk cId="1191427795" sldId="279"/>
            <ac:spMk id="84" creationId="{6DF29F85-E2A5-FC54-69FE-E3EB16B7858E}"/>
          </ac:spMkLst>
        </pc:spChg>
        <pc:spChg chg="mod">
          <ac:chgData name="Amelie Parker" userId="7d57f269b0755328" providerId="LiveId" clId="{56B2A1D9-F472-4B4B-BE22-5E69862FAE80}" dt="2026-07-13T04:55:08.793" v="1656" actId="1076"/>
          <ac:spMkLst>
            <pc:docMk/>
            <pc:sldMk cId="1191427795" sldId="279"/>
            <ac:spMk id="86" creationId="{07754249-6C73-3E53-1CFE-67ACC0C7C807}"/>
          </ac:spMkLst>
        </pc:spChg>
        <pc:graphicFrameChg chg="mod modGraphic">
          <ac:chgData name="Amelie Parker" userId="7d57f269b0755328" providerId="LiveId" clId="{56B2A1D9-F472-4B4B-BE22-5E69862FAE80}" dt="2026-07-13T04:55:16.583" v="1659" actId="14100"/>
          <ac:graphicFrameMkLst>
            <pc:docMk/>
            <pc:sldMk cId="1191427795" sldId="279"/>
            <ac:graphicFrameMk id="34" creationId="{F5029DD4-77CC-1199-B2F4-5109081BBCE0}"/>
          </ac:graphicFrameMkLst>
        </pc:graphicFrameChg>
        <pc:picChg chg="mod">
          <ac:chgData name="Amelie Parker" userId="7d57f269b0755328" providerId="LiveId" clId="{56B2A1D9-F472-4B4B-BE22-5E69862FAE80}" dt="2026-07-13T04:54:57.253" v="1654" actId="1076"/>
          <ac:picMkLst>
            <pc:docMk/>
            <pc:sldMk cId="1191427795" sldId="279"/>
            <ac:picMk id="14" creationId="{69FFB099-1097-A8B9-DB51-485ABD1D9677}"/>
          </ac:picMkLst>
        </pc:picChg>
        <pc:picChg chg="mod">
          <ac:chgData name="Amelie Parker" userId="7d57f269b0755328" providerId="LiveId" clId="{56B2A1D9-F472-4B4B-BE22-5E69862FAE80}" dt="2026-07-13T04:54:57.253" v="1654" actId="1076"/>
          <ac:picMkLst>
            <pc:docMk/>
            <pc:sldMk cId="1191427795" sldId="279"/>
            <ac:picMk id="15" creationId="{66C0BE7F-0200-3612-6316-6DB0C50EEC22}"/>
          </ac:picMkLst>
        </pc:picChg>
        <pc:picChg chg="mod">
          <ac:chgData name="Amelie Parker" userId="7d57f269b0755328" providerId="LiveId" clId="{56B2A1D9-F472-4B4B-BE22-5E69862FAE80}" dt="2026-06-30T10:27:56.782" v="81" actId="1076"/>
          <ac:picMkLst>
            <pc:docMk/>
            <pc:sldMk cId="1191427795" sldId="279"/>
            <ac:picMk id="16" creationId="{C5B32B87-6E30-72D6-8C46-3CAE4C0995E0}"/>
          </ac:picMkLst>
        </pc:picChg>
        <pc:picChg chg="mod">
          <ac:chgData name="Amelie Parker" userId="7d57f269b0755328" providerId="LiveId" clId="{56B2A1D9-F472-4B4B-BE22-5E69862FAE80}" dt="2026-06-30T10:27:09.849" v="76" actId="1076"/>
          <ac:picMkLst>
            <pc:docMk/>
            <pc:sldMk cId="1191427795" sldId="279"/>
            <ac:picMk id="17" creationId="{7C872932-DED8-4F40-F488-4F9FF1C8EE35}"/>
          </ac:picMkLst>
        </pc:picChg>
        <pc:picChg chg="mod">
          <ac:chgData name="Amelie Parker" userId="7d57f269b0755328" providerId="LiveId" clId="{56B2A1D9-F472-4B4B-BE22-5E69862FAE80}" dt="2026-07-13T04:54:57.253" v="1654" actId="1076"/>
          <ac:picMkLst>
            <pc:docMk/>
            <pc:sldMk cId="1191427795" sldId="279"/>
            <ac:picMk id="18" creationId="{4DCD3F9A-DAC3-9118-1735-EAAA58F7C852}"/>
          </ac:picMkLst>
        </pc:picChg>
        <pc:picChg chg="mod">
          <ac:chgData name="Amelie Parker" userId="7d57f269b0755328" providerId="LiveId" clId="{56B2A1D9-F472-4B4B-BE22-5E69862FAE80}" dt="2026-07-13T04:54:57.253" v="1654" actId="1076"/>
          <ac:picMkLst>
            <pc:docMk/>
            <pc:sldMk cId="1191427795" sldId="279"/>
            <ac:picMk id="19" creationId="{5ECC5A86-1F48-C0F7-760C-A6B966DC5CEC}"/>
          </ac:picMkLst>
        </pc:picChg>
        <pc:picChg chg="mod">
          <ac:chgData name="Amelie Parker" userId="7d57f269b0755328" providerId="LiveId" clId="{56B2A1D9-F472-4B4B-BE22-5E69862FAE80}" dt="2026-06-30T10:23:05.032" v="75" actId="1076"/>
          <ac:picMkLst>
            <pc:docMk/>
            <pc:sldMk cId="1191427795" sldId="279"/>
            <ac:picMk id="80" creationId="{D2A5D97D-C96E-82C1-BBAC-E278F53CC067}"/>
          </ac:picMkLst>
        </pc:picChg>
        <pc:picChg chg="mod">
          <ac:chgData name="Amelie Parker" userId="7d57f269b0755328" providerId="LiveId" clId="{56B2A1D9-F472-4B4B-BE22-5E69862FAE80}" dt="2026-06-30T10:23:05.032" v="75" actId="1076"/>
          <ac:picMkLst>
            <pc:docMk/>
            <pc:sldMk cId="1191427795" sldId="279"/>
            <ac:picMk id="81" creationId="{317E740A-F7C6-5080-1A5F-6D13E9A79D7A}"/>
          </ac:picMkLst>
        </pc:picChg>
        <pc:picChg chg="mod">
          <ac:chgData name="Amelie Parker" userId="7d57f269b0755328" providerId="LiveId" clId="{56B2A1D9-F472-4B4B-BE22-5E69862FAE80}" dt="2026-06-30T10:23:05.032" v="75" actId="1076"/>
          <ac:picMkLst>
            <pc:docMk/>
            <pc:sldMk cId="1191427795" sldId="279"/>
            <ac:picMk id="82" creationId="{A1D3648E-A0F6-4D16-D399-ABC9D7F080A5}"/>
          </ac:picMkLst>
        </pc:picChg>
        <pc:cxnChg chg="mod">
          <ac:chgData name="Amelie Parker" userId="7d57f269b0755328" providerId="LiveId" clId="{56B2A1D9-F472-4B4B-BE22-5E69862FAE80}" dt="2026-06-30T10:22:26.289" v="69" actId="1076"/>
          <ac:cxnSpMkLst>
            <pc:docMk/>
            <pc:sldMk cId="1191427795" sldId="279"/>
            <ac:cxnSpMk id="70" creationId="{378C9A04-C3AE-9C7D-5C5D-F15F75CBC6AC}"/>
          </ac:cxnSpMkLst>
        </pc:cxnChg>
        <pc:cxnChg chg="mod">
          <ac:chgData name="Amelie Parker" userId="7d57f269b0755328" providerId="LiveId" clId="{56B2A1D9-F472-4B4B-BE22-5E69862FAE80}" dt="2026-07-13T04:55:01.799" v="1655" actId="1076"/>
          <ac:cxnSpMkLst>
            <pc:docMk/>
            <pc:sldMk cId="1191427795" sldId="279"/>
            <ac:cxnSpMk id="83" creationId="{CBE30940-6B73-4174-6B27-B4ADE40966E7}"/>
          </ac:cxnSpMkLst>
        </pc:cxnChg>
      </pc:sldChg>
      <pc:sldChg chg="modSp mod">
        <pc:chgData name="Amelie Parker" userId="7d57f269b0755328" providerId="LiveId" clId="{56B2A1D9-F472-4B4B-BE22-5E69862FAE80}" dt="2026-07-16T05:00:01.737" v="1753" actId="1076"/>
        <pc:sldMkLst>
          <pc:docMk/>
          <pc:sldMk cId="3988249056" sldId="281"/>
        </pc:sldMkLst>
        <pc:spChg chg="mod">
          <ac:chgData name="Amelie Parker" userId="7d57f269b0755328" providerId="LiveId" clId="{56B2A1D9-F472-4B4B-BE22-5E69862FAE80}" dt="2026-06-30T13:02:05.546" v="1299" actId="2711"/>
          <ac:spMkLst>
            <pc:docMk/>
            <pc:sldMk cId="3988249056" sldId="281"/>
            <ac:spMk id="63" creationId="{26EE46A5-3910-783B-FB06-A0AF7D8F6FE4}"/>
          </ac:spMkLst>
        </pc:spChg>
        <pc:spChg chg="mod">
          <ac:chgData name="Amelie Parker" userId="7d57f269b0755328" providerId="LiveId" clId="{56B2A1D9-F472-4B4B-BE22-5E69862FAE80}" dt="2026-06-30T13:02:05.546" v="1299" actId="2711"/>
          <ac:spMkLst>
            <pc:docMk/>
            <pc:sldMk cId="3988249056" sldId="281"/>
            <ac:spMk id="71" creationId="{69E330BD-2F19-C829-4439-83BECA24844F}"/>
          </ac:spMkLst>
        </pc:spChg>
        <pc:spChg chg="mod">
          <ac:chgData name="Amelie Parker" userId="7d57f269b0755328" providerId="LiveId" clId="{56B2A1D9-F472-4B4B-BE22-5E69862FAE80}" dt="2026-06-30T13:02:05.546" v="1299" actId="2711"/>
          <ac:spMkLst>
            <pc:docMk/>
            <pc:sldMk cId="3988249056" sldId="281"/>
            <ac:spMk id="73" creationId="{11AFA1B6-0FD6-D724-B862-FE3E73763597}"/>
          </ac:spMkLst>
        </pc:spChg>
        <pc:spChg chg="mod">
          <ac:chgData name="Amelie Parker" userId="7d57f269b0755328" providerId="LiveId" clId="{56B2A1D9-F472-4B4B-BE22-5E69862FAE80}" dt="2026-06-30T13:02:05.546" v="1299" actId="2711"/>
          <ac:spMkLst>
            <pc:docMk/>
            <pc:sldMk cId="3988249056" sldId="281"/>
            <ac:spMk id="74" creationId="{DC10C439-8EE8-C146-AD1D-9D4F12C2A175}"/>
          </ac:spMkLst>
        </pc:spChg>
        <pc:spChg chg="mod">
          <ac:chgData name="Amelie Parker" userId="7d57f269b0755328" providerId="LiveId" clId="{56B2A1D9-F472-4B4B-BE22-5E69862FAE80}" dt="2026-07-16T04:59:59.504" v="1752" actId="1076"/>
          <ac:spMkLst>
            <pc:docMk/>
            <pc:sldMk cId="3988249056" sldId="281"/>
            <ac:spMk id="125" creationId="{B182D537-6908-9E11-359F-83721C1D8C14}"/>
          </ac:spMkLst>
        </pc:spChg>
        <pc:spChg chg="mod">
          <ac:chgData name="Amelie Parker" userId="7d57f269b0755328" providerId="LiveId" clId="{56B2A1D9-F472-4B4B-BE22-5E69862FAE80}" dt="2026-07-16T05:00:01.737" v="1753" actId="1076"/>
          <ac:spMkLst>
            <pc:docMk/>
            <pc:sldMk cId="3988249056" sldId="281"/>
            <ac:spMk id="127" creationId="{A734760A-E25B-F4FA-DA62-5E112AA6B827}"/>
          </ac:spMkLst>
        </pc:spChg>
      </pc:sldChg>
      <pc:sldChg chg="modSp mod">
        <pc:chgData name="Amelie Parker" userId="7d57f269b0755328" providerId="LiveId" clId="{56B2A1D9-F472-4B4B-BE22-5E69862FAE80}" dt="2026-07-13T04:07:26.621" v="1651" actId="1076"/>
        <pc:sldMkLst>
          <pc:docMk/>
          <pc:sldMk cId="997212481" sldId="284"/>
        </pc:sldMkLst>
        <pc:spChg chg="mod">
          <ac:chgData name="Amelie Parker" userId="7d57f269b0755328" providerId="LiveId" clId="{56B2A1D9-F472-4B4B-BE22-5E69862FAE80}" dt="2026-06-30T12:58:59.188" v="1244" actId="1076"/>
          <ac:spMkLst>
            <pc:docMk/>
            <pc:sldMk cId="997212481" sldId="284"/>
            <ac:spMk id="4" creationId="{7FA5B1B4-3F4D-F684-319E-767A7B8C05FE}"/>
          </ac:spMkLst>
        </pc:spChg>
        <pc:spChg chg="mod">
          <ac:chgData name="Amelie Parker" userId="7d57f269b0755328" providerId="LiveId" clId="{56B2A1D9-F472-4B4B-BE22-5E69862FAE80}" dt="2026-06-30T12:58:59.188" v="1244" actId="1076"/>
          <ac:spMkLst>
            <pc:docMk/>
            <pc:sldMk cId="997212481" sldId="284"/>
            <ac:spMk id="7" creationId="{04A4E514-6A70-D8C8-D08F-4960C838D89F}"/>
          </ac:spMkLst>
        </pc:spChg>
        <pc:spChg chg="mod">
          <ac:chgData name="Amelie Parker" userId="7d57f269b0755328" providerId="LiveId" clId="{56B2A1D9-F472-4B4B-BE22-5E69862FAE80}" dt="2026-07-13T04:07:11.888" v="1648" actId="1076"/>
          <ac:spMkLst>
            <pc:docMk/>
            <pc:sldMk cId="997212481" sldId="284"/>
            <ac:spMk id="23" creationId="{CC187A93-ADB7-72A4-ED8B-3F5CDDF31F0B}"/>
          </ac:spMkLst>
        </pc:spChg>
        <pc:spChg chg="mod">
          <ac:chgData name="Amelie Parker" userId="7d57f269b0755328" providerId="LiveId" clId="{56B2A1D9-F472-4B4B-BE22-5E69862FAE80}" dt="2026-06-30T12:58:59.188" v="1244" actId="1076"/>
          <ac:spMkLst>
            <pc:docMk/>
            <pc:sldMk cId="997212481" sldId="284"/>
            <ac:spMk id="24" creationId="{DC33C82B-810D-B2D5-CA96-B94B37C8F643}"/>
          </ac:spMkLst>
        </pc:spChg>
        <pc:spChg chg="mod">
          <ac:chgData name="Amelie Parker" userId="7d57f269b0755328" providerId="LiveId" clId="{56B2A1D9-F472-4B4B-BE22-5E69862FAE80}" dt="2026-07-13T04:07:09.147" v="1647" actId="1076"/>
          <ac:spMkLst>
            <pc:docMk/>
            <pc:sldMk cId="997212481" sldId="284"/>
            <ac:spMk id="27" creationId="{F6F08763-ACB4-7A6D-3742-FC2A244406AC}"/>
          </ac:spMkLst>
        </pc:spChg>
        <pc:spChg chg="mod">
          <ac:chgData name="Amelie Parker" userId="7d57f269b0755328" providerId="LiveId" clId="{56B2A1D9-F472-4B4B-BE22-5E69862FAE80}" dt="2026-07-13T04:07:20.461" v="1649" actId="1076"/>
          <ac:spMkLst>
            <pc:docMk/>
            <pc:sldMk cId="997212481" sldId="284"/>
            <ac:spMk id="28" creationId="{E0B62EB5-08A5-EAA6-76B4-0091CDE5B285}"/>
          </ac:spMkLst>
        </pc:spChg>
        <pc:spChg chg="mod">
          <ac:chgData name="Amelie Parker" userId="7d57f269b0755328" providerId="LiveId" clId="{56B2A1D9-F472-4B4B-BE22-5E69862FAE80}" dt="2026-07-13T04:07:26.621" v="1651" actId="1076"/>
          <ac:spMkLst>
            <pc:docMk/>
            <pc:sldMk cId="997212481" sldId="284"/>
            <ac:spMk id="30" creationId="{587532E3-D8B0-9D95-3C32-FC4B11F6AA00}"/>
          </ac:spMkLst>
        </pc:spChg>
        <pc:spChg chg="mod">
          <ac:chgData name="Amelie Parker" userId="7d57f269b0755328" providerId="LiveId" clId="{56B2A1D9-F472-4B4B-BE22-5E69862FAE80}" dt="2026-06-30T12:58:59.188" v="1244" actId="1076"/>
          <ac:spMkLst>
            <pc:docMk/>
            <pc:sldMk cId="997212481" sldId="284"/>
            <ac:spMk id="38" creationId="{C65A1ECF-2B97-DA7E-C7F7-D4568A248C39}"/>
          </ac:spMkLst>
        </pc:spChg>
        <pc:spChg chg="mod">
          <ac:chgData name="Amelie Parker" userId="7d57f269b0755328" providerId="LiveId" clId="{56B2A1D9-F472-4B4B-BE22-5E69862FAE80}" dt="2026-06-30T12:58:59.188" v="1244" actId="1076"/>
          <ac:spMkLst>
            <pc:docMk/>
            <pc:sldMk cId="997212481" sldId="284"/>
            <ac:spMk id="48" creationId="{119B038B-6C16-AE17-27E5-888D2E2160DA}"/>
          </ac:spMkLst>
        </pc:spChg>
        <pc:spChg chg="mod">
          <ac:chgData name="Amelie Parker" userId="7d57f269b0755328" providerId="LiveId" clId="{56B2A1D9-F472-4B4B-BE22-5E69862FAE80}" dt="2026-06-30T12:58:59.188" v="1244" actId="1076"/>
          <ac:spMkLst>
            <pc:docMk/>
            <pc:sldMk cId="997212481" sldId="284"/>
            <ac:spMk id="50" creationId="{150D8155-1EB9-1387-0D7B-A898AF761949}"/>
          </ac:spMkLst>
        </pc:spChg>
        <pc:spChg chg="mod">
          <ac:chgData name="Amelie Parker" userId="7d57f269b0755328" providerId="LiveId" clId="{56B2A1D9-F472-4B4B-BE22-5E69862FAE80}" dt="2026-06-30T12:58:59.188" v="1244" actId="1076"/>
          <ac:spMkLst>
            <pc:docMk/>
            <pc:sldMk cId="997212481" sldId="284"/>
            <ac:spMk id="51" creationId="{4E6348D3-E1CA-26CD-3579-B8D3C9B369F7}"/>
          </ac:spMkLst>
        </pc:spChg>
        <pc:spChg chg="mod">
          <ac:chgData name="Amelie Parker" userId="7d57f269b0755328" providerId="LiveId" clId="{56B2A1D9-F472-4B4B-BE22-5E69862FAE80}" dt="2026-06-30T12:59:18.330" v="1246" actId="1076"/>
          <ac:spMkLst>
            <pc:docMk/>
            <pc:sldMk cId="997212481" sldId="284"/>
            <ac:spMk id="56" creationId="{9FB74ACB-B4EC-8427-994F-1A84411356E5}"/>
          </ac:spMkLst>
        </pc:spChg>
        <pc:spChg chg="mod">
          <ac:chgData name="Amelie Parker" userId="7d57f269b0755328" providerId="LiveId" clId="{56B2A1D9-F472-4B4B-BE22-5E69862FAE80}" dt="2026-06-30T13:12:03.502" v="1312" actId="2711"/>
          <ac:spMkLst>
            <pc:docMk/>
            <pc:sldMk cId="997212481" sldId="284"/>
            <ac:spMk id="57" creationId="{2C00D601-19C3-EF6B-5E81-30D28BE3180C}"/>
          </ac:spMkLst>
        </pc:spChg>
        <pc:spChg chg="mod">
          <ac:chgData name="Amelie Parker" userId="7d57f269b0755328" providerId="LiveId" clId="{56B2A1D9-F472-4B4B-BE22-5E69862FAE80}" dt="2026-06-30T12:59:13.166" v="1245" actId="1076"/>
          <ac:spMkLst>
            <pc:docMk/>
            <pc:sldMk cId="997212481" sldId="284"/>
            <ac:spMk id="59" creationId="{DB169293-CC15-86B7-6FA8-273C0D73D543}"/>
          </ac:spMkLst>
        </pc:spChg>
        <pc:spChg chg="mod">
          <ac:chgData name="Amelie Parker" userId="7d57f269b0755328" providerId="LiveId" clId="{56B2A1D9-F472-4B4B-BE22-5E69862FAE80}" dt="2026-06-30T12:59:13.166" v="1245" actId="1076"/>
          <ac:spMkLst>
            <pc:docMk/>
            <pc:sldMk cId="997212481" sldId="284"/>
            <ac:spMk id="60" creationId="{C5C97B81-849A-3A30-C61C-D24B4DE723D3}"/>
          </ac:spMkLst>
        </pc:spChg>
        <pc:spChg chg="mod">
          <ac:chgData name="Amelie Parker" userId="7d57f269b0755328" providerId="LiveId" clId="{56B2A1D9-F472-4B4B-BE22-5E69862FAE80}" dt="2026-06-30T12:59:13.166" v="1245" actId="1076"/>
          <ac:spMkLst>
            <pc:docMk/>
            <pc:sldMk cId="997212481" sldId="284"/>
            <ac:spMk id="61" creationId="{5FF32AB4-539C-0C83-1D3B-EE32BE8C47CA}"/>
          </ac:spMkLst>
        </pc:spChg>
        <pc:spChg chg="mod">
          <ac:chgData name="Amelie Parker" userId="7d57f269b0755328" providerId="LiveId" clId="{56B2A1D9-F472-4B4B-BE22-5E69862FAE80}" dt="2026-06-30T12:59:13.166" v="1245" actId="1076"/>
          <ac:spMkLst>
            <pc:docMk/>
            <pc:sldMk cId="997212481" sldId="284"/>
            <ac:spMk id="62" creationId="{01B2B822-93A5-9AAE-5B45-06CFD452BA69}"/>
          </ac:spMkLst>
        </pc:spChg>
        <pc:spChg chg="mod">
          <ac:chgData name="Amelie Parker" userId="7d57f269b0755328" providerId="LiveId" clId="{56B2A1D9-F472-4B4B-BE22-5E69862FAE80}" dt="2026-06-30T13:12:03.502" v="1312" actId="2711"/>
          <ac:spMkLst>
            <pc:docMk/>
            <pc:sldMk cId="997212481" sldId="284"/>
            <ac:spMk id="65" creationId="{4A974B2A-5300-D5E0-B7D5-A53653511F46}"/>
          </ac:spMkLst>
        </pc:spChg>
        <pc:spChg chg="mod">
          <ac:chgData name="Amelie Parker" userId="7d57f269b0755328" providerId="LiveId" clId="{56B2A1D9-F472-4B4B-BE22-5E69862FAE80}" dt="2026-06-30T13:12:03.502" v="1312" actId="2711"/>
          <ac:spMkLst>
            <pc:docMk/>
            <pc:sldMk cId="997212481" sldId="284"/>
            <ac:spMk id="66" creationId="{E03BD618-B613-0C23-4122-5BD4CE403469}"/>
          </ac:spMkLst>
        </pc:spChg>
        <pc:spChg chg="mod">
          <ac:chgData name="Amelie Parker" userId="7d57f269b0755328" providerId="LiveId" clId="{56B2A1D9-F472-4B4B-BE22-5E69862FAE80}" dt="2026-06-30T13:12:03.502" v="1312" actId="2711"/>
          <ac:spMkLst>
            <pc:docMk/>
            <pc:sldMk cId="997212481" sldId="284"/>
            <ac:spMk id="67" creationId="{EF98DF75-A808-32C3-4CB3-DC466AAFF3A4}"/>
          </ac:spMkLst>
        </pc:spChg>
        <pc:spChg chg="mod">
          <ac:chgData name="Amelie Parker" userId="7d57f269b0755328" providerId="LiveId" clId="{56B2A1D9-F472-4B4B-BE22-5E69862FAE80}" dt="2026-06-30T12:58:59.188" v="1244" actId="1076"/>
          <ac:spMkLst>
            <pc:docMk/>
            <pc:sldMk cId="997212481" sldId="284"/>
            <ac:spMk id="68" creationId="{92775F9C-1720-E4EF-F9A1-9AB9D1DC1E85}"/>
          </ac:spMkLst>
        </pc:spChg>
        <pc:spChg chg="mod">
          <ac:chgData name="Amelie Parker" userId="7d57f269b0755328" providerId="LiveId" clId="{56B2A1D9-F472-4B4B-BE22-5E69862FAE80}" dt="2026-06-30T13:12:03.502" v="1312" actId="2711"/>
          <ac:spMkLst>
            <pc:docMk/>
            <pc:sldMk cId="997212481" sldId="284"/>
            <ac:spMk id="70" creationId="{6AC4689B-003B-587E-1C89-D5066DBD723E}"/>
          </ac:spMkLst>
        </pc:spChg>
        <pc:spChg chg="mod">
          <ac:chgData name="Amelie Parker" userId="7d57f269b0755328" providerId="LiveId" clId="{56B2A1D9-F472-4B4B-BE22-5E69862FAE80}" dt="2026-06-30T12:58:59.188" v="1244" actId="1076"/>
          <ac:spMkLst>
            <pc:docMk/>
            <pc:sldMk cId="997212481" sldId="284"/>
            <ac:spMk id="82" creationId="{BB183A68-6CE6-F5EB-E7F4-E5D23614A106}"/>
          </ac:spMkLst>
        </pc:spChg>
        <pc:spChg chg="mod">
          <ac:chgData name="Amelie Parker" userId="7d57f269b0755328" providerId="LiveId" clId="{56B2A1D9-F472-4B4B-BE22-5E69862FAE80}" dt="2026-06-30T12:58:59.188" v="1244" actId="1076"/>
          <ac:spMkLst>
            <pc:docMk/>
            <pc:sldMk cId="997212481" sldId="284"/>
            <ac:spMk id="83" creationId="{26D5B9D3-4AB5-205D-F928-9D3EB195E979}"/>
          </ac:spMkLst>
        </pc:spChg>
        <pc:cxnChg chg="mod">
          <ac:chgData name="Amelie Parker" userId="7d57f269b0755328" providerId="LiveId" clId="{56B2A1D9-F472-4B4B-BE22-5E69862FAE80}" dt="2026-06-30T12:58:49.573" v="1243" actId="1076"/>
          <ac:cxnSpMkLst>
            <pc:docMk/>
            <pc:sldMk cId="997212481" sldId="284"/>
            <ac:cxnSpMk id="15" creationId="{4E1C2460-13B0-A9E1-5B97-539903AAA53C}"/>
          </ac:cxnSpMkLst>
        </pc:cxnChg>
      </pc:sldChg>
      <pc:sldChg chg="modSp mod ord">
        <pc:chgData name="Amelie Parker" userId="7d57f269b0755328" providerId="LiveId" clId="{56B2A1D9-F472-4B4B-BE22-5E69862FAE80}" dt="2026-07-13T05:00:38.186" v="1701" actId="120"/>
        <pc:sldMkLst>
          <pc:docMk/>
          <pc:sldMk cId="2371222321" sldId="285"/>
        </pc:sldMkLst>
        <pc:spChg chg="mod">
          <ac:chgData name="Amelie Parker" userId="7d57f269b0755328" providerId="LiveId" clId="{56B2A1D9-F472-4B4B-BE22-5E69862FAE80}" dt="2026-06-30T12:35:33.529" v="695" actId="14100"/>
          <ac:spMkLst>
            <pc:docMk/>
            <pc:sldMk cId="2371222321" sldId="285"/>
            <ac:spMk id="2" creationId="{7AE1700C-8B86-ECEB-C982-5F8EBE57E0D7}"/>
          </ac:spMkLst>
        </pc:spChg>
        <pc:spChg chg="mod">
          <ac:chgData name="Amelie Parker" userId="7d57f269b0755328" providerId="LiveId" clId="{56B2A1D9-F472-4B4B-BE22-5E69862FAE80}" dt="2026-07-13T05:00:23.630" v="1695" actId="14100"/>
          <ac:spMkLst>
            <pc:docMk/>
            <pc:sldMk cId="2371222321" sldId="285"/>
            <ac:spMk id="3" creationId="{88946EDA-1133-CBB5-019B-EB283277774F}"/>
          </ac:spMkLst>
        </pc:spChg>
        <pc:spChg chg="mod">
          <ac:chgData name="Amelie Parker" userId="7d57f269b0755328" providerId="LiveId" clId="{56B2A1D9-F472-4B4B-BE22-5E69862FAE80}" dt="2026-07-13T05:00:25.947" v="1696" actId="14100"/>
          <ac:spMkLst>
            <pc:docMk/>
            <pc:sldMk cId="2371222321" sldId="285"/>
            <ac:spMk id="9" creationId="{B74BA4DD-188C-F6FE-E19E-54D7DF8E2F68}"/>
          </ac:spMkLst>
        </pc:spChg>
        <pc:spChg chg="mod">
          <ac:chgData name="Amelie Parker" userId="7d57f269b0755328" providerId="LiveId" clId="{56B2A1D9-F472-4B4B-BE22-5E69862FAE80}" dt="2026-07-13T05:00:38.186" v="1701" actId="120"/>
          <ac:spMkLst>
            <pc:docMk/>
            <pc:sldMk cId="2371222321" sldId="285"/>
            <ac:spMk id="12" creationId="{FB267443-ACBD-AA42-D628-139F166FA948}"/>
          </ac:spMkLst>
        </pc:spChg>
        <pc:spChg chg="mod">
          <ac:chgData name="Amelie Parker" userId="7d57f269b0755328" providerId="LiveId" clId="{56B2A1D9-F472-4B4B-BE22-5E69862FAE80}" dt="2026-06-30T12:35:51.944" v="697" actId="1076"/>
          <ac:spMkLst>
            <pc:docMk/>
            <pc:sldMk cId="2371222321" sldId="285"/>
            <ac:spMk id="14" creationId="{7BA36138-2E0C-067D-A186-8F27DA697772}"/>
          </ac:spMkLst>
        </pc:spChg>
        <pc:spChg chg="mod">
          <ac:chgData name="Amelie Parker" userId="7d57f269b0755328" providerId="LiveId" clId="{56B2A1D9-F472-4B4B-BE22-5E69862FAE80}" dt="2026-06-30T12:34:23.808" v="683" actId="1076"/>
          <ac:spMkLst>
            <pc:docMk/>
            <pc:sldMk cId="2371222321" sldId="285"/>
            <ac:spMk id="15" creationId="{0CAC6DCC-393F-271C-8705-BF289519E32B}"/>
          </ac:spMkLst>
        </pc:spChg>
        <pc:spChg chg="mod">
          <ac:chgData name="Amelie Parker" userId="7d57f269b0755328" providerId="LiveId" clId="{56B2A1D9-F472-4B4B-BE22-5E69862FAE80}" dt="2026-06-30T12:36:22.910" v="701" actId="1076"/>
          <ac:spMkLst>
            <pc:docMk/>
            <pc:sldMk cId="2371222321" sldId="285"/>
            <ac:spMk id="16" creationId="{ED62D995-8A8E-2446-0516-DF1DFD477446}"/>
          </ac:spMkLst>
        </pc:spChg>
        <pc:spChg chg="mod">
          <ac:chgData name="Amelie Parker" userId="7d57f269b0755328" providerId="LiveId" clId="{56B2A1D9-F472-4B4B-BE22-5E69862FAE80}" dt="2026-06-30T12:34:15.857" v="682" actId="1076"/>
          <ac:spMkLst>
            <pc:docMk/>
            <pc:sldMk cId="2371222321" sldId="285"/>
            <ac:spMk id="19" creationId="{93B804B6-F70A-BCD3-CC0C-8638CC36451D}"/>
          </ac:spMkLst>
        </pc:spChg>
        <pc:spChg chg="mod">
          <ac:chgData name="Amelie Parker" userId="7d57f269b0755328" providerId="LiveId" clId="{56B2A1D9-F472-4B4B-BE22-5E69862FAE80}" dt="2026-06-30T12:36:22.910" v="701" actId="1076"/>
          <ac:spMkLst>
            <pc:docMk/>
            <pc:sldMk cId="2371222321" sldId="285"/>
            <ac:spMk id="23" creationId="{93B53A55-B4BE-812E-247F-6755986FCBCB}"/>
          </ac:spMkLst>
        </pc:spChg>
        <pc:spChg chg="mod">
          <ac:chgData name="Amelie Parker" userId="7d57f269b0755328" providerId="LiveId" clId="{56B2A1D9-F472-4B4B-BE22-5E69862FAE80}" dt="2026-06-30T12:36:25.961" v="702" actId="1076"/>
          <ac:spMkLst>
            <pc:docMk/>
            <pc:sldMk cId="2371222321" sldId="285"/>
            <ac:spMk id="24" creationId="{B3E1D085-F953-E055-4E2D-347EB7FC11B7}"/>
          </ac:spMkLst>
        </pc:spChg>
        <pc:spChg chg="mod">
          <ac:chgData name="Amelie Parker" userId="7d57f269b0755328" providerId="LiveId" clId="{56B2A1D9-F472-4B4B-BE22-5E69862FAE80}" dt="2026-06-30T12:35:38.254" v="696" actId="1076"/>
          <ac:spMkLst>
            <pc:docMk/>
            <pc:sldMk cId="2371222321" sldId="285"/>
            <ac:spMk id="27" creationId="{4FE07DF9-E632-CCF9-2455-BF82A06D472D}"/>
          </ac:spMkLst>
        </pc:spChg>
        <pc:spChg chg="mod">
          <ac:chgData name="Amelie Parker" userId="7d57f269b0755328" providerId="LiveId" clId="{56B2A1D9-F472-4B4B-BE22-5E69862FAE80}" dt="2026-06-30T12:34:15.857" v="682" actId="1076"/>
          <ac:spMkLst>
            <pc:docMk/>
            <pc:sldMk cId="2371222321" sldId="285"/>
            <ac:spMk id="28" creationId="{8F1E72FC-1D41-4020-1F59-71AACB02FAD2}"/>
          </ac:spMkLst>
        </pc:spChg>
        <pc:spChg chg="mod">
          <ac:chgData name="Amelie Parker" userId="7d57f269b0755328" providerId="LiveId" clId="{56B2A1D9-F472-4B4B-BE22-5E69862FAE80}" dt="2026-06-30T12:36:22.910" v="701" actId="1076"/>
          <ac:spMkLst>
            <pc:docMk/>
            <pc:sldMk cId="2371222321" sldId="285"/>
            <ac:spMk id="30" creationId="{9695C99B-E730-9F93-1CE1-C269AD7BAB6A}"/>
          </ac:spMkLst>
        </pc:spChg>
        <pc:spChg chg="mod">
          <ac:chgData name="Amelie Parker" userId="7d57f269b0755328" providerId="LiveId" clId="{56B2A1D9-F472-4B4B-BE22-5E69862FAE80}" dt="2026-07-13T04:59:47.847" v="1680" actId="113"/>
          <ac:spMkLst>
            <pc:docMk/>
            <pc:sldMk cId="2371222321" sldId="285"/>
            <ac:spMk id="31" creationId="{E48896E1-8F93-EF16-3F2F-854458F18460}"/>
          </ac:spMkLst>
        </pc:spChg>
        <pc:spChg chg="mod">
          <ac:chgData name="Amelie Parker" userId="7d57f269b0755328" providerId="LiveId" clId="{56B2A1D9-F472-4B4B-BE22-5E69862FAE80}" dt="2026-06-30T12:36:22.910" v="701" actId="1076"/>
          <ac:spMkLst>
            <pc:docMk/>
            <pc:sldMk cId="2371222321" sldId="285"/>
            <ac:spMk id="32" creationId="{2ED5EF68-72C9-8349-E0E1-26AFFB08AC4B}"/>
          </ac:spMkLst>
        </pc:spChg>
        <pc:spChg chg="mod">
          <ac:chgData name="Amelie Parker" userId="7d57f269b0755328" providerId="LiveId" clId="{56B2A1D9-F472-4B4B-BE22-5E69862FAE80}" dt="2026-06-30T12:35:38.254" v="696" actId="1076"/>
          <ac:spMkLst>
            <pc:docMk/>
            <pc:sldMk cId="2371222321" sldId="285"/>
            <ac:spMk id="34" creationId="{3AC0A916-D075-32FA-DF00-D3C8B3BA98F2}"/>
          </ac:spMkLst>
        </pc:spChg>
        <pc:spChg chg="mod">
          <ac:chgData name="Amelie Parker" userId="7d57f269b0755328" providerId="LiveId" clId="{56B2A1D9-F472-4B4B-BE22-5E69862FAE80}" dt="2026-06-30T12:36:22.910" v="701" actId="1076"/>
          <ac:spMkLst>
            <pc:docMk/>
            <pc:sldMk cId="2371222321" sldId="285"/>
            <ac:spMk id="36" creationId="{BBE75361-776E-E4A0-C4B5-F944C683DAE6}"/>
          </ac:spMkLst>
        </pc:spChg>
        <pc:spChg chg="mod">
          <ac:chgData name="Amelie Parker" userId="7d57f269b0755328" providerId="LiveId" clId="{56B2A1D9-F472-4B4B-BE22-5E69862FAE80}" dt="2026-06-30T12:36:22.910" v="701" actId="1076"/>
          <ac:spMkLst>
            <pc:docMk/>
            <pc:sldMk cId="2371222321" sldId="285"/>
            <ac:spMk id="38" creationId="{9E673872-0BDE-FC0C-9F1A-56059CD58C1C}"/>
          </ac:spMkLst>
        </pc:spChg>
        <pc:spChg chg="mod">
          <ac:chgData name="Amelie Parker" userId="7d57f269b0755328" providerId="LiveId" clId="{56B2A1D9-F472-4B4B-BE22-5E69862FAE80}" dt="2026-06-30T12:36:22.910" v="701" actId="1076"/>
          <ac:spMkLst>
            <pc:docMk/>
            <pc:sldMk cId="2371222321" sldId="285"/>
            <ac:spMk id="43" creationId="{C6FBC85B-BB09-5375-370D-03D3B40BF94D}"/>
          </ac:spMkLst>
        </pc:spChg>
        <pc:spChg chg="mod">
          <ac:chgData name="Amelie Parker" userId="7d57f269b0755328" providerId="LiveId" clId="{56B2A1D9-F472-4B4B-BE22-5E69862FAE80}" dt="2026-06-30T12:36:01.984" v="699" actId="1076"/>
          <ac:spMkLst>
            <pc:docMk/>
            <pc:sldMk cId="2371222321" sldId="285"/>
            <ac:spMk id="44" creationId="{07A8F2BC-0FB7-1212-68DF-6C91F42641CD}"/>
          </ac:spMkLst>
        </pc:spChg>
        <pc:spChg chg="mod">
          <ac:chgData name="Amelie Parker" userId="7d57f269b0755328" providerId="LiveId" clId="{56B2A1D9-F472-4B4B-BE22-5E69862FAE80}" dt="2026-06-30T12:36:22.910" v="701" actId="1076"/>
          <ac:spMkLst>
            <pc:docMk/>
            <pc:sldMk cId="2371222321" sldId="285"/>
            <ac:spMk id="48" creationId="{CA8C9C85-6A7F-B1DA-6FC8-65D9DC442346}"/>
          </ac:spMkLst>
        </pc:spChg>
        <pc:spChg chg="mod">
          <ac:chgData name="Amelie Parker" userId="7d57f269b0755328" providerId="LiveId" clId="{56B2A1D9-F472-4B4B-BE22-5E69862FAE80}" dt="2026-06-30T12:36:22.910" v="701" actId="1076"/>
          <ac:spMkLst>
            <pc:docMk/>
            <pc:sldMk cId="2371222321" sldId="285"/>
            <ac:spMk id="52" creationId="{7D261DCA-869B-584B-1048-89DA461DA509}"/>
          </ac:spMkLst>
        </pc:spChg>
        <pc:spChg chg="mod">
          <ac:chgData name="Amelie Parker" userId="7d57f269b0755328" providerId="LiveId" clId="{56B2A1D9-F472-4B4B-BE22-5E69862FAE80}" dt="2026-06-30T12:36:22.910" v="701" actId="1076"/>
          <ac:spMkLst>
            <pc:docMk/>
            <pc:sldMk cId="2371222321" sldId="285"/>
            <ac:spMk id="53" creationId="{335D0822-3BD8-17D5-169F-DDDC0A088413}"/>
          </ac:spMkLst>
        </pc:spChg>
        <pc:spChg chg="mod">
          <ac:chgData name="Amelie Parker" userId="7d57f269b0755328" providerId="LiveId" clId="{56B2A1D9-F472-4B4B-BE22-5E69862FAE80}" dt="2026-06-30T12:34:34.378" v="684" actId="1076"/>
          <ac:spMkLst>
            <pc:docMk/>
            <pc:sldMk cId="2371222321" sldId="285"/>
            <ac:spMk id="115" creationId="{9D4C4F2C-9179-B2EB-8D9E-693CB0F3EF6A}"/>
          </ac:spMkLst>
        </pc:spChg>
        <pc:spChg chg="mod">
          <ac:chgData name="Amelie Parker" userId="7d57f269b0755328" providerId="LiveId" clId="{56B2A1D9-F472-4B4B-BE22-5E69862FAE80}" dt="2026-06-30T12:34:34.378" v="684" actId="1076"/>
          <ac:spMkLst>
            <pc:docMk/>
            <pc:sldMk cId="2371222321" sldId="285"/>
            <ac:spMk id="117" creationId="{842E2E29-50C6-7E82-BCFE-196E1F875265}"/>
          </ac:spMkLst>
        </pc:spChg>
        <pc:cxnChg chg="mod">
          <ac:chgData name="Amelie Parker" userId="7d57f269b0755328" providerId="LiveId" clId="{56B2A1D9-F472-4B4B-BE22-5E69862FAE80}" dt="2026-06-30T12:34:48.021" v="686" actId="1076"/>
          <ac:cxnSpMkLst>
            <pc:docMk/>
            <pc:sldMk cId="2371222321" sldId="285"/>
            <ac:cxnSpMk id="111" creationId="{A0DBBF4D-CF44-AE3F-6480-E0177AAE8149}"/>
          </ac:cxnSpMkLst>
        </pc:cxnChg>
      </pc:sldChg>
      <pc:sldChg chg="addSp delSp modSp mod">
        <pc:chgData name="Amelie Parker" userId="7d57f269b0755328" providerId="LiveId" clId="{56B2A1D9-F472-4B4B-BE22-5E69862FAE80}" dt="2026-07-16T05:00:25.177" v="1757" actId="20577"/>
        <pc:sldMkLst>
          <pc:docMk/>
          <pc:sldMk cId="452057790" sldId="287"/>
        </pc:sldMkLst>
        <pc:spChg chg="add mod">
          <ac:chgData name="Amelie Parker" userId="7d57f269b0755328" providerId="LiveId" clId="{56B2A1D9-F472-4B4B-BE22-5E69862FAE80}" dt="2026-07-16T05:00:25.177" v="1757" actId="20577"/>
          <ac:spMkLst>
            <pc:docMk/>
            <pc:sldMk cId="452057790" sldId="287"/>
            <ac:spMk id="14" creationId="{F6A3B367-2C1F-5518-8CE4-602491D38AB5}"/>
          </ac:spMkLst>
        </pc:spChg>
        <pc:spChg chg="add mod">
          <ac:chgData name="Amelie Parker" userId="7d57f269b0755328" providerId="LiveId" clId="{56B2A1D9-F472-4B4B-BE22-5E69862FAE80}" dt="2026-06-30T13:27:05.383" v="1383" actId="1076"/>
          <ac:spMkLst>
            <pc:docMk/>
            <pc:sldMk cId="452057790" sldId="287"/>
            <ac:spMk id="16" creationId="{0883A57C-81EF-481A-0156-DD885A1E61C7}"/>
          </ac:spMkLst>
        </pc:spChg>
        <pc:spChg chg="add mod">
          <ac:chgData name="Amelie Parker" userId="7d57f269b0755328" providerId="LiveId" clId="{56B2A1D9-F472-4B4B-BE22-5E69862FAE80}" dt="2026-06-30T13:27:11.268" v="1385" actId="1076"/>
          <ac:spMkLst>
            <pc:docMk/>
            <pc:sldMk cId="452057790" sldId="287"/>
            <ac:spMk id="18" creationId="{BD7FABA2-9FDB-8EE5-95A1-914A2A6F2BFB}"/>
          </ac:spMkLst>
        </pc:spChg>
        <pc:spChg chg="add mod">
          <ac:chgData name="Amelie Parker" userId="7d57f269b0755328" providerId="LiveId" clId="{56B2A1D9-F472-4B4B-BE22-5E69862FAE80}" dt="2026-06-30T13:27:03.152" v="1382" actId="1076"/>
          <ac:spMkLst>
            <pc:docMk/>
            <pc:sldMk cId="452057790" sldId="287"/>
            <ac:spMk id="20" creationId="{015BCC8A-377A-55CD-FB26-A53A7A050F80}"/>
          </ac:spMkLst>
        </pc:spChg>
        <pc:spChg chg="mod">
          <ac:chgData name="Amelie Parker" userId="7d57f269b0755328" providerId="LiveId" clId="{56B2A1D9-F472-4B4B-BE22-5E69862FAE80}" dt="2026-07-16T05:00:16.883" v="1754" actId="20577"/>
          <ac:spMkLst>
            <pc:docMk/>
            <pc:sldMk cId="452057790" sldId="287"/>
            <ac:spMk id="52" creationId="{5CD1B623-133A-2591-ECCB-6601E3862706}"/>
          </ac:spMkLst>
        </pc:spChg>
        <pc:spChg chg="mod">
          <ac:chgData name="Amelie Parker" userId="7d57f269b0755328" providerId="LiveId" clId="{56B2A1D9-F472-4B4B-BE22-5E69862FAE80}" dt="2026-07-13T05:10:00.105" v="1739" actId="1076"/>
          <ac:spMkLst>
            <pc:docMk/>
            <pc:sldMk cId="452057790" sldId="287"/>
            <ac:spMk id="80" creationId="{BF5728E4-980C-0EEB-965B-0E9D69367C7D}"/>
          </ac:spMkLst>
        </pc:spChg>
        <pc:spChg chg="mod">
          <ac:chgData name="Amelie Parker" userId="7d57f269b0755328" providerId="LiveId" clId="{56B2A1D9-F472-4B4B-BE22-5E69862FAE80}" dt="2026-07-13T05:10:00.105" v="1739" actId="1076"/>
          <ac:spMkLst>
            <pc:docMk/>
            <pc:sldMk cId="452057790" sldId="287"/>
            <ac:spMk id="82" creationId="{3F13DFB9-BAC6-87B0-7C84-843BA9C008BF}"/>
          </ac:spMkLst>
        </pc:spChg>
        <pc:spChg chg="mod">
          <ac:chgData name="Amelie Parker" userId="7d57f269b0755328" providerId="LiveId" clId="{56B2A1D9-F472-4B4B-BE22-5E69862FAE80}" dt="2026-07-13T05:10:00.105" v="1739" actId="1076"/>
          <ac:spMkLst>
            <pc:docMk/>
            <pc:sldMk cId="452057790" sldId="287"/>
            <ac:spMk id="83" creationId="{05521D62-C87D-814C-FD12-B8BC74BB302C}"/>
          </ac:spMkLst>
        </pc:spChg>
      </pc:sldChg>
      <pc:sldChg chg="addSp delSp modSp mod">
        <pc:chgData name="Amelie Parker" userId="7d57f269b0755328" providerId="LiveId" clId="{56B2A1D9-F472-4B4B-BE22-5E69862FAE80}" dt="2026-07-13T05:04:46.464" v="1716" actId="1076"/>
        <pc:sldMkLst>
          <pc:docMk/>
          <pc:sldMk cId="1138888446" sldId="288"/>
        </pc:sldMkLst>
        <pc:spChg chg="mod">
          <ac:chgData name="Amelie Parker" userId="7d57f269b0755328" providerId="LiveId" clId="{56B2A1D9-F472-4B4B-BE22-5E69862FAE80}" dt="2026-06-30T13:28:34.734" v="1542" actId="20577"/>
          <ac:spMkLst>
            <pc:docMk/>
            <pc:sldMk cId="1138888446" sldId="288"/>
            <ac:spMk id="9" creationId="{64478F42-9058-2EF1-C448-11C575D54246}"/>
          </ac:spMkLst>
        </pc:spChg>
        <pc:spChg chg="add mod">
          <ac:chgData name="Amelie Parker" userId="7d57f269b0755328" providerId="LiveId" clId="{56B2A1D9-F472-4B4B-BE22-5E69862FAE80}" dt="2026-06-30T13:27:36.558" v="1389" actId="1076"/>
          <ac:spMkLst>
            <pc:docMk/>
            <pc:sldMk cId="1138888446" sldId="288"/>
            <ac:spMk id="10" creationId="{8461EC49-E930-13A0-5D66-8E12B391714B}"/>
          </ac:spMkLst>
        </pc:spChg>
        <pc:spChg chg="add mod">
          <ac:chgData name="Amelie Parker" userId="7d57f269b0755328" providerId="LiveId" clId="{56B2A1D9-F472-4B4B-BE22-5E69862FAE80}" dt="2026-06-30T13:27:32.939" v="1388" actId="1076"/>
          <ac:spMkLst>
            <pc:docMk/>
            <pc:sldMk cId="1138888446" sldId="288"/>
            <ac:spMk id="14" creationId="{B056A712-A2D4-F7D9-FFB9-B877EC88198C}"/>
          </ac:spMkLst>
        </pc:spChg>
        <pc:spChg chg="add mod">
          <ac:chgData name="Amelie Parker" userId="7d57f269b0755328" providerId="LiveId" clId="{56B2A1D9-F472-4B4B-BE22-5E69862FAE80}" dt="2026-07-13T05:03:07.459" v="1713" actId="1076"/>
          <ac:spMkLst>
            <pc:docMk/>
            <pc:sldMk cId="1138888446" sldId="288"/>
            <ac:spMk id="18" creationId="{DD7B2796-A470-4CE4-D481-9F6174DD1E25}"/>
          </ac:spMkLst>
        </pc:spChg>
        <pc:spChg chg="add mod">
          <ac:chgData name="Amelie Parker" userId="7d57f269b0755328" providerId="LiveId" clId="{56B2A1D9-F472-4B4B-BE22-5E69862FAE80}" dt="2026-07-13T05:04:46.464" v="1716" actId="1076"/>
          <ac:spMkLst>
            <pc:docMk/>
            <pc:sldMk cId="1138888446" sldId="288"/>
            <ac:spMk id="21" creationId="{DF9486A2-DE89-C9F6-EA17-E094D0E1955F}"/>
          </ac:spMkLst>
        </pc:spChg>
        <pc:spChg chg="mod">
          <ac:chgData name="Amelie Parker" userId="7d57f269b0755328" providerId="LiveId" clId="{56B2A1D9-F472-4B4B-BE22-5E69862FAE80}" dt="2026-07-13T03:55:48.741" v="1594" actId="20577"/>
          <ac:spMkLst>
            <pc:docMk/>
            <pc:sldMk cId="1138888446" sldId="288"/>
            <ac:spMk id="51" creationId="{4D0B8321-B7E7-3AC5-48C9-2E34C7105977}"/>
          </ac:spMkLst>
        </pc:spChg>
        <pc:spChg chg="mod">
          <ac:chgData name="Amelie Parker" userId="7d57f269b0755328" providerId="LiveId" clId="{56B2A1D9-F472-4B4B-BE22-5E69862FAE80}" dt="2026-06-30T13:27:53.179" v="1413" actId="20577"/>
          <ac:spMkLst>
            <pc:docMk/>
            <pc:sldMk cId="1138888446" sldId="288"/>
            <ac:spMk id="63" creationId="{725459EC-61AC-253C-6E11-74573F58555A}"/>
          </ac:spMkLst>
        </pc:spChg>
        <pc:spChg chg="mod">
          <ac:chgData name="Amelie Parker" userId="7d57f269b0755328" providerId="LiveId" clId="{56B2A1D9-F472-4B4B-BE22-5E69862FAE80}" dt="2026-07-13T03:58:55.815" v="1605" actId="20577"/>
          <ac:spMkLst>
            <pc:docMk/>
            <pc:sldMk cId="1138888446" sldId="288"/>
            <ac:spMk id="69" creationId="{282FF1D2-CAC2-711A-154E-31EA5B638EE3}"/>
          </ac:spMkLst>
        </pc:spChg>
      </pc:sldChg>
      <pc:sldChg chg="modSp mod">
        <pc:chgData name="Amelie Parker" userId="7d57f269b0755328" providerId="LiveId" clId="{56B2A1D9-F472-4B4B-BE22-5E69862FAE80}" dt="2026-07-13T05:09:08.266" v="1738" actId="20577"/>
        <pc:sldMkLst>
          <pc:docMk/>
          <pc:sldMk cId="2858376404" sldId="289"/>
        </pc:sldMkLst>
        <pc:spChg chg="mod">
          <ac:chgData name="Amelie Parker" userId="7d57f269b0755328" providerId="LiveId" clId="{56B2A1D9-F472-4B4B-BE22-5E69862FAE80}" dt="2026-06-30T13:19:09.487" v="1338" actId="1076"/>
          <ac:spMkLst>
            <pc:docMk/>
            <pc:sldMk cId="2858376404" sldId="289"/>
            <ac:spMk id="3" creationId="{494F959D-4C58-5C0E-E6FA-D4AA31F391D9}"/>
          </ac:spMkLst>
        </pc:spChg>
        <pc:spChg chg="mod">
          <ac:chgData name="Amelie Parker" userId="7d57f269b0755328" providerId="LiveId" clId="{56B2A1D9-F472-4B4B-BE22-5E69862FAE80}" dt="2026-06-30T13:19:09.487" v="1338" actId="1076"/>
          <ac:spMkLst>
            <pc:docMk/>
            <pc:sldMk cId="2858376404" sldId="289"/>
            <ac:spMk id="8" creationId="{277CB703-D8C1-AE2A-08C0-59EDB1AFF68E}"/>
          </ac:spMkLst>
        </pc:spChg>
        <pc:spChg chg="mod">
          <ac:chgData name="Amelie Parker" userId="7d57f269b0755328" providerId="LiveId" clId="{56B2A1D9-F472-4B4B-BE22-5E69862FAE80}" dt="2026-06-30T13:22:51.415" v="1369" actId="1076"/>
          <ac:spMkLst>
            <pc:docMk/>
            <pc:sldMk cId="2858376404" sldId="289"/>
            <ac:spMk id="9" creationId="{B14A693B-EF79-6467-C843-E5C21DA4A616}"/>
          </ac:spMkLst>
        </pc:spChg>
        <pc:spChg chg="mod">
          <ac:chgData name="Amelie Parker" userId="7d57f269b0755328" providerId="LiveId" clId="{56B2A1D9-F472-4B4B-BE22-5E69862FAE80}" dt="2026-06-30T13:19:09.487" v="1338" actId="1076"/>
          <ac:spMkLst>
            <pc:docMk/>
            <pc:sldMk cId="2858376404" sldId="289"/>
            <ac:spMk id="55" creationId="{EB1FB6BB-98EB-05BD-ED9E-3C80F0ECF592}"/>
          </ac:spMkLst>
        </pc:spChg>
        <pc:spChg chg="mod">
          <ac:chgData name="Amelie Parker" userId="7d57f269b0755328" providerId="LiveId" clId="{56B2A1D9-F472-4B4B-BE22-5E69862FAE80}" dt="2026-06-30T13:14:59.603" v="1321" actId="2711"/>
          <ac:spMkLst>
            <pc:docMk/>
            <pc:sldMk cId="2858376404" sldId="289"/>
            <ac:spMk id="56" creationId="{30BD33FB-55C5-6A14-9961-E75F6CBACB3A}"/>
          </ac:spMkLst>
        </pc:spChg>
        <pc:spChg chg="mod">
          <ac:chgData name="Amelie Parker" userId="7d57f269b0755328" providerId="LiveId" clId="{56B2A1D9-F472-4B4B-BE22-5E69862FAE80}" dt="2026-06-30T13:15:20.511" v="1325" actId="1076"/>
          <ac:spMkLst>
            <pc:docMk/>
            <pc:sldMk cId="2858376404" sldId="289"/>
            <ac:spMk id="57" creationId="{708EF9DC-B521-31C8-EDCD-1F397A91F096}"/>
          </ac:spMkLst>
        </pc:spChg>
        <pc:spChg chg="mod">
          <ac:chgData name="Amelie Parker" userId="7d57f269b0755328" providerId="LiveId" clId="{56B2A1D9-F472-4B4B-BE22-5E69862FAE80}" dt="2026-06-30T13:19:09.487" v="1338" actId="1076"/>
          <ac:spMkLst>
            <pc:docMk/>
            <pc:sldMk cId="2858376404" sldId="289"/>
            <ac:spMk id="58" creationId="{9E77FFC4-1DDC-3557-DE46-E0BC014CA4D7}"/>
          </ac:spMkLst>
        </pc:spChg>
        <pc:spChg chg="mod">
          <ac:chgData name="Amelie Parker" userId="7d57f269b0755328" providerId="LiveId" clId="{56B2A1D9-F472-4B4B-BE22-5E69862FAE80}" dt="2026-06-30T13:19:09.487" v="1338" actId="1076"/>
          <ac:spMkLst>
            <pc:docMk/>
            <pc:sldMk cId="2858376404" sldId="289"/>
            <ac:spMk id="60" creationId="{F86191B4-E0A3-5EC1-FEEB-F8934E648BFF}"/>
          </ac:spMkLst>
        </pc:spChg>
        <pc:spChg chg="mod">
          <ac:chgData name="Amelie Parker" userId="7d57f269b0755328" providerId="LiveId" clId="{56B2A1D9-F472-4B4B-BE22-5E69862FAE80}" dt="2026-06-30T13:19:09.487" v="1338" actId="1076"/>
          <ac:spMkLst>
            <pc:docMk/>
            <pc:sldMk cId="2858376404" sldId="289"/>
            <ac:spMk id="61" creationId="{FF811F19-0DC2-4C0C-672D-B1D081B15B43}"/>
          </ac:spMkLst>
        </pc:spChg>
        <pc:spChg chg="mod">
          <ac:chgData name="Amelie Parker" userId="7d57f269b0755328" providerId="LiveId" clId="{56B2A1D9-F472-4B4B-BE22-5E69862FAE80}" dt="2026-06-30T13:19:09.487" v="1338" actId="1076"/>
          <ac:spMkLst>
            <pc:docMk/>
            <pc:sldMk cId="2858376404" sldId="289"/>
            <ac:spMk id="64" creationId="{009779FE-3F6A-8F0E-7886-67BD5E22AEC6}"/>
          </ac:spMkLst>
        </pc:spChg>
        <pc:spChg chg="mod">
          <ac:chgData name="Amelie Parker" userId="7d57f269b0755328" providerId="LiveId" clId="{56B2A1D9-F472-4B4B-BE22-5E69862FAE80}" dt="2026-06-30T13:19:09.487" v="1338" actId="1076"/>
          <ac:spMkLst>
            <pc:docMk/>
            <pc:sldMk cId="2858376404" sldId="289"/>
            <ac:spMk id="66" creationId="{6FFA3C72-D48A-B897-4E23-3288D89CEEE8}"/>
          </ac:spMkLst>
        </pc:spChg>
        <pc:spChg chg="mod">
          <ac:chgData name="Amelie Parker" userId="7d57f269b0755328" providerId="LiveId" clId="{56B2A1D9-F472-4B4B-BE22-5E69862FAE80}" dt="2026-07-13T05:09:08.266" v="1738" actId="20577"/>
          <ac:spMkLst>
            <pc:docMk/>
            <pc:sldMk cId="2858376404" sldId="289"/>
            <ac:spMk id="67" creationId="{99480DDF-6159-D1CD-FFB1-CC7B3A16BB19}"/>
          </ac:spMkLst>
        </pc:spChg>
        <pc:spChg chg="mod">
          <ac:chgData name="Amelie Parker" userId="7d57f269b0755328" providerId="LiveId" clId="{56B2A1D9-F472-4B4B-BE22-5E69862FAE80}" dt="2026-06-30T13:19:09.487" v="1338" actId="1076"/>
          <ac:spMkLst>
            <pc:docMk/>
            <pc:sldMk cId="2858376404" sldId="289"/>
            <ac:spMk id="68" creationId="{9C120591-D946-58A5-182F-2DF8880A1859}"/>
          </ac:spMkLst>
        </pc:spChg>
        <pc:spChg chg="mod">
          <ac:chgData name="Amelie Parker" userId="7d57f269b0755328" providerId="LiveId" clId="{56B2A1D9-F472-4B4B-BE22-5E69862FAE80}" dt="2026-06-30T13:19:27.578" v="1341" actId="1076"/>
          <ac:spMkLst>
            <pc:docMk/>
            <pc:sldMk cId="2858376404" sldId="289"/>
            <ac:spMk id="85" creationId="{A506F5B3-4F35-5ACC-0C7D-5CA332C05EC4}"/>
          </ac:spMkLst>
        </pc:spChg>
        <pc:spChg chg="mod">
          <ac:chgData name="Amelie Parker" userId="7d57f269b0755328" providerId="LiveId" clId="{56B2A1D9-F472-4B4B-BE22-5E69862FAE80}" dt="2026-06-30T13:19:32.691" v="1342" actId="1076"/>
          <ac:spMkLst>
            <pc:docMk/>
            <pc:sldMk cId="2858376404" sldId="289"/>
            <ac:spMk id="86" creationId="{1532720E-81E1-0EA6-1D9D-16A39BCDC64D}"/>
          </ac:spMkLst>
        </pc:spChg>
        <pc:spChg chg="mod">
          <ac:chgData name="Amelie Parker" userId="7d57f269b0755328" providerId="LiveId" clId="{56B2A1D9-F472-4B4B-BE22-5E69862FAE80}" dt="2026-06-30T13:19:52.336" v="1345" actId="1076"/>
          <ac:spMkLst>
            <pc:docMk/>
            <pc:sldMk cId="2858376404" sldId="289"/>
            <ac:spMk id="87" creationId="{A7A14E5E-8F97-9F75-A9AC-BC29BAF4FDE8}"/>
          </ac:spMkLst>
        </pc:spChg>
        <pc:spChg chg="mod">
          <ac:chgData name="Amelie Parker" userId="7d57f269b0755328" providerId="LiveId" clId="{56B2A1D9-F472-4B4B-BE22-5E69862FAE80}" dt="2026-06-30T13:19:41.701" v="1343" actId="1076"/>
          <ac:spMkLst>
            <pc:docMk/>
            <pc:sldMk cId="2858376404" sldId="289"/>
            <ac:spMk id="88" creationId="{9769E7CE-A71E-612B-46B0-22E8C74EDBD4}"/>
          </ac:spMkLst>
        </pc:spChg>
        <pc:spChg chg="mod">
          <ac:chgData name="Amelie Parker" userId="7d57f269b0755328" providerId="LiveId" clId="{56B2A1D9-F472-4B4B-BE22-5E69862FAE80}" dt="2026-06-30T13:19:27.578" v="1341" actId="1076"/>
          <ac:spMkLst>
            <pc:docMk/>
            <pc:sldMk cId="2858376404" sldId="289"/>
            <ac:spMk id="89" creationId="{31D1FF0E-5C12-5E8E-0F4A-2126F3BFC153}"/>
          </ac:spMkLst>
        </pc:spChg>
        <pc:spChg chg="mod">
          <ac:chgData name="Amelie Parker" userId="7d57f269b0755328" providerId="LiveId" clId="{56B2A1D9-F472-4B4B-BE22-5E69862FAE80}" dt="2026-06-30T13:19:32.691" v="1342" actId="1076"/>
          <ac:spMkLst>
            <pc:docMk/>
            <pc:sldMk cId="2858376404" sldId="289"/>
            <ac:spMk id="90" creationId="{649F3944-A160-9C47-C52E-A971E21C46ED}"/>
          </ac:spMkLst>
        </pc:spChg>
        <pc:spChg chg="mod">
          <ac:chgData name="Amelie Parker" userId="7d57f269b0755328" providerId="LiveId" clId="{56B2A1D9-F472-4B4B-BE22-5E69862FAE80}" dt="2026-06-30T13:19:41.701" v="1343" actId="1076"/>
          <ac:spMkLst>
            <pc:docMk/>
            <pc:sldMk cId="2858376404" sldId="289"/>
            <ac:spMk id="91" creationId="{4B1FB14B-61DA-C489-73F9-18361C10BD55}"/>
          </ac:spMkLst>
        </pc:spChg>
        <pc:spChg chg="mod">
          <ac:chgData name="Amelie Parker" userId="7d57f269b0755328" providerId="LiveId" clId="{56B2A1D9-F472-4B4B-BE22-5E69862FAE80}" dt="2026-06-30T13:19:52.336" v="1345" actId="1076"/>
          <ac:spMkLst>
            <pc:docMk/>
            <pc:sldMk cId="2858376404" sldId="289"/>
            <ac:spMk id="92" creationId="{5B70636A-50B1-EE32-0553-106B87D77C09}"/>
          </ac:spMkLst>
        </pc:spChg>
        <pc:spChg chg="mod">
          <ac:chgData name="Amelie Parker" userId="7d57f269b0755328" providerId="LiveId" clId="{56B2A1D9-F472-4B4B-BE22-5E69862FAE80}" dt="2026-06-30T13:22:24.862" v="1363" actId="1076"/>
          <ac:spMkLst>
            <pc:docMk/>
            <pc:sldMk cId="2858376404" sldId="289"/>
            <ac:spMk id="93" creationId="{7EB667A3-852E-52BD-4CEA-ACD191A34EE0}"/>
          </ac:spMkLst>
        </pc:spChg>
        <pc:spChg chg="mod">
          <ac:chgData name="Amelie Parker" userId="7d57f269b0755328" providerId="LiveId" clId="{56B2A1D9-F472-4B4B-BE22-5E69862FAE80}" dt="2026-06-30T13:22:24.862" v="1363" actId="1076"/>
          <ac:spMkLst>
            <pc:docMk/>
            <pc:sldMk cId="2858376404" sldId="289"/>
            <ac:spMk id="94" creationId="{60714C3D-F21D-55DB-5048-1415A8B384A9}"/>
          </ac:spMkLst>
        </pc:spChg>
        <pc:spChg chg="mod">
          <ac:chgData name="Amelie Parker" userId="7d57f269b0755328" providerId="LiveId" clId="{56B2A1D9-F472-4B4B-BE22-5E69862FAE80}" dt="2026-06-30T13:22:33.591" v="1365" actId="1076"/>
          <ac:spMkLst>
            <pc:docMk/>
            <pc:sldMk cId="2858376404" sldId="289"/>
            <ac:spMk id="97" creationId="{E9DCDF27-FD58-58BD-99B5-20922321A519}"/>
          </ac:spMkLst>
        </pc:spChg>
        <pc:spChg chg="mod">
          <ac:chgData name="Amelie Parker" userId="7d57f269b0755328" providerId="LiveId" clId="{56B2A1D9-F472-4B4B-BE22-5E69862FAE80}" dt="2026-06-30T13:22:29.029" v="1364" actId="1076"/>
          <ac:spMkLst>
            <pc:docMk/>
            <pc:sldMk cId="2858376404" sldId="289"/>
            <ac:spMk id="98" creationId="{0876769B-EF59-DB9A-C5D3-D4987A05826C}"/>
          </ac:spMkLst>
        </pc:spChg>
        <pc:spChg chg="mod">
          <ac:chgData name="Amelie Parker" userId="7d57f269b0755328" providerId="LiveId" clId="{56B2A1D9-F472-4B4B-BE22-5E69862FAE80}" dt="2026-06-30T13:22:33.591" v="1365" actId="1076"/>
          <ac:spMkLst>
            <pc:docMk/>
            <pc:sldMk cId="2858376404" sldId="289"/>
            <ac:spMk id="99" creationId="{95FDB848-FFF4-42B8-4977-680177C29FF3}"/>
          </ac:spMkLst>
        </pc:spChg>
        <pc:spChg chg="mod">
          <ac:chgData name="Amelie Parker" userId="7d57f269b0755328" providerId="LiveId" clId="{56B2A1D9-F472-4B4B-BE22-5E69862FAE80}" dt="2026-06-30T13:22:29.029" v="1364" actId="1076"/>
          <ac:spMkLst>
            <pc:docMk/>
            <pc:sldMk cId="2858376404" sldId="289"/>
            <ac:spMk id="100" creationId="{E2A18296-F2ED-2FE0-7FD1-04E26C186C02}"/>
          </ac:spMkLst>
        </pc:spChg>
        <pc:spChg chg="mod">
          <ac:chgData name="Amelie Parker" userId="7d57f269b0755328" providerId="LiveId" clId="{56B2A1D9-F472-4B4B-BE22-5E69862FAE80}" dt="2026-06-30T13:19:16.024" v="1340" actId="1076"/>
          <ac:spMkLst>
            <pc:docMk/>
            <pc:sldMk cId="2858376404" sldId="289"/>
            <ac:spMk id="102" creationId="{D630CB56-2B93-DC5C-1ADC-B8617230E6E3}"/>
          </ac:spMkLst>
        </pc:spChg>
        <pc:spChg chg="mod">
          <ac:chgData name="Amelie Parker" userId="7d57f269b0755328" providerId="LiveId" clId="{56B2A1D9-F472-4B4B-BE22-5E69862FAE80}" dt="2026-06-30T13:18:19.453" v="1333" actId="1076"/>
          <ac:spMkLst>
            <pc:docMk/>
            <pc:sldMk cId="2858376404" sldId="289"/>
            <ac:spMk id="105" creationId="{C63619E5-4594-B30E-8B94-A6C7EC77A464}"/>
          </ac:spMkLst>
        </pc:spChg>
        <pc:spChg chg="mod">
          <ac:chgData name="Amelie Parker" userId="7d57f269b0755328" providerId="LiveId" clId="{56B2A1D9-F472-4B4B-BE22-5E69862FAE80}" dt="2026-06-30T13:22:39.258" v="1368" actId="1076"/>
          <ac:spMkLst>
            <pc:docMk/>
            <pc:sldMk cId="2858376404" sldId="289"/>
            <ac:spMk id="108" creationId="{4A0D1CF9-E69F-D535-EEDE-D9BBACFB4C30}"/>
          </ac:spMkLst>
        </pc:spChg>
        <pc:graphicFrameChg chg="mod modGraphic">
          <ac:chgData name="Amelie Parker" userId="7d57f269b0755328" providerId="LiveId" clId="{56B2A1D9-F472-4B4B-BE22-5E69862FAE80}" dt="2026-06-30T13:22:18.528" v="1362" actId="1076"/>
          <ac:graphicFrameMkLst>
            <pc:docMk/>
            <pc:sldMk cId="2858376404" sldId="289"/>
            <ac:graphicFrameMk id="107" creationId="{813DED9E-DE57-FB5C-AB78-88B4BCCDA947}"/>
          </ac:graphicFrameMkLst>
        </pc:graphicFrameChg>
        <pc:cxnChg chg="mod">
          <ac:chgData name="Amelie Parker" userId="7d57f269b0755328" providerId="LiveId" clId="{56B2A1D9-F472-4B4B-BE22-5E69862FAE80}" dt="2026-06-30T13:19:12.477" v="1339" actId="1076"/>
          <ac:cxnSpMkLst>
            <pc:docMk/>
            <pc:sldMk cId="2858376404" sldId="289"/>
            <ac:cxnSpMk id="84" creationId="{D88BDD90-3D2D-E5F2-003A-A276071C9690}"/>
          </ac:cxnSpMkLst>
        </pc:cxnChg>
        <pc:cxnChg chg="mod">
          <ac:chgData name="Amelie Parker" userId="7d57f269b0755328" providerId="LiveId" clId="{56B2A1D9-F472-4B4B-BE22-5E69862FAE80}" dt="2026-06-30T13:22:37.231" v="1367" actId="1076"/>
          <ac:cxnSpMkLst>
            <pc:docMk/>
            <pc:sldMk cId="2858376404" sldId="289"/>
            <ac:cxnSpMk id="106" creationId="{877B662F-EF12-F2C2-B1C5-69689C10212B}"/>
          </ac:cxnSpMkLst>
        </pc:cxnChg>
      </pc:sldChg>
      <pc:sldChg chg="modSp mod ord">
        <pc:chgData name="Amelie Parker" userId="7d57f269b0755328" providerId="LiveId" clId="{56B2A1D9-F472-4B4B-BE22-5E69862FAE80}" dt="2026-07-16T04:59:01.308" v="1746" actId="20577"/>
        <pc:sldMkLst>
          <pc:docMk/>
          <pc:sldMk cId="407038536" sldId="290"/>
        </pc:sldMkLst>
        <pc:spChg chg="mod">
          <ac:chgData name="Amelie Parker" userId="7d57f269b0755328" providerId="LiveId" clId="{56B2A1D9-F472-4B4B-BE22-5E69862FAE80}" dt="2026-07-13T04:59:09.197" v="1674" actId="14100"/>
          <ac:spMkLst>
            <pc:docMk/>
            <pc:sldMk cId="407038536" sldId="290"/>
            <ac:spMk id="2" creationId="{AABA0DE0-3353-0957-01FE-7A51A76E202E}"/>
          </ac:spMkLst>
        </pc:spChg>
        <pc:spChg chg="mod">
          <ac:chgData name="Amelie Parker" userId="7d57f269b0755328" providerId="LiveId" clId="{56B2A1D9-F472-4B4B-BE22-5E69862FAE80}" dt="2026-06-30T23:44:32.261" v="1565" actId="20577"/>
          <ac:spMkLst>
            <pc:docMk/>
            <pc:sldMk cId="407038536" sldId="290"/>
            <ac:spMk id="3" creationId="{9215D004-6F90-647D-C3A9-E1D77FD6C0E3}"/>
          </ac:spMkLst>
        </pc:spChg>
        <pc:spChg chg="mod">
          <ac:chgData name="Amelie Parker" userId="7d57f269b0755328" providerId="LiveId" clId="{56B2A1D9-F472-4B4B-BE22-5E69862FAE80}" dt="2026-06-30T11:52:17.743" v="196" actId="1076"/>
          <ac:spMkLst>
            <pc:docMk/>
            <pc:sldMk cId="407038536" sldId="290"/>
            <ac:spMk id="9" creationId="{B14A693B-EF79-6467-C843-E5C21DA4A616}"/>
          </ac:spMkLst>
        </pc:spChg>
        <pc:spChg chg="mod">
          <ac:chgData name="Amelie Parker" userId="7d57f269b0755328" providerId="LiveId" clId="{56B2A1D9-F472-4B4B-BE22-5E69862FAE80}" dt="2026-07-13T04:58:18.453" v="1667" actId="1076"/>
          <ac:spMkLst>
            <pc:docMk/>
            <pc:sldMk cId="407038536" sldId="290"/>
            <ac:spMk id="10" creationId="{5A4A0F2C-23F1-4777-5D14-99F4D0C9268C}"/>
          </ac:spMkLst>
        </pc:spChg>
        <pc:spChg chg="mod">
          <ac:chgData name="Amelie Parker" userId="7d57f269b0755328" providerId="LiveId" clId="{56B2A1D9-F472-4B4B-BE22-5E69862FAE80}" dt="2026-07-13T04:58:12.327" v="1666" actId="1076"/>
          <ac:spMkLst>
            <pc:docMk/>
            <pc:sldMk cId="407038536" sldId="290"/>
            <ac:spMk id="12" creationId="{6B1E0FF6-846E-4EA6-7012-793285461D2F}"/>
          </ac:spMkLst>
        </pc:spChg>
        <pc:spChg chg="mod">
          <ac:chgData name="Amelie Parker" userId="7d57f269b0755328" providerId="LiveId" clId="{56B2A1D9-F472-4B4B-BE22-5E69862FAE80}" dt="2026-06-30T09:10:34.164" v="7" actId="20577"/>
          <ac:spMkLst>
            <pc:docMk/>
            <pc:sldMk cId="407038536" sldId="290"/>
            <ac:spMk id="20" creationId="{3B69BAF7-66A1-3E93-2677-09BA3D09A9F4}"/>
          </ac:spMkLst>
        </pc:spChg>
        <pc:spChg chg="mod">
          <ac:chgData name="Amelie Parker" userId="7d57f269b0755328" providerId="LiveId" clId="{56B2A1D9-F472-4B4B-BE22-5E69862FAE80}" dt="2026-07-13T04:58:35.987" v="1669" actId="1076"/>
          <ac:spMkLst>
            <pc:docMk/>
            <pc:sldMk cId="407038536" sldId="290"/>
            <ac:spMk id="29" creationId="{201FF9E0-979D-C27F-3C67-8B5FDE93AE68}"/>
          </ac:spMkLst>
        </pc:spChg>
        <pc:spChg chg="mod">
          <ac:chgData name="Amelie Parker" userId="7d57f269b0755328" providerId="LiveId" clId="{56B2A1D9-F472-4B4B-BE22-5E69862FAE80}" dt="2026-07-13T04:59:05.175" v="1673" actId="1076"/>
          <ac:spMkLst>
            <pc:docMk/>
            <pc:sldMk cId="407038536" sldId="290"/>
            <ac:spMk id="52" creationId="{AED5C657-1772-42C5-7CFA-79EAC61E586B}"/>
          </ac:spMkLst>
        </pc:spChg>
        <pc:spChg chg="mod">
          <ac:chgData name="Amelie Parker" userId="7d57f269b0755328" providerId="LiveId" clId="{56B2A1D9-F472-4B4B-BE22-5E69862FAE80}" dt="2026-07-13T04:59:13.365" v="1675" actId="1076"/>
          <ac:spMkLst>
            <pc:docMk/>
            <pc:sldMk cId="407038536" sldId="290"/>
            <ac:spMk id="53" creationId="{D9C2BDC2-4AED-9F01-EFD8-F83295923242}"/>
          </ac:spMkLst>
        </pc:spChg>
        <pc:spChg chg="mod">
          <ac:chgData name="Amelie Parker" userId="7d57f269b0755328" providerId="LiveId" clId="{56B2A1D9-F472-4B4B-BE22-5E69862FAE80}" dt="2026-07-13T04:58:44.388" v="1670" actId="1076"/>
          <ac:spMkLst>
            <pc:docMk/>
            <pc:sldMk cId="407038536" sldId="290"/>
            <ac:spMk id="54" creationId="{64A52355-3457-3E34-DE17-F602B02148DB}"/>
          </ac:spMkLst>
        </pc:spChg>
        <pc:spChg chg="mod">
          <ac:chgData name="Amelie Parker" userId="7d57f269b0755328" providerId="LiveId" clId="{56B2A1D9-F472-4B4B-BE22-5E69862FAE80}" dt="2026-07-13T04:58:44.388" v="1670" actId="1076"/>
          <ac:spMkLst>
            <pc:docMk/>
            <pc:sldMk cId="407038536" sldId="290"/>
            <ac:spMk id="55" creationId="{72831FA6-5694-4D1B-41E3-891F5D7A0D49}"/>
          </ac:spMkLst>
        </pc:spChg>
        <pc:spChg chg="mod">
          <ac:chgData name="Amelie Parker" userId="7d57f269b0755328" providerId="LiveId" clId="{56B2A1D9-F472-4B4B-BE22-5E69862FAE80}" dt="2026-06-30T11:54:22.980" v="248" actId="20577"/>
          <ac:spMkLst>
            <pc:docMk/>
            <pc:sldMk cId="407038536" sldId="290"/>
            <ac:spMk id="56" creationId="{2EA3A069-DDDA-B515-E4FE-92299B204C6B}"/>
          </ac:spMkLst>
        </pc:spChg>
        <pc:spChg chg="mod">
          <ac:chgData name="Amelie Parker" userId="7d57f269b0755328" providerId="LiveId" clId="{56B2A1D9-F472-4B4B-BE22-5E69862FAE80}" dt="2026-07-13T04:58:44.388" v="1670" actId="1076"/>
          <ac:spMkLst>
            <pc:docMk/>
            <pc:sldMk cId="407038536" sldId="290"/>
            <ac:spMk id="57" creationId="{4947E13A-43D7-FA0B-5B0C-C375A18D8B78}"/>
          </ac:spMkLst>
        </pc:spChg>
        <pc:spChg chg="mod">
          <ac:chgData name="Amelie Parker" userId="7d57f269b0755328" providerId="LiveId" clId="{56B2A1D9-F472-4B4B-BE22-5E69862FAE80}" dt="2026-07-13T04:58:54.248" v="1672" actId="1076"/>
          <ac:spMkLst>
            <pc:docMk/>
            <pc:sldMk cId="407038536" sldId="290"/>
            <ac:spMk id="58" creationId="{244EA883-C7DB-39AA-5C22-66978C8376A7}"/>
          </ac:spMkLst>
        </pc:spChg>
        <pc:spChg chg="mod">
          <ac:chgData name="Amelie Parker" userId="7d57f269b0755328" providerId="LiveId" clId="{56B2A1D9-F472-4B4B-BE22-5E69862FAE80}" dt="2026-07-13T04:58:35.987" v="1669" actId="1076"/>
          <ac:spMkLst>
            <pc:docMk/>
            <pc:sldMk cId="407038536" sldId="290"/>
            <ac:spMk id="60" creationId="{43543AEF-0D1B-31B7-860D-420FE133189F}"/>
          </ac:spMkLst>
        </pc:spChg>
        <pc:spChg chg="mod">
          <ac:chgData name="Amelie Parker" userId="7d57f269b0755328" providerId="LiveId" clId="{56B2A1D9-F472-4B4B-BE22-5E69862FAE80}" dt="2026-07-13T04:58:54.248" v="1672" actId="1076"/>
          <ac:spMkLst>
            <pc:docMk/>
            <pc:sldMk cId="407038536" sldId="290"/>
            <ac:spMk id="62" creationId="{DFBADC1A-1DF0-637F-AAA5-1E8677A87488}"/>
          </ac:spMkLst>
        </pc:spChg>
        <pc:spChg chg="mod">
          <ac:chgData name="Amelie Parker" userId="7d57f269b0755328" providerId="LiveId" clId="{56B2A1D9-F472-4B4B-BE22-5E69862FAE80}" dt="2026-07-13T04:58:35.987" v="1669" actId="1076"/>
          <ac:spMkLst>
            <pc:docMk/>
            <pc:sldMk cId="407038536" sldId="290"/>
            <ac:spMk id="64" creationId="{2541D311-7F44-9D6C-FC38-D575FAF8E7A5}"/>
          </ac:spMkLst>
        </pc:spChg>
        <pc:spChg chg="mod">
          <ac:chgData name="Amelie Parker" userId="7d57f269b0755328" providerId="LiveId" clId="{56B2A1D9-F472-4B4B-BE22-5E69862FAE80}" dt="2026-07-13T04:58:44.388" v="1670" actId="1076"/>
          <ac:spMkLst>
            <pc:docMk/>
            <pc:sldMk cId="407038536" sldId="290"/>
            <ac:spMk id="65" creationId="{D51D3379-E4CF-25AC-257F-EF129F73894E}"/>
          </ac:spMkLst>
        </pc:spChg>
        <pc:spChg chg="mod">
          <ac:chgData name="Amelie Parker" userId="7d57f269b0755328" providerId="LiveId" clId="{56B2A1D9-F472-4B4B-BE22-5E69862FAE80}" dt="2026-07-13T04:58:54.248" v="1672" actId="1076"/>
          <ac:spMkLst>
            <pc:docMk/>
            <pc:sldMk cId="407038536" sldId="290"/>
            <ac:spMk id="66" creationId="{F8A08EB0-42C8-CF62-9C25-2D6ED3363B0E}"/>
          </ac:spMkLst>
        </pc:spChg>
        <pc:spChg chg="mod">
          <ac:chgData name="Amelie Parker" userId="7d57f269b0755328" providerId="LiveId" clId="{56B2A1D9-F472-4B4B-BE22-5E69862FAE80}" dt="2026-07-13T04:59:05.175" v="1673" actId="1076"/>
          <ac:spMkLst>
            <pc:docMk/>
            <pc:sldMk cId="407038536" sldId="290"/>
            <ac:spMk id="67" creationId="{8EF2E1A4-B1A8-CCEC-2555-36777FAA2E1E}"/>
          </ac:spMkLst>
        </pc:spChg>
        <pc:spChg chg="mod">
          <ac:chgData name="Amelie Parker" userId="7d57f269b0755328" providerId="LiveId" clId="{56B2A1D9-F472-4B4B-BE22-5E69862FAE80}" dt="2026-07-13T04:58:54.248" v="1672" actId="1076"/>
          <ac:spMkLst>
            <pc:docMk/>
            <pc:sldMk cId="407038536" sldId="290"/>
            <ac:spMk id="69" creationId="{5457F167-58A6-14AF-CFDB-6C6132FF9F56}"/>
          </ac:spMkLst>
        </pc:spChg>
        <pc:spChg chg="mod">
          <ac:chgData name="Amelie Parker" userId="7d57f269b0755328" providerId="LiveId" clId="{56B2A1D9-F472-4B4B-BE22-5E69862FAE80}" dt="2026-07-13T04:58:54.248" v="1672" actId="1076"/>
          <ac:spMkLst>
            <pc:docMk/>
            <pc:sldMk cId="407038536" sldId="290"/>
            <ac:spMk id="70" creationId="{62579A70-9399-1E0F-7BA3-076847CC17C8}"/>
          </ac:spMkLst>
        </pc:spChg>
        <pc:spChg chg="mod">
          <ac:chgData name="Amelie Parker" userId="7d57f269b0755328" providerId="LiveId" clId="{56B2A1D9-F472-4B4B-BE22-5E69862FAE80}" dt="2026-07-13T04:59:13.365" v="1675" actId="1076"/>
          <ac:spMkLst>
            <pc:docMk/>
            <pc:sldMk cId="407038536" sldId="290"/>
            <ac:spMk id="72" creationId="{444CD1D9-11CA-5870-58FF-4DAB90685CC2}"/>
          </ac:spMkLst>
        </pc:spChg>
        <pc:spChg chg="mod">
          <ac:chgData name="Amelie Parker" userId="7d57f269b0755328" providerId="LiveId" clId="{56B2A1D9-F472-4B4B-BE22-5E69862FAE80}" dt="2026-07-13T04:59:16.617" v="1676" actId="1076"/>
          <ac:spMkLst>
            <pc:docMk/>
            <pc:sldMk cId="407038536" sldId="290"/>
            <ac:spMk id="73" creationId="{B3A4F925-2AD5-38E6-DBC8-B37A040CEEE9}"/>
          </ac:spMkLst>
        </pc:spChg>
        <pc:spChg chg="mod">
          <ac:chgData name="Amelie Parker" userId="7d57f269b0755328" providerId="LiveId" clId="{56B2A1D9-F472-4B4B-BE22-5E69862FAE80}" dt="2026-07-13T04:58:18.453" v="1667" actId="1076"/>
          <ac:spMkLst>
            <pc:docMk/>
            <pc:sldMk cId="407038536" sldId="290"/>
            <ac:spMk id="74" creationId="{9A8F8084-45EF-594F-4B9A-647932DDBE4B}"/>
          </ac:spMkLst>
        </pc:spChg>
        <pc:spChg chg="mod">
          <ac:chgData name="Amelie Parker" userId="7d57f269b0755328" providerId="LiveId" clId="{56B2A1D9-F472-4B4B-BE22-5E69862FAE80}" dt="2026-07-13T04:58:12.327" v="1666" actId="1076"/>
          <ac:spMkLst>
            <pc:docMk/>
            <pc:sldMk cId="407038536" sldId="290"/>
            <ac:spMk id="79" creationId="{1910A880-F4D1-AEEE-1807-5E0ACAAC6BCC}"/>
          </ac:spMkLst>
        </pc:spChg>
        <pc:graphicFrameChg chg="mod modGraphic">
          <ac:chgData name="Amelie Parker" userId="7d57f269b0755328" providerId="LiveId" clId="{56B2A1D9-F472-4B4B-BE22-5E69862FAE80}" dt="2026-07-16T04:59:01.308" v="1746" actId="20577"/>
          <ac:graphicFrameMkLst>
            <pc:docMk/>
            <pc:sldMk cId="407038536" sldId="290"/>
            <ac:graphicFrameMk id="78" creationId="{D5949E2E-CCA0-7992-090E-DB77D82C6013}"/>
          </ac:graphicFrameMkLst>
        </pc:graphicFrameChg>
      </pc:sldChg>
      <pc:sldChg chg="modSp mod">
        <pc:chgData name="Amelie Parker" userId="7d57f269b0755328" providerId="LiveId" clId="{56B2A1D9-F472-4B4B-BE22-5E69862FAE80}" dt="2026-07-16T04:58:40.554" v="1744" actId="120"/>
        <pc:sldMkLst>
          <pc:docMk/>
          <pc:sldMk cId="3136937473" sldId="292"/>
        </pc:sldMkLst>
        <pc:spChg chg="mod">
          <ac:chgData name="Amelie Parker" userId="7d57f269b0755328" providerId="LiveId" clId="{56B2A1D9-F472-4B4B-BE22-5E69862FAE80}" dt="2026-06-30T11:17:40.375" v="103" actId="14100"/>
          <ac:spMkLst>
            <pc:docMk/>
            <pc:sldMk cId="3136937473" sldId="292"/>
            <ac:spMk id="2" creationId="{AABA0DE0-3353-0957-01FE-7A51A76E202E}"/>
          </ac:spMkLst>
        </pc:spChg>
        <pc:spChg chg="mod">
          <ac:chgData name="Amelie Parker" userId="7d57f269b0755328" providerId="LiveId" clId="{56B2A1D9-F472-4B4B-BE22-5E69862FAE80}" dt="2026-06-30T11:15:44.641" v="94" actId="1076"/>
          <ac:spMkLst>
            <pc:docMk/>
            <pc:sldMk cId="3136937473" sldId="292"/>
            <ac:spMk id="7" creationId="{8D291956-5915-7FA6-C059-4C36F93B21E9}"/>
          </ac:spMkLst>
        </pc:spChg>
        <pc:spChg chg="mod">
          <ac:chgData name="Amelie Parker" userId="7d57f269b0755328" providerId="LiveId" clId="{56B2A1D9-F472-4B4B-BE22-5E69862FAE80}" dt="2026-06-30T11:19:41.878" v="111" actId="1076"/>
          <ac:spMkLst>
            <pc:docMk/>
            <pc:sldMk cId="3136937473" sldId="292"/>
            <ac:spMk id="9" creationId="{B14A693B-EF79-6467-C843-E5C21DA4A616}"/>
          </ac:spMkLst>
        </pc:spChg>
        <pc:spChg chg="mod">
          <ac:chgData name="Amelie Parker" userId="7d57f269b0755328" providerId="LiveId" clId="{56B2A1D9-F472-4B4B-BE22-5E69862FAE80}" dt="2026-06-30T11:19:20.027" v="110" actId="1076"/>
          <ac:spMkLst>
            <pc:docMk/>
            <pc:sldMk cId="3136937473" sldId="292"/>
            <ac:spMk id="25" creationId="{88728653-AE8C-DCDF-FFC7-88DF2C8BC1E9}"/>
          </ac:spMkLst>
        </pc:spChg>
        <pc:spChg chg="mod">
          <ac:chgData name="Amelie Parker" userId="7d57f269b0755328" providerId="LiveId" clId="{56B2A1D9-F472-4B4B-BE22-5E69862FAE80}" dt="2026-06-30T11:19:11.725" v="109" actId="1076"/>
          <ac:spMkLst>
            <pc:docMk/>
            <pc:sldMk cId="3136937473" sldId="292"/>
            <ac:spMk id="26" creationId="{03404C49-354C-A81A-6901-E9652C8DE664}"/>
          </ac:spMkLst>
        </pc:spChg>
        <pc:spChg chg="mod">
          <ac:chgData name="Amelie Parker" userId="7d57f269b0755328" providerId="LiveId" clId="{56B2A1D9-F472-4B4B-BE22-5E69862FAE80}" dt="2026-06-30T11:19:11.725" v="109" actId="1076"/>
          <ac:spMkLst>
            <pc:docMk/>
            <pc:sldMk cId="3136937473" sldId="292"/>
            <ac:spMk id="27" creationId="{0BB65C9E-4F06-E4D6-3030-830965BDFE1F}"/>
          </ac:spMkLst>
        </pc:spChg>
        <pc:spChg chg="mod">
          <ac:chgData name="Amelie Parker" userId="7d57f269b0755328" providerId="LiveId" clId="{56B2A1D9-F472-4B4B-BE22-5E69862FAE80}" dt="2026-06-30T11:19:11.725" v="109" actId="1076"/>
          <ac:spMkLst>
            <pc:docMk/>
            <pc:sldMk cId="3136937473" sldId="292"/>
            <ac:spMk id="28" creationId="{233F0C91-E65A-6FD2-83D0-784751371565}"/>
          </ac:spMkLst>
        </pc:spChg>
        <pc:spChg chg="mod">
          <ac:chgData name="Amelie Parker" userId="7d57f269b0755328" providerId="LiveId" clId="{56B2A1D9-F472-4B4B-BE22-5E69862FAE80}" dt="2026-06-30T11:19:20.027" v="110" actId="1076"/>
          <ac:spMkLst>
            <pc:docMk/>
            <pc:sldMk cId="3136937473" sldId="292"/>
            <ac:spMk id="31" creationId="{E340910F-FD70-36AF-473C-674786B98C5B}"/>
          </ac:spMkLst>
        </pc:spChg>
        <pc:spChg chg="mod">
          <ac:chgData name="Amelie Parker" userId="7d57f269b0755328" providerId="LiveId" clId="{56B2A1D9-F472-4B4B-BE22-5E69862FAE80}" dt="2026-06-30T11:19:11.725" v="109" actId="1076"/>
          <ac:spMkLst>
            <pc:docMk/>
            <pc:sldMk cId="3136937473" sldId="292"/>
            <ac:spMk id="32" creationId="{DE99396E-3340-A303-BC4B-FD683C00B878}"/>
          </ac:spMkLst>
        </pc:spChg>
        <pc:spChg chg="mod">
          <ac:chgData name="Amelie Parker" userId="7d57f269b0755328" providerId="LiveId" clId="{56B2A1D9-F472-4B4B-BE22-5E69862FAE80}" dt="2026-06-30T11:19:11.725" v="109" actId="1076"/>
          <ac:spMkLst>
            <pc:docMk/>
            <pc:sldMk cId="3136937473" sldId="292"/>
            <ac:spMk id="33" creationId="{05A0351D-673B-79BF-143E-D8C2CE62852F}"/>
          </ac:spMkLst>
        </pc:spChg>
        <pc:spChg chg="mod">
          <ac:chgData name="Amelie Parker" userId="7d57f269b0755328" providerId="LiveId" clId="{56B2A1D9-F472-4B4B-BE22-5E69862FAE80}" dt="2026-06-30T11:19:11.725" v="109" actId="1076"/>
          <ac:spMkLst>
            <pc:docMk/>
            <pc:sldMk cId="3136937473" sldId="292"/>
            <ac:spMk id="34" creationId="{01045046-1DC8-52AE-2ADB-E4FBD8FF1630}"/>
          </ac:spMkLst>
        </pc:spChg>
        <pc:spChg chg="mod">
          <ac:chgData name="Amelie Parker" userId="7d57f269b0755328" providerId="LiveId" clId="{56B2A1D9-F472-4B4B-BE22-5E69862FAE80}" dt="2026-06-30T11:16:18.441" v="98" actId="1076"/>
          <ac:spMkLst>
            <pc:docMk/>
            <pc:sldMk cId="3136937473" sldId="292"/>
            <ac:spMk id="39" creationId="{4B8BD083-A08F-50BB-C4A6-8AFFBEF47FEB}"/>
          </ac:spMkLst>
        </pc:spChg>
        <pc:spChg chg="mod">
          <ac:chgData name="Amelie Parker" userId="7d57f269b0755328" providerId="LiveId" clId="{56B2A1D9-F472-4B4B-BE22-5E69862FAE80}" dt="2026-06-30T11:17:34.126" v="102" actId="1076"/>
          <ac:spMkLst>
            <pc:docMk/>
            <pc:sldMk cId="3136937473" sldId="292"/>
            <ac:spMk id="40" creationId="{0493B52C-E4BF-EB17-238F-8346DCB07A17}"/>
          </ac:spMkLst>
        </pc:spChg>
        <pc:spChg chg="mod">
          <ac:chgData name="Amelie Parker" userId="7d57f269b0755328" providerId="LiveId" clId="{56B2A1D9-F472-4B4B-BE22-5E69862FAE80}" dt="2026-06-30T11:17:46.358" v="104" actId="1076"/>
          <ac:spMkLst>
            <pc:docMk/>
            <pc:sldMk cId="3136937473" sldId="292"/>
            <ac:spMk id="41" creationId="{AF389F0B-9A66-2BA8-9ABA-8A6CAC760480}"/>
          </ac:spMkLst>
        </pc:spChg>
        <pc:spChg chg="mod">
          <ac:chgData name="Amelie Parker" userId="7d57f269b0755328" providerId="LiveId" clId="{56B2A1D9-F472-4B4B-BE22-5E69862FAE80}" dt="2026-06-30T11:17:34.126" v="102" actId="1076"/>
          <ac:spMkLst>
            <pc:docMk/>
            <pc:sldMk cId="3136937473" sldId="292"/>
            <ac:spMk id="51" creationId="{20D50D64-7A50-7539-8097-04261F71E2AF}"/>
          </ac:spMkLst>
        </pc:spChg>
        <pc:spChg chg="mod">
          <ac:chgData name="Amelie Parker" userId="7d57f269b0755328" providerId="LiveId" clId="{56B2A1D9-F472-4B4B-BE22-5E69862FAE80}" dt="2026-06-30T11:17:46.358" v="104" actId="1076"/>
          <ac:spMkLst>
            <pc:docMk/>
            <pc:sldMk cId="3136937473" sldId="292"/>
            <ac:spMk id="52" creationId="{53AD80FF-9072-E5F5-14F3-2F4DEC1CB120}"/>
          </ac:spMkLst>
        </pc:spChg>
        <pc:spChg chg="mod">
          <ac:chgData name="Amelie Parker" userId="7d57f269b0755328" providerId="LiveId" clId="{56B2A1D9-F472-4B4B-BE22-5E69862FAE80}" dt="2026-06-30T11:17:50.776" v="105" actId="1076"/>
          <ac:spMkLst>
            <pc:docMk/>
            <pc:sldMk cId="3136937473" sldId="292"/>
            <ac:spMk id="55" creationId="{F1DB9C34-EE66-9CF3-D142-7EB1BB2EE2B4}"/>
          </ac:spMkLst>
        </pc:spChg>
        <pc:spChg chg="mod">
          <ac:chgData name="Amelie Parker" userId="7d57f269b0755328" providerId="LiveId" clId="{56B2A1D9-F472-4B4B-BE22-5E69862FAE80}" dt="2026-06-30T11:17:50.776" v="105" actId="1076"/>
          <ac:spMkLst>
            <pc:docMk/>
            <pc:sldMk cId="3136937473" sldId="292"/>
            <ac:spMk id="56" creationId="{78A8F592-ED5E-390B-A7A1-8FC36280A783}"/>
          </ac:spMkLst>
        </pc:spChg>
        <pc:spChg chg="mod">
          <ac:chgData name="Amelie Parker" userId="7d57f269b0755328" providerId="LiveId" clId="{56B2A1D9-F472-4B4B-BE22-5E69862FAE80}" dt="2026-06-30T11:17:56.040" v="106" actId="1076"/>
          <ac:spMkLst>
            <pc:docMk/>
            <pc:sldMk cId="3136937473" sldId="292"/>
            <ac:spMk id="59" creationId="{0DDD7B53-4513-3CD4-39FD-688E61DF7A2D}"/>
          </ac:spMkLst>
        </pc:spChg>
        <pc:spChg chg="mod">
          <ac:chgData name="Amelie Parker" userId="7d57f269b0755328" providerId="LiveId" clId="{56B2A1D9-F472-4B4B-BE22-5E69862FAE80}" dt="2026-06-30T11:17:56.040" v="106" actId="1076"/>
          <ac:spMkLst>
            <pc:docMk/>
            <pc:sldMk cId="3136937473" sldId="292"/>
            <ac:spMk id="60" creationId="{3A46F35C-072D-2EA4-8C5A-80EDCEB85EEF}"/>
          </ac:spMkLst>
        </pc:spChg>
        <pc:spChg chg="mod">
          <ac:chgData name="Amelie Parker" userId="7d57f269b0755328" providerId="LiveId" clId="{56B2A1D9-F472-4B4B-BE22-5E69862FAE80}" dt="2026-07-16T04:58:40.554" v="1744" actId="120"/>
          <ac:spMkLst>
            <pc:docMk/>
            <pc:sldMk cId="3136937473" sldId="292"/>
            <ac:spMk id="61" creationId="{C1C479E9-53AD-A195-D63B-C529D844CCD0}"/>
          </ac:spMkLst>
        </pc:spChg>
        <pc:graphicFrameChg chg="mod">
          <ac:chgData name="Amelie Parker" userId="7d57f269b0755328" providerId="LiveId" clId="{56B2A1D9-F472-4B4B-BE22-5E69862FAE80}" dt="2026-06-30T11:19:11.725" v="109" actId="1076"/>
          <ac:graphicFrameMkLst>
            <pc:docMk/>
            <pc:sldMk cId="3136937473" sldId="292"/>
            <ac:graphicFrameMk id="29" creationId="{3E52E611-D815-A2E5-BB4B-F25DF0C4CCF6}"/>
          </ac:graphicFrameMkLst>
        </pc:graphicFrameChg>
        <pc:graphicFrameChg chg="mod">
          <ac:chgData name="Amelie Parker" userId="7d57f269b0755328" providerId="LiveId" clId="{56B2A1D9-F472-4B4B-BE22-5E69862FAE80}" dt="2026-06-30T11:19:11.725" v="109" actId="1076"/>
          <ac:graphicFrameMkLst>
            <pc:docMk/>
            <pc:sldMk cId="3136937473" sldId="292"/>
            <ac:graphicFrameMk id="30" creationId="{9DF80498-9E19-BC94-2072-B8AE7A3B299F}"/>
          </ac:graphicFrameMkLst>
        </pc:graphicFrameChg>
        <pc:cxnChg chg="mod">
          <ac:chgData name="Amelie Parker" userId="7d57f269b0755328" providerId="LiveId" clId="{56B2A1D9-F472-4B4B-BE22-5E69862FAE80}" dt="2026-06-30T11:15:49.557" v="96" actId="1076"/>
          <ac:cxnSpMkLst>
            <pc:docMk/>
            <pc:sldMk cId="3136937473" sldId="292"/>
            <ac:cxnSpMk id="8" creationId="{E00BB1E5-A2E3-7E94-0143-D5F6022721F3}"/>
          </ac:cxnSpMkLst>
        </pc:cxnChg>
      </pc:sldChg>
      <pc:sldChg chg="modSp add mod">
        <pc:chgData name="Amelie Parker" userId="7d57f269b0755328" providerId="LiveId" clId="{56B2A1D9-F472-4B4B-BE22-5E69862FAE80}" dt="2026-07-13T03:38:28.876" v="1588" actId="20577"/>
        <pc:sldMkLst>
          <pc:docMk/>
          <pc:sldMk cId="3838451801" sldId="295"/>
        </pc:sldMkLst>
        <pc:spChg chg="mod">
          <ac:chgData name="Amelie Parker" userId="7d57f269b0755328" providerId="LiveId" clId="{56B2A1D9-F472-4B4B-BE22-5E69862FAE80}" dt="2026-07-13T03:38:28.876" v="1588" actId="20577"/>
          <ac:spMkLst>
            <pc:docMk/>
            <pc:sldMk cId="3838451801" sldId="295"/>
            <ac:spMk id="11" creationId="{69044808-D054-DD0B-C2BE-96FF1AEBB234}"/>
          </ac:spMkLst>
        </pc:spChg>
      </pc:sldChg>
      <pc:sldChg chg="add">
        <pc:chgData name="Amelie Parker" userId="7d57f269b0755328" providerId="LiveId" clId="{56B2A1D9-F472-4B4B-BE22-5E69862FAE80}" dt="2026-06-30T23:43:13.617" v="1545"/>
        <pc:sldMkLst>
          <pc:docMk/>
          <pc:sldMk cId="4294160137" sldId="296"/>
        </pc:sldMkLst>
      </pc:sldChg>
      <pc:sldChg chg="add">
        <pc:chgData name="Amelie Parker" userId="7d57f269b0755328" providerId="LiveId" clId="{56B2A1D9-F472-4B4B-BE22-5E69862FAE80}" dt="2026-06-30T23:43:13.617" v="1545"/>
        <pc:sldMkLst>
          <pc:docMk/>
          <pc:sldMk cId="3537461914" sldId="29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49795"/>
            <a:ext cx="6425724" cy="3722335"/>
          </a:xfrm>
        </p:spPr>
        <p:txBody>
          <a:bodyPr anchor="b"/>
          <a:lstStyle>
            <a:lvl1pPr algn="ctr">
              <a:defRPr sz="4960"/>
            </a:lvl1pPr>
          </a:lstStyle>
          <a:p>
            <a:r>
              <a:rPr lang="en-US"/>
              <a:t>Click to edit Master title style</a:t>
            </a:r>
            <a:endParaRPr lang="en-US" dirty="0"/>
          </a:p>
        </p:txBody>
      </p:sp>
      <p:sp>
        <p:nvSpPr>
          <p:cNvPr id="3" name="Subtitle 2"/>
          <p:cNvSpPr>
            <a:spLocks noGrp="1"/>
          </p:cNvSpPr>
          <p:nvPr>
            <p:ph type="subTitle" idx="1"/>
          </p:nvPr>
        </p:nvSpPr>
        <p:spPr>
          <a:xfrm>
            <a:off x="944960" y="5615678"/>
            <a:ext cx="5669756" cy="2581379"/>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6441CD0-4255-495E-9E8E-87CB35E5AD6E}" type="datetimeFigureOut">
              <a:rPr lang="en-AU" smtClean="0"/>
              <a:t>17/07/2026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2236132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441CD0-4255-495E-9E8E-87CB35E5AD6E}" type="datetimeFigureOut">
              <a:rPr lang="en-AU" smtClean="0"/>
              <a:t>17/07/2026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4447264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5791" y="2665532"/>
            <a:ext cx="6520220" cy="4447496"/>
          </a:xfrm>
        </p:spPr>
        <p:txBody>
          <a:bodyPr anchor="b"/>
          <a:lstStyle>
            <a:lvl1pPr>
              <a:defRPr sz="4960"/>
            </a:lvl1pPr>
          </a:lstStyle>
          <a:p>
            <a:r>
              <a:rPr lang="en-US"/>
              <a:t>Click to edit Master title style</a:t>
            </a:r>
            <a:endParaRPr lang="en-US" dirty="0"/>
          </a:p>
        </p:txBody>
      </p:sp>
      <p:sp>
        <p:nvSpPr>
          <p:cNvPr id="3" name="Text Placeholder 2"/>
          <p:cNvSpPr>
            <a:spLocks noGrp="1"/>
          </p:cNvSpPr>
          <p:nvPr>
            <p:ph type="body" idx="1"/>
          </p:nvPr>
        </p:nvSpPr>
        <p:spPr>
          <a:xfrm>
            <a:off x="515791" y="7155103"/>
            <a:ext cx="6520220" cy="2338833"/>
          </a:xfrm>
        </p:spPr>
        <p:txBody>
          <a:bodyPr/>
          <a:lstStyle>
            <a:lvl1pPr marL="0" indent="0">
              <a:buNone/>
              <a:defRPr sz="1984">
                <a:solidFill>
                  <a:schemeClr val="tx1"/>
                </a:solidFill>
              </a:defRPr>
            </a:lvl1pPr>
            <a:lvl2pPr marL="377967" indent="0">
              <a:buNone/>
              <a:defRPr sz="1653">
                <a:solidFill>
                  <a:schemeClr val="tx1">
                    <a:tint val="75000"/>
                  </a:schemeClr>
                </a:solidFill>
              </a:defRPr>
            </a:lvl2pPr>
            <a:lvl3pPr marL="755934" indent="0">
              <a:buNone/>
              <a:defRPr sz="1488">
                <a:solidFill>
                  <a:schemeClr val="tx1">
                    <a:tint val="75000"/>
                  </a:schemeClr>
                </a:solidFill>
              </a:defRPr>
            </a:lvl3pPr>
            <a:lvl4pPr marL="1133902" indent="0">
              <a:buNone/>
              <a:defRPr sz="1323">
                <a:solidFill>
                  <a:schemeClr val="tx1">
                    <a:tint val="75000"/>
                  </a:schemeClr>
                </a:solidFill>
              </a:defRPr>
            </a:lvl4pPr>
            <a:lvl5pPr marL="1511869" indent="0">
              <a:buNone/>
              <a:defRPr sz="1323">
                <a:solidFill>
                  <a:schemeClr val="tx1">
                    <a:tint val="75000"/>
                  </a:schemeClr>
                </a:solidFill>
              </a:defRPr>
            </a:lvl5pPr>
            <a:lvl6pPr marL="1889836" indent="0">
              <a:buNone/>
              <a:defRPr sz="1323">
                <a:solidFill>
                  <a:schemeClr val="tx1">
                    <a:tint val="75000"/>
                  </a:schemeClr>
                </a:solidFill>
              </a:defRPr>
            </a:lvl6pPr>
            <a:lvl7pPr marL="2267803" indent="0">
              <a:buNone/>
              <a:defRPr sz="1323">
                <a:solidFill>
                  <a:schemeClr val="tx1">
                    <a:tint val="75000"/>
                  </a:schemeClr>
                </a:solidFill>
              </a:defRPr>
            </a:lvl7pPr>
            <a:lvl8pPr marL="2645771" indent="0">
              <a:buNone/>
              <a:defRPr sz="1323">
                <a:solidFill>
                  <a:schemeClr val="tx1">
                    <a:tint val="75000"/>
                  </a:schemeClr>
                </a:solidFill>
              </a:defRPr>
            </a:lvl8pPr>
            <a:lvl9pPr marL="3023738" indent="0">
              <a:buNone/>
              <a:defRPr sz="132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441CD0-4255-495E-9E8E-87CB35E5AD6E}" type="datetimeFigureOut">
              <a:rPr lang="en-AU" smtClean="0"/>
              <a:t>17/07/2026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2858454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9728" y="2846200"/>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27085" y="2846200"/>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441CD0-4255-495E-9E8E-87CB35E5AD6E}" type="datetimeFigureOut">
              <a:rPr lang="en-AU" smtClean="0"/>
              <a:t>17/07/2026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2586553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0712" y="569242"/>
            <a:ext cx="6520220" cy="2066590"/>
          </a:xfrm>
        </p:spPr>
        <p:txBody>
          <a:bodyPr/>
          <a:lstStyle/>
          <a:p>
            <a:r>
              <a:rPr lang="en-US"/>
              <a:t>Click to edit Master title style</a:t>
            </a:r>
            <a:endParaRPr lang="en-US" dirty="0"/>
          </a:p>
        </p:txBody>
      </p:sp>
      <p:sp>
        <p:nvSpPr>
          <p:cNvPr id="3" name="Text Placeholder 2"/>
          <p:cNvSpPr>
            <a:spLocks noGrp="1"/>
          </p:cNvSpPr>
          <p:nvPr>
            <p:ph type="body" idx="1"/>
          </p:nvPr>
        </p:nvSpPr>
        <p:spPr>
          <a:xfrm>
            <a:off x="520713" y="2620980"/>
            <a:ext cx="3198096"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Click to edit Master text styles</a:t>
            </a:r>
          </a:p>
        </p:txBody>
      </p:sp>
      <p:sp>
        <p:nvSpPr>
          <p:cNvPr id="4" name="Content Placeholder 3"/>
          <p:cNvSpPr>
            <a:spLocks noGrp="1"/>
          </p:cNvSpPr>
          <p:nvPr>
            <p:ph sz="half" idx="2"/>
          </p:nvPr>
        </p:nvSpPr>
        <p:spPr>
          <a:xfrm>
            <a:off x="520713" y="3905482"/>
            <a:ext cx="3198096"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27086" y="2620980"/>
            <a:ext cx="3213847"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Click to edit Master text styles</a:t>
            </a:r>
          </a:p>
        </p:txBody>
      </p:sp>
      <p:sp>
        <p:nvSpPr>
          <p:cNvPr id="6" name="Content Placeholder 5"/>
          <p:cNvSpPr>
            <a:spLocks noGrp="1"/>
          </p:cNvSpPr>
          <p:nvPr>
            <p:ph sz="quarter" idx="4"/>
          </p:nvPr>
        </p:nvSpPr>
        <p:spPr>
          <a:xfrm>
            <a:off x="3827086" y="3905482"/>
            <a:ext cx="3213847"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441CD0-4255-495E-9E8E-87CB35E5AD6E}" type="datetimeFigureOut">
              <a:rPr lang="en-AU" smtClean="0"/>
              <a:t>17/07/2026</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979924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6441CD0-4255-495E-9E8E-87CB35E5AD6E}" type="datetimeFigureOut">
              <a:rPr lang="en-AU" smtClean="0"/>
              <a:t>17/07/2026</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3393863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441CD0-4255-495E-9E8E-87CB35E5AD6E}" type="datetimeFigureOut">
              <a:rPr lang="en-AU" smtClean="0"/>
              <a:t>17/07/2026</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789930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Content Placeholder 2"/>
          <p:cNvSpPr>
            <a:spLocks noGrp="1"/>
          </p:cNvSpPr>
          <p:nvPr>
            <p:ph idx="1"/>
          </p:nvPr>
        </p:nvSpPr>
        <p:spPr>
          <a:xfrm>
            <a:off x="3213847" y="1539425"/>
            <a:ext cx="3827085" cy="7598117"/>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26441CD0-4255-495E-9E8E-87CB35E5AD6E}" type="datetimeFigureOut">
              <a:rPr lang="en-AU" smtClean="0"/>
              <a:t>17/07/2026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13879012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Picture Placeholder 2"/>
          <p:cNvSpPr>
            <a:spLocks noGrp="1" noChangeAspect="1"/>
          </p:cNvSpPr>
          <p:nvPr>
            <p:ph type="pic" idx="1"/>
          </p:nvPr>
        </p:nvSpPr>
        <p:spPr>
          <a:xfrm>
            <a:off x="3213847" y="1539425"/>
            <a:ext cx="3827085" cy="7598117"/>
          </a:xfrm>
        </p:spPr>
        <p:txBody>
          <a:bodyPr anchor="t"/>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r>
              <a:rPr lang="en-US"/>
              <a:t>Click icon to add picture</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26441CD0-4255-495E-9E8E-87CB35E5AD6E}" type="datetimeFigureOut">
              <a:rPr lang="en-AU" smtClean="0"/>
              <a:t>17/07/2026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2280043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441CD0-4255-495E-9E8E-87CB35E5AD6E}" type="datetimeFigureOut">
              <a:rPr lang="en-AU" smtClean="0"/>
              <a:t>17/07/2026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2267913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69240"/>
            <a:ext cx="1630055" cy="90608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9728" y="569240"/>
            <a:ext cx="4795669" cy="9060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441CD0-4255-495E-9E8E-87CB35E5AD6E}" type="datetimeFigureOut">
              <a:rPr lang="en-AU" smtClean="0"/>
              <a:t>17/07/2026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687BD24-2389-48E1-B6FD-F6B8CCD0B61E}" type="slidenum">
              <a:rPr lang="en-AU" smtClean="0"/>
              <a:t>‹#›</a:t>
            </a:fld>
            <a:endParaRPr lang="en-AU"/>
          </a:p>
        </p:txBody>
      </p:sp>
    </p:spTree>
    <p:extLst>
      <p:ext uri="{BB962C8B-B14F-4D97-AF65-F5344CB8AC3E}">
        <p14:creationId xmlns:p14="http://schemas.microsoft.com/office/powerpoint/2010/main" val="160190350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8" y="569242"/>
            <a:ext cx="6520220" cy="20665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9728" y="2846200"/>
            <a:ext cx="6520220" cy="67838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9728" y="9909729"/>
            <a:ext cx="1700927" cy="569240"/>
          </a:xfrm>
          <a:prstGeom prst="rect">
            <a:avLst/>
          </a:prstGeom>
        </p:spPr>
        <p:txBody>
          <a:bodyPr vert="horz" lIns="91440" tIns="45720" rIns="91440" bIns="45720" rtlCol="0" anchor="ctr"/>
          <a:lstStyle>
            <a:lvl1pPr algn="l">
              <a:defRPr sz="992">
                <a:solidFill>
                  <a:schemeClr val="tx1">
                    <a:tint val="75000"/>
                  </a:schemeClr>
                </a:solidFill>
              </a:defRPr>
            </a:lvl1pPr>
          </a:lstStyle>
          <a:p>
            <a:fld id="{26441CD0-4255-495E-9E8E-87CB35E5AD6E}" type="datetimeFigureOut">
              <a:rPr lang="en-AU" smtClean="0"/>
              <a:t>17/07/2026</a:t>
            </a:fld>
            <a:endParaRPr lang="en-AU"/>
          </a:p>
        </p:txBody>
      </p:sp>
      <p:sp>
        <p:nvSpPr>
          <p:cNvPr id="5" name="Footer Placeholder 4"/>
          <p:cNvSpPr>
            <a:spLocks noGrp="1"/>
          </p:cNvSpPr>
          <p:nvPr>
            <p:ph type="ftr" sz="quarter" idx="3"/>
          </p:nvPr>
        </p:nvSpPr>
        <p:spPr>
          <a:xfrm>
            <a:off x="2504143" y="9909729"/>
            <a:ext cx="2551390" cy="569240"/>
          </a:xfrm>
          <a:prstGeom prst="rect">
            <a:avLst/>
          </a:prstGeom>
        </p:spPr>
        <p:txBody>
          <a:bodyPr vert="horz" lIns="91440" tIns="45720" rIns="91440" bIns="45720" rtlCol="0" anchor="ctr"/>
          <a:lstStyle>
            <a:lvl1pPr algn="ctr">
              <a:defRPr sz="992">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5339020" y="9909729"/>
            <a:ext cx="1700927" cy="569240"/>
          </a:xfrm>
          <a:prstGeom prst="rect">
            <a:avLst/>
          </a:prstGeom>
        </p:spPr>
        <p:txBody>
          <a:bodyPr vert="horz" lIns="91440" tIns="45720" rIns="91440" bIns="45720" rtlCol="0" anchor="ctr"/>
          <a:lstStyle>
            <a:lvl1pPr algn="r">
              <a:defRPr sz="992">
                <a:solidFill>
                  <a:schemeClr val="tx1">
                    <a:tint val="75000"/>
                  </a:schemeClr>
                </a:solidFill>
              </a:defRPr>
            </a:lvl1pPr>
          </a:lstStyle>
          <a:p>
            <a:fld id="{8687BD24-2389-48E1-B6FD-F6B8CCD0B61E}" type="slidenum">
              <a:rPr lang="en-AU" smtClean="0"/>
              <a:t>‹#›</a:t>
            </a:fld>
            <a:endParaRPr lang="en-AU"/>
          </a:p>
        </p:txBody>
      </p:sp>
    </p:spTree>
    <p:extLst>
      <p:ext uri="{BB962C8B-B14F-4D97-AF65-F5344CB8AC3E}">
        <p14:creationId xmlns:p14="http://schemas.microsoft.com/office/powerpoint/2010/main" val="183656265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755934" rtl="0" eaLnBrk="1" latinLnBrk="0" hangingPunct="1">
        <a:lnSpc>
          <a:spcPct val="90000"/>
        </a:lnSpc>
        <a:spcBef>
          <a:spcPct val="0"/>
        </a:spcBef>
        <a:buNone/>
        <a:defRPr sz="3637" kern="1200">
          <a:solidFill>
            <a:schemeClr val="tx1"/>
          </a:solidFill>
          <a:latin typeface="+mj-lt"/>
          <a:ea typeface="+mj-ea"/>
          <a:cs typeface="+mj-cs"/>
        </a:defRPr>
      </a:lvl1pPr>
    </p:titleStyle>
    <p:bodyStyle>
      <a:lvl1pPr marL="188984" indent="-188984" algn="l" defTabSz="755934"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6951" indent="-188984" algn="l" defTabSz="755934"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4918" indent="-188984" algn="l" defTabSz="755934"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885"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853"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697424"/>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45952" y="697424"/>
            <a:ext cx="6065" cy="9593953"/>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4461" y="10291377"/>
            <a:ext cx="7559675" cy="0"/>
          </a:xfrm>
          <a:prstGeom prst="line">
            <a:avLst/>
          </a:prstGeom>
          <a:ln w="9525"/>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73D5ED79-14F3-6497-01A8-89CAB0A55D34}"/>
              </a:ext>
            </a:extLst>
          </p:cNvPr>
          <p:cNvSpPr/>
          <p:nvPr/>
        </p:nvSpPr>
        <p:spPr>
          <a:xfrm>
            <a:off x="384397" y="102858"/>
            <a:ext cx="523110"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AF820375-8CC4-2A64-AD14-3BDF00344283}"/>
              </a:ext>
            </a:extLst>
          </p:cNvPr>
          <p:cNvSpPr/>
          <p:nvPr/>
        </p:nvSpPr>
        <p:spPr>
          <a:xfrm>
            <a:off x="1014969" y="102858"/>
            <a:ext cx="5973059" cy="5179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5" name="Straight Connector 14">
            <a:extLst>
              <a:ext uri="{FF2B5EF4-FFF2-40B4-BE49-F238E27FC236}">
                <a16:creationId xmlns:a16="http://schemas.microsoft.com/office/drawing/2014/main" id="{4E1C2460-13B0-A9E1-5B97-539903AAA53C}"/>
              </a:ext>
            </a:extLst>
          </p:cNvPr>
          <p:cNvCxnSpPr>
            <a:cxnSpLocks/>
          </p:cNvCxnSpPr>
          <p:nvPr/>
        </p:nvCxnSpPr>
        <p:spPr>
          <a:xfrm>
            <a:off x="644609" y="4697166"/>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5F6E1B24-EA49-6768-EC9D-9AFC54DC2086}"/>
              </a:ext>
            </a:extLst>
          </p:cNvPr>
          <p:cNvSpPr txBox="1"/>
          <p:nvPr/>
        </p:nvSpPr>
        <p:spPr>
          <a:xfrm>
            <a:off x="321745" y="54043"/>
            <a:ext cx="639493" cy="307777"/>
          </a:xfrm>
          <a:prstGeom prst="rect">
            <a:avLst/>
          </a:prstGeom>
          <a:noFill/>
          <a:ln>
            <a:noFill/>
          </a:ln>
        </p:spPr>
        <p:txBody>
          <a:bodyPr wrap="square" rtlCol="0">
            <a:spAutoFit/>
          </a:bodyPr>
          <a:lstStyle/>
          <a:p>
            <a:pPr algn="ctr"/>
            <a:r>
              <a:rPr lang="en-AU" sz="1400" b="1" dirty="0">
                <a:latin typeface="Candara" panose="020E0502030303020204" pitchFamily="34" charset="0"/>
                <a:cs typeface="Aharoni" panose="02010803020104030203" pitchFamily="2" charset="-79"/>
              </a:rPr>
              <a:t>TEST</a:t>
            </a:r>
            <a:endParaRPr lang="en-AU" sz="2000" dirty="0">
              <a:latin typeface="Candara" panose="020E0502030303020204" pitchFamily="34" charset="0"/>
            </a:endParaRPr>
          </a:p>
        </p:txBody>
      </p:sp>
      <p:sp>
        <p:nvSpPr>
          <p:cNvPr id="20" name="TextBox 19">
            <a:extLst>
              <a:ext uri="{FF2B5EF4-FFF2-40B4-BE49-F238E27FC236}">
                <a16:creationId xmlns:a16="http://schemas.microsoft.com/office/drawing/2014/main" id="{3B69BAF7-66A1-3E93-2677-09BA3D09A9F4}"/>
              </a:ext>
            </a:extLst>
          </p:cNvPr>
          <p:cNvSpPr txBox="1"/>
          <p:nvPr/>
        </p:nvSpPr>
        <p:spPr>
          <a:xfrm>
            <a:off x="432955" y="197438"/>
            <a:ext cx="417072" cy="461665"/>
          </a:xfrm>
          <a:prstGeom prst="rect">
            <a:avLst/>
          </a:prstGeom>
          <a:noFill/>
          <a:ln>
            <a:noFill/>
          </a:ln>
        </p:spPr>
        <p:txBody>
          <a:bodyPr wrap="square" rtlCol="0">
            <a:spAutoFit/>
          </a:bodyPr>
          <a:lstStyle/>
          <a:p>
            <a:pPr algn="ctr"/>
            <a:r>
              <a:rPr lang="en-US" sz="2400" b="1" dirty="0">
                <a:latin typeface="Candara" panose="020E0502030303020204" pitchFamily="34" charset="0"/>
                <a:cs typeface="Aharoni" panose="02010803020104030203" pitchFamily="2" charset="-79"/>
              </a:rPr>
              <a:t>1</a:t>
            </a:r>
            <a:endParaRPr lang="en-AU" sz="2400" dirty="0">
              <a:latin typeface="Candara" panose="020E0502030303020204" pitchFamily="34" charset="0"/>
            </a:endParaRPr>
          </a:p>
        </p:txBody>
      </p:sp>
      <p:sp>
        <p:nvSpPr>
          <p:cNvPr id="21" name="TextBox 20">
            <a:extLst>
              <a:ext uri="{FF2B5EF4-FFF2-40B4-BE49-F238E27FC236}">
                <a16:creationId xmlns:a16="http://schemas.microsoft.com/office/drawing/2014/main" id="{34A2D083-A4F2-EEBF-7D48-ECC0C5433CF6}"/>
              </a:ext>
            </a:extLst>
          </p:cNvPr>
          <p:cNvSpPr txBox="1"/>
          <p:nvPr/>
        </p:nvSpPr>
        <p:spPr>
          <a:xfrm>
            <a:off x="1009796" y="104804"/>
            <a:ext cx="5429644" cy="307777"/>
          </a:xfrm>
          <a:prstGeom prst="rect">
            <a:avLst/>
          </a:prstGeom>
          <a:noFill/>
        </p:spPr>
        <p:txBody>
          <a:bodyPr wrap="square" rtlCol="0">
            <a:spAutoFit/>
          </a:bodyPr>
          <a:lstStyle/>
          <a:p>
            <a:r>
              <a:rPr lang="en-AU" sz="1400" dirty="0">
                <a:latin typeface="Candara" panose="020E0502030303020204" pitchFamily="34" charset="0"/>
              </a:rPr>
              <a:t>NOTES                                                                                  DUE</a:t>
            </a:r>
          </a:p>
        </p:txBody>
      </p:sp>
      <p:sp>
        <p:nvSpPr>
          <p:cNvPr id="2" name="TextBox 1">
            <a:extLst>
              <a:ext uri="{FF2B5EF4-FFF2-40B4-BE49-F238E27FC236}">
                <a16:creationId xmlns:a16="http://schemas.microsoft.com/office/drawing/2014/main" id="{AABA0DE0-3353-0957-01FE-7A51A76E202E}"/>
              </a:ext>
            </a:extLst>
          </p:cNvPr>
          <p:cNvSpPr txBox="1"/>
          <p:nvPr/>
        </p:nvSpPr>
        <p:spPr>
          <a:xfrm>
            <a:off x="90766" y="733811"/>
            <a:ext cx="461665" cy="2739340"/>
          </a:xfrm>
          <a:prstGeom prst="rect">
            <a:avLst/>
          </a:prstGeom>
          <a:noFill/>
        </p:spPr>
        <p:txBody>
          <a:bodyPr vert="eaVert" wrap="square" rtlCol="0">
            <a:spAutoFit/>
          </a:bodyPr>
          <a:lstStyle/>
          <a:p>
            <a:r>
              <a:rPr lang="en-AU" dirty="0">
                <a:latin typeface="Candara" panose="020E0502030303020204" pitchFamily="34" charset="0"/>
              </a:rPr>
              <a:t>Spelling and Vocabulary</a:t>
            </a:r>
          </a:p>
        </p:txBody>
      </p:sp>
      <p:sp>
        <p:nvSpPr>
          <p:cNvPr id="9" name="TextBox 8">
            <a:extLst>
              <a:ext uri="{FF2B5EF4-FFF2-40B4-BE49-F238E27FC236}">
                <a16:creationId xmlns:a16="http://schemas.microsoft.com/office/drawing/2014/main" id="{B14A693B-EF79-6467-C843-E5C21DA4A616}"/>
              </a:ext>
            </a:extLst>
          </p:cNvPr>
          <p:cNvSpPr txBox="1"/>
          <p:nvPr/>
        </p:nvSpPr>
        <p:spPr>
          <a:xfrm>
            <a:off x="90766" y="4715103"/>
            <a:ext cx="461665" cy="1181956"/>
          </a:xfrm>
          <a:prstGeom prst="rect">
            <a:avLst/>
          </a:prstGeom>
          <a:noFill/>
        </p:spPr>
        <p:txBody>
          <a:bodyPr vert="eaVert" wrap="square" rtlCol="0">
            <a:spAutoFit/>
          </a:bodyPr>
          <a:lstStyle/>
          <a:p>
            <a:r>
              <a:rPr lang="en-AU" dirty="0">
                <a:latin typeface="Candara" panose="020E0502030303020204" pitchFamily="34" charset="0"/>
              </a:rPr>
              <a:t>Grammar</a:t>
            </a:r>
          </a:p>
        </p:txBody>
      </p:sp>
      <p:sp>
        <p:nvSpPr>
          <p:cNvPr id="16" name="Rectangle: Top Corners Snipped 15">
            <a:extLst>
              <a:ext uri="{FF2B5EF4-FFF2-40B4-BE49-F238E27FC236}">
                <a16:creationId xmlns:a16="http://schemas.microsoft.com/office/drawing/2014/main" id="{AB2AC2AC-662B-3BD3-4EBF-A36F6C6C6945}"/>
              </a:ext>
            </a:extLst>
          </p:cNvPr>
          <p:cNvSpPr/>
          <p:nvPr/>
        </p:nvSpPr>
        <p:spPr>
          <a:xfrm rot="5400000">
            <a:off x="716127" y="1143000"/>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Top Corners Snipped 16">
            <a:extLst>
              <a:ext uri="{FF2B5EF4-FFF2-40B4-BE49-F238E27FC236}">
                <a16:creationId xmlns:a16="http://schemas.microsoft.com/office/drawing/2014/main" id="{F3A7F8B4-5191-DE24-414D-A2038000C3E9}"/>
              </a:ext>
            </a:extLst>
          </p:cNvPr>
          <p:cNvSpPr/>
          <p:nvPr/>
        </p:nvSpPr>
        <p:spPr>
          <a:xfrm rot="5400000">
            <a:off x="715200" y="159105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Top Corners Snipped 17">
            <a:extLst>
              <a:ext uri="{FF2B5EF4-FFF2-40B4-BE49-F238E27FC236}">
                <a16:creationId xmlns:a16="http://schemas.microsoft.com/office/drawing/2014/main" id="{51CB79A7-4BF0-1E04-4D29-625403772BD5}"/>
              </a:ext>
            </a:extLst>
          </p:cNvPr>
          <p:cNvSpPr/>
          <p:nvPr/>
        </p:nvSpPr>
        <p:spPr>
          <a:xfrm rot="5400000">
            <a:off x="715501" y="203911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2" name="Rectangle: Top Corners Snipped 21">
            <a:extLst>
              <a:ext uri="{FF2B5EF4-FFF2-40B4-BE49-F238E27FC236}">
                <a16:creationId xmlns:a16="http://schemas.microsoft.com/office/drawing/2014/main" id="{FE7FB884-A288-1ACA-D766-A13332D32903}"/>
              </a:ext>
            </a:extLst>
          </p:cNvPr>
          <p:cNvSpPr/>
          <p:nvPr/>
        </p:nvSpPr>
        <p:spPr>
          <a:xfrm rot="5400000">
            <a:off x="715893" y="267919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1" name="TextBox 30">
            <a:extLst>
              <a:ext uri="{FF2B5EF4-FFF2-40B4-BE49-F238E27FC236}">
                <a16:creationId xmlns:a16="http://schemas.microsoft.com/office/drawing/2014/main" id="{913808DA-2B28-D12F-42EB-276115227C38}"/>
              </a:ext>
            </a:extLst>
          </p:cNvPr>
          <p:cNvSpPr txBox="1"/>
          <p:nvPr/>
        </p:nvSpPr>
        <p:spPr>
          <a:xfrm>
            <a:off x="720622" y="1239012"/>
            <a:ext cx="374237" cy="276999"/>
          </a:xfrm>
          <a:prstGeom prst="rect">
            <a:avLst/>
          </a:prstGeom>
          <a:noFill/>
        </p:spPr>
        <p:txBody>
          <a:bodyPr wrap="square" rtlCol="0">
            <a:spAutoFit/>
          </a:bodyPr>
          <a:lstStyle/>
          <a:p>
            <a:r>
              <a:rPr lang="en-US" sz="1200" b="1" spc="-50" dirty="0">
                <a:solidFill>
                  <a:srgbClr val="231F20"/>
                </a:solidFill>
                <a:latin typeface="Arial"/>
                <a:cs typeface="Arial"/>
              </a:rPr>
              <a:t>1</a:t>
            </a:r>
            <a:endParaRPr lang="en-AU" sz="1200" dirty="0"/>
          </a:p>
        </p:txBody>
      </p:sp>
      <p:sp>
        <p:nvSpPr>
          <p:cNvPr id="32" name="TextBox 31">
            <a:extLst>
              <a:ext uri="{FF2B5EF4-FFF2-40B4-BE49-F238E27FC236}">
                <a16:creationId xmlns:a16="http://schemas.microsoft.com/office/drawing/2014/main" id="{5FE38D60-A0DC-FED4-DD16-6E3C3D31A1E2}"/>
              </a:ext>
            </a:extLst>
          </p:cNvPr>
          <p:cNvSpPr txBox="1"/>
          <p:nvPr/>
        </p:nvSpPr>
        <p:spPr>
          <a:xfrm>
            <a:off x="714619" y="1687068"/>
            <a:ext cx="374237" cy="276999"/>
          </a:xfrm>
          <a:prstGeom prst="rect">
            <a:avLst/>
          </a:prstGeom>
          <a:noFill/>
        </p:spPr>
        <p:txBody>
          <a:bodyPr wrap="square" rtlCol="0">
            <a:spAutoFit/>
          </a:bodyPr>
          <a:lstStyle/>
          <a:p>
            <a:r>
              <a:rPr lang="en-US" sz="1200" b="1" spc="-50" dirty="0">
                <a:solidFill>
                  <a:srgbClr val="231F20"/>
                </a:solidFill>
                <a:latin typeface="Arial"/>
                <a:cs typeface="Arial"/>
              </a:rPr>
              <a:t>2</a:t>
            </a:r>
            <a:endParaRPr lang="en-AU" sz="1200" dirty="0"/>
          </a:p>
        </p:txBody>
      </p:sp>
      <p:sp>
        <p:nvSpPr>
          <p:cNvPr id="33" name="TextBox 32">
            <a:extLst>
              <a:ext uri="{FF2B5EF4-FFF2-40B4-BE49-F238E27FC236}">
                <a16:creationId xmlns:a16="http://schemas.microsoft.com/office/drawing/2014/main" id="{9DDEAF73-903C-617F-4559-2E04A53275A1}"/>
              </a:ext>
            </a:extLst>
          </p:cNvPr>
          <p:cNvSpPr txBox="1"/>
          <p:nvPr/>
        </p:nvSpPr>
        <p:spPr>
          <a:xfrm>
            <a:off x="723561" y="2135124"/>
            <a:ext cx="374237" cy="276999"/>
          </a:xfrm>
          <a:prstGeom prst="rect">
            <a:avLst/>
          </a:prstGeom>
          <a:noFill/>
        </p:spPr>
        <p:txBody>
          <a:bodyPr wrap="square" rtlCol="0">
            <a:spAutoFit/>
          </a:bodyPr>
          <a:lstStyle/>
          <a:p>
            <a:r>
              <a:rPr lang="en-US" sz="1200" b="1" spc="-50" dirty="0">
                <a:solidFill>
                  <a:srgbClr val="231F20"/>
                </a:solidFill>
                <a:latin typeface="Arial"/>
                <a:cs typeface="Arial"/>
              </a:rPr>
              <a:t>3</a:t>
            </a:r>
            <a:endParaRPr lang="en-AU" sz="1200" dirty="0"/>
          </a:p>
        </p:txBody>
      </p:sp>
      <p:sp>
        <p:nvSpPr>
          <p:cNvPr id="34" name="TextBox 33">
            <a:extLst>
              <a:ext uri="{FF2B5EF4-FFF2-40B4-BE49-F238E27FC236}">
                <a16:creationId xmlns:a16="http://schemas.microsoft.com/office/drawing/2014/main" id="{16FD4CE0-DC12-B029-3957-D6A4BA01457C}"/>
              </a:ext>
            </a:extLst>
          </p:cNvPr>
          <p:cNvSpPr txBox="1"/>
          <p:nvPr/>
        </p:nvSpPr>
        <p:spPr>
          <a:xfrm>
            <a:off x="730788" y="2775204"/>
            <a:ext cx="374237" cy="276999"/>
          </a:xfrm>
          <a:prstGeom prst="rect">
            <a:avLst/>
          </a:prstGeom>
          <a:noFill/>
        </p:spPr>
        <p:txBody>
          <a:bodyPr wrap="square" rtlCol="0">
            <a:spAutoFit/>
          </a:bodyPr>
          <a:lstStyle/>
          <a:p>
            <a:r>
              <a:rPr lang="en-US" sz="1200" b="1" spc="-50" dirty="0">
                <a:solidFill>
                  <a:srgbClr val="231F20"/>
                </a:solidFill>
                <a:latin typeface="Arial"/>
                <a:cs typeface="Arial"/>
              </a:rPr>
              <a:t>4</a:t>
            </a:r>
            <a:endParaRPr lang="en-AU" sz="1200" dirty="0"/>
          </a:p>
        </p:txBody>
      </p:sp>
      <p:sp>
        <p:nvSpPr>
          <p:cNvPr id="36" name="Rectangle: Top Corners Snipped 35">
            <a:extLst>
              <a:ext uri="{FF2B5EF4-FFF2-40B4-BE49-F238E27FC236}">
                <a16:creationId xmlns:a16="http://schemas.microsoft.com/office/drawing/2014/main" id="{B4A44FCD-BDAA-FFBE-7F4D-3A5EC2AC2CAB}"/>
              </a:ext>
            </a:extLst>
          </p:cNvPr>
          <p:cNvSpPr/>
          <p:nvPr/>
        </p:nvSpPr>
        <p:spPr>
          <a:xfrm rot="5400000">
            <a:off x="714183" y="313639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7" name="TextBox 36">
            <a:extLst>
              <a:ext uri="{FF2B5EF4-FFF2-40B4-BE49-F238E27FC236}">
                <a16:creationId xmlns:a16="http://schemas.microsoft.com/office/drawing/2014/main" id="{DB6DAC86-16FC-2F0A-74FA-F28F569B4743}"/>
              </a:ext>
            </a:extLst>
          </p:cNvPr>
          <p:cNvSpPr txBox="1"/>
          <p:nvPr/>
        </p:nvSpPr>
        <p:spPr>
          <a:xfrm>
            <a:off x="727888" y="3232404"/>
            <a:ext cx="374237" cy="276999"/>
          </a:xfrm>
          <a:prstGeom prst="rect">
            <a:avLst/>
          </a:prstGeom>
          <a:noFill/>
        </p:spPr>
        <p:txBody>
          <a:bodyPr wrap="square" rtlCol="0">
            <a:spAutoFit/>
          </a:bodyPr>
          <a:lstStyle/>
          <a:p>
            <a:r>
              <a:rPr lang="en-US" sz="1200" b="1" spc="-50" dirty="0">
                <a:solidFill>
                  <a:srgbClr val="231F20"/>
                </a:solidFill>
                <a:latin typeface="Arial"/>
                <a:cs typeface="Arial"/>
              </a:rPr>
              <a:t>5</a:t>
            </a:r>
            <a:endParaRPr lang="en-AU" sz="1200" dirty="0"/>
          </a:p>
        </p:txBody>
      </p:sp>
      <p:sp>
        <p:nvSpPr>
          <p:cNvPr id="40" name="Rectangle: Top Corners Snipped 39">
            <a:extLst>
              <a:ext uri="{FF2B5EF4-FFF2-40B4-BE49-F238E27FC236}">
                <a16:creationId xmlns:a16="http://schemas.microsoft.com/office/drawing/2014/main" id="{C88D618C-DE8C-7608-2400-C1DA32777CAE}"/>
              </a:ext>
            </a:extLst>
          </p:cNvPr>
          <p:cNvSpPr/>
          <p:nvPr/>
        </p:nvSpPr>
        <p:spPr>
          <a:xfrm rot="5400000">
            <a:off x="712673" y="359359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1" name="TextBox 40">
            <a:extLst>
              <a:ext uri="{FF2B5EF4-FFF2-40B4-BE49-F238E27FC236}">
                <a16:creationId xmlns:a16="http://schemas.microsoft.com/office/drawing/2014/main" id="{0785C688-AFAA-354A-CB1D-3061ECD5C0FD}"/>
              </a:ext>
            </a:extLst>
          </p:cNvPr>
          <p:cNvSpPr txBox="1"/>
          <p:nvPr/>
        </p:nvSpPr>
        <p:spPr>
          <a:xfrm>
            <a:off x="732990" y="3689604"/>
            <a:ext cx="374237" cy="276999"/>
          </a:xfrm>
          <a:prstGeom prst="rect">
            <a:avLst/>
          </a:prstGeom>
          <a:noFill/>
        </p:spPr>
        <p:txBody>
          <a:bodyPr wrap="square" rtlCol="0">
            <a:spAutoFit/>
          </a:bodyPr>
          <a:lstStyle/>
          <a:p>
            <a:r>
              <a:rPr lang="en-US" sz="1200" b="1" spc="-50" dirty="0">
                <a:solidFill>
                  <a:srgbClr val="231F20"/>
                </a:solidFill>
                <a:latin typeface="Arial"/>
                <a:cs typeface="Arial"/>
              </a:rPr>
              <a:t>6</a:t>
            </a:r>
            <a:endParaRPr lang="en-AU" sz="1200" dirty="0"/>
          </a:p>
        </p:txBody>
      </p:sp>
      <p:sp>
        <p:nvSpPr>
          <p:cNvPr id="7" name="TextBox 6">
            <a:extLst>
              <a:ext uri="{FF2B5EF4-FFF2-40B4-BE49-F238E27FC236}">
                <a16:creationId xmlns:a16="http://schemas.microsoft.com/office/drawing/2014/main" id="{03EC85AC-7B19-1A42-6683-042900A564E5}"/>
              </a:ext>
            </a:extLst>
          </p:cNvPr>
          <p:cNvSpPr txBox="1"/>
          <p:nvPr/>
        </p:nvSpPr>
        <p:spPr>
          <a:xfrm>
            <a:off x="714619" y="810124"/>
            <a:ext cx="6566236" cy="276999"/>
          </a:xfrm>
          <a:prstGeom prst="rect">
            <a:avLst/>
          </a:prstGeom>
          <a:noFill/>
        </p:spPr>
        <p:txBody>
          <a:bodyPr wrap="square">
            <a:spAutoFit/>
          </a:bodyPr>
          <a:lstStyle/>
          <a:p>
            <a:pPr>
              <a:spcBef>
                <a:spcPts val="10"/>
              </a:spcBef>
            </a:pPr>
            <a:r>
              <a:rPr lang="en-US" sz="1200" b="1" dirty="0">
                <a:latin typeface="Book Antiqua"/>
                <a:cs typeface="Book Antiqua"/>
              </a:rPr>
              <a:t>Highlight the correct homophone to complete each of the following sentences. </a:t>
            </a:r>
          </a:p>
        </p:txBody>
      </p:sp>
      <p:sp>
        <p:nvSpPr>
          <p:cNvPr id="107" name="TextBox 106">
            <a:extLst>
              <a:ext uri="{FF2B5EF4-FFF2-40B4-BE49-F238E27FC236}">
                <a16:creationId xmlns:a16="http://schemas.microsoft.com/office/drawing/2014/main" id="{0CE27853-DC12-3DC8-9634-48537CB01504}"/>
              </a:ext>
            </a:extLst>
          </p:cNvPr>
          <p:cNvSpPr txBox="1"/>
          <p:nvPr/>
        </p:nvSpPr>
        <p:spPr>
          <a:xfrm>
            <a:off x="1328402" y="1143000"/>
            <a:ext cx="5806440" cy="461665"/>
          </a:xfrm>
          <a:prstGeom prst="rect">
            <a:avLst/>
          </a:prstGeom>
          <a:noFill/>
        </p:spPr>
        <p:txBody>
          <a:bodyPr wrap="square">
            <a:spAutoFit/>
          </a:bodyPr>
          <a:lstStyle/>
          <a:p>
            <a:r>
              <a:rPr lang="en-US" sz="1200" dirty="0">
                <a:latin typeface="Book Antiqua" panose="02040602050305030304" pitchFamily="18" charset="0"/>
              </a:rPr>
              <a:t xml:space="preserve">The night before the exam, we sat </a:t>
            </a:r>
            <a:r>
              <a:rPr lang="en-US" sz="1200" dirty="0" b="1">
                <a:latin typeface="Book Antiqua" panose="02040602050305030304" pitchFamily="18" charset="0"/>
              </a:rPr>
              <a:t>poring/pouring</a:t>
            </a:r>
            <a:r>
              <a:rPr lang="en-US" sz="1200" dirty="0">
                <a:latin typeface="Book Antiqua" panose="02040602050305030304" pitchFamily="18" charset="0"/>
              </a:rPr>
              <a:t xml:space="preserve"> over past papers while rain kept </a:t>
            </a:r>
            <a:r>
              <a:rPr lang="en-US" sz="1200" dirty="0" b="1">
                <a:latin typeface="Book Antiqua" panose="02040602050305030304" pitchFamily="18" charset="0"/>
              </a:rPr>
              <a:t>poring/pouring</a:t>
            </a:r>
            <a:r>
              <a:rPr lang="en-US" sz="1200" dirty="0">
                <a:latin typeface="Book Antiqua" panose="02040602050305030304" pitchFamily="18" charset="0"/>
              </a:rPr>
              <a:t xml:space="preserve"> onto the tin roof.</a:t>
            </a:r>
            <a:endParaRPr lang="en-AU" sz="1200" dirty="0">
              <a:latin typeface="Book Antiqua" panose="02040602050305030304" pitchFamily="18" charset="0"/>
            </a:endParaRPr>
          </a:p>
        </p:txBody>
      </p:sp>
      <p:sp>
        <p:nvSpPr>
          <p:cNvPr id="109" name="TextBox 108">
            <a:extLst>
              <a:ext uri="{FF2B5EF4-FFF2-40B4-BE49-F238E27FC236}">
                <a16:creationId xmlns:a16="http://schemas.microsoft.com/office/drawing/2014/main" id="{54FF5849-172C-6B23-D2EB-05B9DDACF484}"/>
              </a:ext>
            </a:extLst>
          </p:cNvPr>
          <p:cNvSpPr txBox="1"/>
          <p:nvPr/>
        </p:nvSpPr>
        <p:spPr>
          <a:xfrm>
            <a:off x="1334467" y="1591056"/>
            <a:ext cx="6012986" cy="461665"/>
          </a:xfrm>
          <a:prstGeom prst="rect">
            <a:avLst/>
          </a:prstGeom>
          <a:noFill/>
        </p:spPr>
        <p:txBody>
          <a:bodyPr wrap="square">
            <a:spAutoFit/>
          </a:bodyPr>
          <a:lstStyle/>
          <a:p>
            <a:r>
              <a:rPr lang="en-AU" sz="1200" dirty="0">
                <a:latin typeface="Book Antiqua" panose="02040602050305030304" pitchFamily="18" charset="0"/>
              </a:rPr>
              <a:t xml:space="preserve">The documentary's brief </a:t>
            </a:r>
            <a:r>
              <a:rPr lang="en-AU" sz="1200" dirty="0" b="1">
                <a:latin typeface="Book Antiqua" panose="02040602050305030304" pitchFamily="18" charset="0"/>
              </a:rPr>
              <a:t>peak/peek/pique</a:t>
            </a:r>
            <a:r>
              <a:rPr lang="en-AU" sz="1200" dirty="0">
                <a:latin typeface="Book Antiqua" panose="02040602050305030304" pitchFamily="18" charset="0"/>
              </a:rPr>
              <a:t xml:space="preserve"> inside the sealed vault was enough to </a:t>
            </a:r>
            <a:r>
              <a:rPr lang="en-AU" sz="1200" dirty="0" b="1">
                <a:latin typeface="Book Antiqua" panose="02040602050305030304" pitchFamily="18" charset="0"/>
              </a:rPr>
              <a:t>peak/peek/pique</a:t>
            </a:r>
            <a:r>
              <a:rPr lang="en-AU" sz="1200" dirty="0">
                <a:latin typeface="Book Antiqua" panose="02040602050305030304" pitchFamily="18" charset="0"/>
              </a:rPr>
              <a:t xml:space="preserve"> the historians' curiosity.</a:t>
            </a:r>
          </a:p>
        </p:txBody>
      </p:sp>
      <p:sp>
        <p:nvSpPr>
          <p:cNvPr id="111" name="TextBox 110">
            <a:extLst>
              <a:ext uri="{FF2B5EF4-FFF2-40B4-BE49-F238E27FC236}">
                <a16:creationId xmlns:a16="http://schemas.microsoft.com/office/drawing/2014/main" id="{85C985C2-8DF3-77A9-7940-7AD9F654B37D}"/>
              </a:ext>
            </a:extLst>
          </p:cNvPr>
          <p:cNvSpPr txBox="1"/>
          <p:nvPr/>
        </p:nvSpPr>
        <p:spPr>
          <a:xfrm>
            <a:off x="1334467" y="2039112"/>
            <a:ext cx="6217920" cy="461665"/>
          </a:xfrm>
          <a:prstGeom prst="rect">
            <a:avLst/>
          </a:prstGeom>
          <a:noFill/>
        </p:spPr>
        <p:txBody>
          <a:bodyPr wrap="square">
            <a:spAutoFit/>
          </a:bodyPr>
          <a:lstStyle/>
          <a:p>
            <a:r>
              <a:rPr lang="en-US" sz="1200" dirty="0">
                <a:latin typeface="Book Antiqua" panose="02040602050305030304" pitchFamily="18" charset="0"/>
              </a:rPr>
              <a:t xml:space="preserve">The SRC members </a:t>
            </a:r>
            <a:r>
              <a:rPr lang="en-US" sz="1200" dirty="0" b="1">
                <a:latin typeface="Book Antiqua" panose="02040602050305030304" pitchFamily="18" charset="0"/>
              </a:rPr>
              <a:t>canvas/canvass</a:t>
            </a:r>
            <a:r>
              <a:rPr lang="en-US" sz="1200" dirty="0">
                <a:latin typeface="Book Antiqua" panose="02040602050305030304" pitchFamily="18" charset="0"/>
              </a:rPr>
              <a:t xml:space="preserve"> every class for ideas about the school formal, while their giant welcome banner, painted on </a:t>
            </a:r>
            <a:r>
              <a:rPr lang="en-US" sz="1200" dirty="0" b="1">
                <a:latin typeface="Book Antiqua" panose="02040602050305030304" pitchFamily="18" charset="0"/>
              </a:rPr>
              <a:t>canvas/canvass</a:t>
            </a:r>
            <a:r>
              <a:rPr lang="en-US" sz="1200" dirty="0">
                <a:latin typeface="Book Antiqua" panose="02040602050305030304" pitchFamily="18" charset="0"/>
              </a:rPr>
              <a:t>, dries in the art room.</a:t>
            </a:r>
            <a:endParaRPr lang="en-AU" sz="1200" dirty="0">
              <a:latin typeface="Book Antiqua" panose="02040602050305030304" pitchFamily="18" charset="0"/>
            </a:endParaRPr>
          </a:p>
        </p:txBody>
      </p:sp>
      <p:sp>
        <p:nvSpPr>
          <p:cNvPr id="113" name="TextBox 112">
            <a:extLst>
              <a:ext uri="{FF2B5EF4-FFF2-40B4-BE49-F238E27FC236}">
                <a16:creationId xmlns:a16="http://schemas.microsoft.com/office/drawing/2014/main" id="{4D0E4514-193E-F626-217D-0B04BBBFA7E8}"/>
              </a:ext>
            </a:extLst>
          </p:cNvPr>
          <p:cNvSpPr txBox="1"/>
          <p:nvPr/>
        </p:nvSpPr>
        <p:spPr>
          <a:xfrm>
            <a:off x="1322087" y="2679192"/>
            <a:ext cx="5106422" cy="461665"/>
          </a:xfrm>
          <a:prstGeom prst="rect">
            <a:avLst/>
          </a:prstGeom>
          <a:noFill/>
        </p:spPr>
        <p:txBody>
          <a:bodyPr wrap="square">
            <a:spAutoFit/>
          </a:bodyPr>
          <a:lstStyle/>
          <a:p>
            <a:r>
              <a:rPr lang="en-US" sz="1200" dirty="0">
                <a:latin typeface="Book Antiqua" panose="02040602050305030304" pitchFamily="18" charset="0"/>
              </a:rPr>
              <a:t xml:space="preserve">The victorious king vowed to </a:t>
            </a:r>
            <a:r>
              <a:rPr lang="en-US" sz="1200" dirty="0" b="1">
                <a:latin typeface="Book Antiqua" panose="02040602050305030304" pitchFamily="18" charset="0"/>
              </a:rPr>
              <a:t>raise/raze</a:t>
            </a:r>
            <a:r>
              <a:rPr lang="en-US" sz="1200" dirty="0">
                <a:latin typeface="Book Antiqua" panose="02040602050305030304" pitchFamily="18" charset="0"/>
              </a:rPr>
              <a:t xml:space="preserve"> a new cathedral once his army had </a:t>
            </a:r>
            <a:r>
              <a:rPr lang="en-US" sz="1200" dirty="0" b="1">
                <a:latin typeface="Book Antiqua" panose="02040602050305030304" pitchFamily="18" charset="0"/>
              </a:rPr>
              <a:t>raised/razed</a:t>
            </a:r>
            <a:r>
              <a:rPr lang="en-US" sz="1200" dirty="0">
                <a:latin typeface="Book Antiqua" panose="02040602050305030304" pitchFamily="18" charset="0"/>
              </a:rPr>
              <a:t xml:space="preserve"> the rebel city.</a:t>
            </a:r>
            <a:endParaRPr lang="en-AU" sz="1200" dirty="0">
              <a:latin typeface="Book Antiqua" panose="02040602050305030304" pitchFamily="18" charset="0"/>
            </a:endParaRPr>
          </a:p>
        </p:txBody>
      </p:sp>
      <p:sp>
        <p:nvSpPr>
          <p:cNvPr id="115" name="TextBox 114">
            <a:extLst>
              <a:ext uri="{FF2B5EF4-FFF2-40B4-BE49-F238E27FC236}">
                <a16:creationId xmlns:a16="http://schemas.microsoft.com/office/drawing/2014/main" id="{9912E13E-A372-A2C5-E08C-C8B8E8922365}"/>
              </a:ext>
            </a:extLst>
          </p:cNvPr>
          <p:cNvSpPr txBox="1"/>
          <p:nvPr/>
        </p:nvSpPr>
        <p:spPr>
          <a:xfrm>
            <a:off x="1322087" y="3136392"/>
            <a:ext cx="6022333" cy="461665"/>
          </a:xfrm>
          <a:prstGeom prst="rect">
            <a:avLst/>
          </a:prstGeom>
          <a:noFill/>
        </p:spPr>
        <p:txBody>
          <a:bodyPr wrap="square">
            <a:spAutoFit/>
          </a:bodyPr>
          <a:lstStyle/>
          <a:p>
            <a:r>
              <a:rPr lang="en-US" sz="1200" dirty="0">
                <a:latin typeface="Book Antiqua" panose="02040602050305030304" pitchFamily="18" charset="0"/>
              </a:rPr>
              <a:t xml:space="preserve">During her long </a:t>
            </a:r>
            <a:r>
              <a:rPr lang="en-US" sz="1200" dirty="0" b="1">
                <a:latin typeface="Book Antiqua" panose="02040602050305030304" pitchFamily="18" charset="0"/>
              </a:rPr>
              <a:t>rein/reign</a:t>
            </a:r>
            <a:r>
              <a:rPr lang="en-US" sz="1200" dirty="0">
                <a:latin typeface="Book Antiqua" panose="02040602050305030304" pitchFamily="18" charset="0"/>
              </a:rPr>
              <a:t xml:space="preserve">, the queen gave her youngest son free </a:t>
            </a:r>
            <a:r>
              <a:rPr lang="en-US" sz="1200" dirty="0" b="1">
                <a:latin typeface="Book Antiqua" panose="02040602050305030304" pitchFamily="18" charset="0"/>
              </a:rPr>
              <a:t>rein/reign</a:t>
            </a:r>
            <a:r>
              <a:rPr lang="en-US" sz="1200" dirty="0">
                <a:latin typeface="Book Antiqua" panose="02040602050305030304" pitchFamily="18" charset="0"/>
              </a:rPr>
              <a:t xml:space="preserve"> to explore the kingdom's wild northern coast.</a:t>
            </a:r>
            <a:endParaRPr lang="en-AU" sz="1200" dirty="0">
              <a:latin typeface="Book Antiqua" panose="02040602050305030304" pitchFamily="18" charset="0"/>
            </a:endParaRPr>
          </a:p>
        </p:txBody>
      </p:sp>
      <p:sp>
        <p:nvSpPr>
          <p:cNvPr id="117" name="TextBox 116">
            <a:extLst>
              <a:ext uri="{FF2B5EF4-FFF2-40B4-BE49-F238E27FC236}">
                <a16:creationId xmlns:a16="http://schemas.microsoft.com/office/drawing/2014/main" id="{82AF5CC0-F144-2614-3AEA-FF032213FCF5}"/>
              </a:ext>
            </a:extLst>
          </p:cNvPr>
          <p:cNvSpPr txBox="1"/>
          <p:nvPr/>
        </p:nvSpPr>
        <p:spPr>
          <a:xfrm>
            <a:off x="1322087" y="3593592"/>
            <a:ext cx="5459520" cy="473591"/>
          </a:xfrm>
          <a:prstGeom prst="rect">
            <a:avLst/>
          </a:prstGeom>
          <a:noFill/>
        </p:spPr>
        <p:txBody>
          <a:bodyPr wrap="square">
            <a:spAutoFit/>
          </a:bodyPr>
          <a:lstStyle/>
          <a:p>
            <a:pPr algn="just">
              <a:lnSpc>
                <a:spcPct val="105000"/>
              </a:lnSpc>
              <a:spcAft>
                <a:spcPts val="800"/>
              </a:spcAft>
            </a:pPr>
            <a:r>
              <a:rPr lang="en-AU" sz="1200" dirty="0">
                <a:latin typeface="Book Antiqua" panose="02040602050305030304" pitchFamily="18" charset="0"/>
              </a:rPr>
              <a:t xml:space="preserve">The cyclone continued to </a:t>
            </a:r>
            <a:r>
              <a:rPr lang="en-AU" sz="1200" dirty="0" b="1">
                <a:latin typeface="Book Antiqua" panose="02040602050305030304" pitchFamily="18" charset="0"/>
              </a:rPr>
              <a:t>wreak/reek</a:t>
            </a:r>
            <a:r>
              <a:rPr lang="en-AU" sz="1200" dirty="0">
                <a:latin typeface="Book Antiqua" panose="02040602050305030304" pitchFamily="18" charset="0"/>
              </a:rPr>
              <a:t xml:space="preserve"> havoc along the coast, and for weeks the flooded town would </a:t>
            </a:r>
            <a:r>
              <a:rPr lang="en-AU" sz="1200" dirty="0" b="1">
                <a:latin typeface="Book Antiqua" panose="02040602050305030304" pitchFamily="18" charset="0"/>
              </a:rPr>
              <a:t>wreak/reek</a:t>
            </a:r>
            <a:r>
              <a:rPr lang="en-AU" sz="1200" dirty="0">
                <a:latin typeface="Book Antiqua" panose="02040602050305030304" pitchFamily="18" charset="0"/>
              </a:rPr>
              <a:t xml:space="preserve"> of mud and diesel.</a:t>
            </a:r>
            <a:endParaRPr lang="en-AU" sz="1200" kern="100" dirty="0">
              <a:effectLst/>
              <a:latin typeface="Book Antiqua" panose="02040602050305030304" pitchFamily="18" charset="0"/>
              <a:ea typeface="Yu Gothic" panose="020B0400000000000000" pitchFamily="34" charset="-128"/>
              <a:cs typeface="Times New Roman" panose="02020603050405020304" pitchFamily="18" charset="0"/>
            </a:endParaRPr>
          </a:p>
        </p:txBody>
      </p:sp>
      <p:sp>
        <p:nvSpPr>
          <p:cNvPr id="3" name="Rectangle: Top Corners Snipped 2">
            <a:extLst>
              <a:ext uri="{FF2B5EF4-FFF2-40B4-BE49-F238E27FC236}">
                <a16:creationId xmlns:a16="http://schemas.microsoft.com/office/drawing/2014/main" id="{B01C927D-699A-9DF7-E558-6A11F8B20380}"/>
              </a:ext>
            </a:extLst>
          </p:cNvPr>
          <p:cNvSpPr/>
          <p:nvPr/>
        </p:nvSpPr>
        <p:spPr>
          <a:xfrm rot="5400000">
            <a:off x="717786" y="919761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TextBox 7">
            <a:extLst>
              <a:ext uri="{FF2B5EF4-FFF2-40B4-BE49-F238E27FC236}">
                <a16:creationId xmlns:a16="http://schemas.microsoft.com/office/drawing/2014/main" id="{D48F1B1E-F0B9-5960-7983-36B0F338CA0E}"/>
              </a:ext>
            </a:extLst>
          </p:cNvPr>
          <p:cNvSpPr txBox="1"/>
          <p:nvPr/>
        </p:nvSpPr>
        <p:spPr>
          <a:xfrm>
            <a:off x="686155" y="9284500"/>
            <a:ext cx="374237" cy="276999"/>
          </a:xfrm>
          <a:prstGeom prst="rect">
            <a:avLst/>
          </a:prstGeom>
          <a:noFill/>
        </p:spPr>
        <p:txBody>
          <a:bodyPr wrap="square" rtlCol="0">
            <a:spAutoFit/>
          </a:bodyPr>
          <a:lstStyle/>
          <a:p>
            <a:r>
              <a:rPr lang="en-AU" sz="1200" b="1" spc="-50" dirty="0">
                <a:solidFill>
                  <a:srgbClr val="231F20"/>
                </a:solidFill>
                <a:latin typeface="Arial"/>
                <a:cs typeface="Arial"/>
              </a:rPr>
              <a:t>11</a:t>
            </a:r>
            <a:endParaRPr lang="en-AU" sz="1200" dirty="0"/>
          </a:p>
        </p:txBody>
      </p:sp>
      <p:sp>
        <p:nvSpPr>
          <p:cNvPr id="114" name="Rectangle: Top Corners Snipped 113">
            <a:extLst>
              <a:ext uri="{FF2B5EF4-FFF2-40B4-BE49-F238E27FC236}">
                <a16:creationId xmlns:a16="http://schemas.microsoft.com/office/drawing/2014/main" id="{636E4746-A03D-CFD2-8D5E-0E947D6CB39F}"/>
              </a:ext>
            </a:extLst>
          </p:cNvPr>
          <p:cNvSpPr/>
          <p:nvPr/>
        </p:nvSpPr>
        <p:spPr>
          <a:xfrm rot="5400000">
            <a:off x="719579" y="807463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Rectangle: Top Corners Snipped 11">
            <a:extLst>
              <a:ext uri="{FF2B5EF4-FFF2-40B4-BE49-F238E27FC236}">
                <a16:creationId xmlns:a16="http://schemas.microsoft.com/office/drawing/2014/main" id="{9D4C4F2C-9179-B2EB-8D9E-693CB0F3EF6A}"/>
              </a:ext>
            </a:extLst>
          </p:cNvPr>
          <p:cNvSpPr/>
          <p:nvPr/>
        </p:nvSpPr>
        <p:spPr>
          <a:xfrm rot="5400000">
            <a:off x="718161" y="697229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6" name="TextBox 115">
            <a:extLst>
              <a:ext uri="{FF2B5EF4-FFF2-40B4-BE49-F238E27FC236}">
                <a16:creationId xmlns:a16="http://schemas.microsoft.com/office/drawing/2014/main" id="{75B5F35E-5C02-0323-01F5-611E534A644A}"/>
              </a:ext>
            </a:extLst>
          </p:cNvPr>
          <p:cNvSpPr txBox="1"/>
          <p:nvPr/>
        </p:nvSpPr>
        <p:spPr>
          <a:xfrm>
            <a:off x="666987" y="8182447"/>
            <a:ext cx="374237" cy="276999"/>
          </a:xfrm>
          <a:prstGeom prst="rect">
            <a:avLst/>
          </a:prstGeom>
          <a:noFill/>
        </p:spPr>
        <p:txBody>
          <a:bodyPr wrap="square" rtlCol="0">
            <a:spAutoFit/>
          </a:bodyPr>
          <a:lstStyle/>
          <a:p>
            <a:r>
              <a:rPr lang="en-AU" sz="1200" b="1" spc="-50" dirty="0">
                <a:solidFill>
                  <a:srgbClr val="231F20"/>
                </a:solidFill>
                <a:latin typeface="Arial"/>
                <a:cs typeface="Arial"/>
              </a:rPr>
              <a:t>10</a:t>
            </a:r>
            <a:endParaRPr lang="en-AU" sz="1200" dirty="0"/>
          </a:p>
        </p:txBody>
      </p:sp>
      <p:sp>
        <p:nvSpPr>
          <p:cNvPr id="23" name="TextBox 22">
            <a:extLst>
              <a:ext uri="{FF2B5EF4-FFF2-40B4-BE49-F238E27FC236}">
                <a16:creationId xmlns:a16="http://schemas.microsoft.com/office/drawing/2014/main" id="{842E2E29-50C6-7E82-BCFE-196E1F875265}"/>
              </a:ext>
            </a:extLst>
          </p:cNvPr>
          <p:cNvSpPr txBox="1"/>
          <p:nvPr/>
        </p:nvSpPr>
        <p:spPr>
          <a:xfrm>
            <a:off x="688145" y="7076613"/>
            <a:ext cx="374237" cy="276999"/>
          </a:xfrm>
          <a:prstGeom prst="rect">
            <a:avLst/>
          </a:prstGeom>
          <a:noFill/>
        </p:spPr>
        <p:txBody>
          <a:bodyPr wrap="square" rtlCol="0">
            <a:spAutoFit/>
          </a:bodyPr>
          <a:lstStyle/>
          <a:p>
            <a:r>
              <a:rPr lang="en-AU" sz="1200" b="1" spc="-50" dirty="0">
                <a:solidFill>
                  <a:srgbClr val="231F20"/>
                </a:solidFill>
                <a:latin typeface="Arial"/>
                <a:cs typeface="Arial"/>
              </a:rPr>
              <a:t> 9</a:t>
            </a:r>
            <a:endParaRPr lang="en-AU" sz="1200" dirty="0"/>
          </a:p>
        </p:txBody>
      </p:sp>
      <p:sp>
        <p:nvSpPr>
          <p:cNvPr id="24" name="Rectangle: Top Corners Snipped 23">
            <a:extLst>
              <a:ext uri="{FF2B5EF4-FFF2-40B4-BE49-F238E27FC236}">
                <a16:creationId xmlns:a16="http://schemas.microsoft.com/office/drawing/2014/main" id="{3EF132A2-A11C-BEF4-35C9-799565FEAF73}"/>
              </a:ext>
            </a:extLst>
          </p:cNvPr>
          <p:cNvSpPr/>
          <p:nvPr/>
        </p:nvSpPr>
        <p:spPr>
          <a:xfrm rot="5400000">
            <a:off x="720758" y="598153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TextBox 24">
            <a:extLst>
              <a:ext uri="{FF2B5EF4-FFF2-40B4-BE49-F238E27FC236}">
                <a16:creationId xmlns:a16="http://schemas.microsoft.com/office/drawing/2014/main" id="{5DCD272C-5423-954B-6C2E-E666DE970D1C}"/>
              </a:ext>
            </a:extLst>
          </p:cNvPr>
          <p:cNvSpPr txBox="1"/>
          <p:nvPr/>
        </p:nvSpPr>
        <p:spPr>
          <a:xfrm>
            <a:off x="690742" y="6085851"/>
            <a:ext cx="374237" cy="276999"/>
          </a:xfrm>
          <a:prstGeom prst="rect">
            <a:avLst/>
          </a:prstGeom>
          <a:noFill/>
        </p:spPr>
        <p:txBody>
          <a:bodyPr wrap="square" rtlCol="0">
            <a:spAutoFit/>
          </a:bodyPr>
          <a:lstStyle/>
          <a:p>
            <a:r>
              <a:rPr lang="en-AU" sz="1200" b="1" spc="-50" dirty="0">
                <a:solidFill>
                  <a:srgbClr val="231F20"/>
                </a:solidFill>
                <a:latin typeface="Arial"/>
                <a:cs typeface="Arial"/>
              </a:rPr>
              <a:t> 8</a:t>
            </a:r>
            <a:endParaRPr lang="en-AU" sz="1200" dirty="0"/>
          </a:p>
        </p:txBody>
      </p:sp>
      <p:sp>
        <p:nvSpPr>
          <p:cNvPr id="26" name="TextBox 25">
            <a:extLst>
              <a:ext uri="{FF2B5EF4-FFF2-40B4-BE49-F238E27FC236}">
                <a16:creationId xmlns:a16="http://schemas.microsoft.com/office/drawing/2014/main" id="{F61E64B6-3A0E-3409-07D6-660F5D1A02C2}"/>
              </a:ext>
            </a:extLst>
          </p:cNvPr>
          <p:cNvSpPr txBox="1"/>
          <p:nvPr/>
        </p:nvSpPr>
        <p:spPr>
          <a:xfrm>
            <a:off x="674073" y="5642408"/>
            <a:ext cx="6913723" cy="276999"/>
          </a:xfrm>
          <a:prstGeom prst="rect">
            <a:avLst/>
          </a:prstGeom>
          <a:noFill/>
        </p:spPr>
        <p:txBody>
          <a:bodyPr wrap="square">
            <a:spAutoFit/>
          </a:bodyPr>
          <a:lstStyle/>
          <a:p>
            <a:r>
              <a:rPr lang="en-US" sz="1200" dirty="0" b="1">
                <a:solidFill>
                  <a:srgbClr val="231F20"/>
                </a:solidFill>
                <a:effectLst/>
                <a:latin typeface="Book Antiqua" panose="02040602050305030304" pitchFamily="18" charset="0"/>
                <a:ea typeface="Cambria" panose="02040503050406030204" pitchFamily="18" charset="0"/>
                <a:cs typeface="Cambria" panose="02040503050406030204" pitchFamily="18" charset="0"/>
              </a:rPr>
              <a:t>Identify whether the bolded verb is in the active (A) or passive (P) voice.</a:t>
            </a:r>
            <a:endParaRPr lang="en-AU" sz="1200" dirty="0"/>
          </a:p>
        </p:txBody>
      </p:sp>
      <p:sp>
        <p:nvSpPr>
          <p:cNvPr id="39" name="TextBox 38">
            <a:extLst>
              <a:ext uri="{FF2B5EF4-FFF2-40B4-BE49-F238E27FC236}">
                <a16:creationId xmlns:a16="http://schemas.microsoft.com/office/drawing/2014/main" id="{C481E6A4-9534-E47B-3B7D-61C5685D5D28}"/>
              </a:ext>
            </a:extLst>
          </p:cNvPr>
          <p:cNvSpPr txBox="1"/>
          <p:nvPr/>
        </p:nvSpPr>
        <p:spPr>
          <a:xfrm>
            <a:off x="1198383" y="4806899"/>
            <a:ext cx="5918793" cy="715089"/>
          </a:xfrm>
          <a:prstGeom prst="roundRect">
            <a:avLst/>
          </a:prstGeom>
          <a:solidFill>
            <a:schemeClr val="bg2"/>
          </a:solidFill>
        </p:spPr>
        <p:txBody>
          <a:bodyPr wrap="square">
            <a:spAutoFit/>
          </a:bodyPr>
          <a:lstStyle/>
          <a:p>
            <a:r>
              <a:rPr lang="en-US" sz="1200" dirty="0">
                <a:solidFill>
                  <a:srgbClr val="231F20"/>
                </a:solidFill>
                <a:effectLst/>
                <a:latin typeface="Book Antiqua" panose="02040602050305030304" pitchFamily="18" charset="0"/>
                <a:ea typeface="Cambria" panose="02040503050406030204" pitchFamily="18" charset="0"/>
                <a:cs typeface="Cambria" panose="02040503050406030204" pitchFamily="18" charset="0"/>
              </a:rPr>
              <a:t xml:space="preserve">In the </a:t>
            </a:r>
            <a:r>
              <a:rPr lang="en-US" sz="1200" dirty="0" b="1">
                <a:solidFill>
                  <a:srgbClr val="231F20"/>
                </a:solidFill>
                <a:effectLst/>
                <a:latin typeface="Book Antiqua" panose="02040602050305030304" pitchFamily="18" charset="0"/>
                <a:ea typeface="Cambria" panose="02040503050406030204" pitchFamily="18" charset="0"/>
                <a:cs typeface="Cambria" panose="02040503050406030204" pitchFamily="18" charset="0"/>
              </a:rPr>
              <a:t>active voice</a:t>
            </a:r>
            <a:r>
              <a:rPr lang="en-US" sz="1200" dirty="0">
                <a:solidFill>
                  <a:srgbClr val="231F20"/>
                </a:solidFill>
                <a:effectLst/>
                <a:latin typeface="Book Antiqua" panose="02040602050305030304" pitchFamily="18" charset="0"/>
                <a:ea typeface="Cambria" panose="02040503050406030204" pitchFamily="18" charset="0"/>
                <a:cs typeface="Cambria" panose="02040503050406030204" pitchFamily="18" charset="0"/>
              </a:rPr>
              <a:t xml:space="preserve">, the subject performs the action ("The referee sent him off"). In the </a:t>
            </a:r>
            <a:r>
              <a:rPr lang="en-US" sz="1200" dirty="0" b="1">
                <a:solidFill>
                  <a:srgbClr val="231F20"/>
                </a:solidFill>
                <a:effectLst/>
                <a:latin typeface="Book Antiqua" panose="02040602050305030304" pitchFamily="18" charset="0"/>
                <a:ea typeface="Cambria" panose="02040503050406030204" pitchFamily="18" charset="0"/>
                <a:cs typeface="Cambria" panose="02040503050406030204" pitchFamily="18" charset="0"/>
              </a:rPr>
              <a:t>passive voice</a:t>
            </a:r>
            <a:r>
              <a:rPr lang="en-US" sz="1200" dirty="0">
                <a:solidFill>
                  <a:srgbClr val="231F20"/>
                </a:solidFill>
                <a:effectLst/>
                <a:latin typeface="Book Antiqua" panose="02040602050305030304" pitchFamily="18" charset="0"/>
                <a:ea typeface="Cambria" panose="02040503050406030204" pitchFamily="18" charset="0"/>
                <a:cs typeface="Cambria" panose="02040503050406030204" pitchFamily="18" charset="0"/>
              </a:rPr>
              <a:t>, the subject receives the action; the doer may follow "by" or be left out altogether ("He was sent off").</a:t>
            </a:r>
            <a:endParaRPr lang="en-AU" sz="1200" dirty="0"/>
          </a:p>
        </p:txBody>
      </p:sp>
      <p:sp>
        <p:nvSpPr>
          <p:cNvPr id="70" name="TextBox 69">
            <a:extLst>
              <a:ext uri="{FF2B5EF4-FFF2-40B4-BE49-F238E27FC236}">
                <a16:creationId xmlns:a16="http://schemas.microsoft.com/office/drawing/2014/main" id="{0B5AE293-E209-ED63-BB0E-5778C6BAD0F9}"/>
              </a:ext>
            </a:extLst>
          </p:cNvPr>
          <p:cNvSpPr txBox="1"/>
          <p:nvPr/>
        </p:nvSpPr>
        <p:spPr>
          <a:xfrm>
            <a:off x="1334467" y="4050791"/>
            <a:ext cx="5873816" cy="461665"/>
          </a:xfrm>
          <a:prstGeom prst="rect">
            <a:avLst/>
          </a:prstGeom>
          <a:noFill/>
        </p:spPr>
        <p:txBody>
          <a:bodyPr wrap="square">
            <a:spAutoFit/>
          </a:bodyPr>
          <a:lstStyle/>
          <a:p>
            <a:r>
              <a:rPr lang="en-AU" sz="1200" dirty="0">
                <a:latin typeface="Book Antiqua" panose="02040602050305030304" pitchFamily="18" charset="0"/>
                <a:ea typeface="Yu Gothic" panose="020B0400000000000000" pitchFamily="34" charset="-128"/>
                <a:cs typeface="Times New Roman" panose="02020603050405020304" pitchFamily="18" charset="0"/>
              </a:rPr>
              <a:t xml:space="preserve">Spectators watched with </a:t>
            </a:r>
            <a:r>
              <a:rPr lang="en-AU" sz="1200" dirty="0" b="1">
                <a:latin typeface="Book Antiqua" panose="02040602050305030304" pitchFamily="18" charset="0"/>
                <a:ea typeface="Yu Gothic" panose="020B0400000000000000" pitchFamily="34" charset="-128"/>
                <a:cs typeface="Times New Roman" panose="02020603050405020304" pitchFamily="18" charset="0"/>
              </a:rPr>
              <a:t>bated/baited</a:t>
            </a:r>
            <a:r>
              <a:rPr lang="en-AU" sz="1200" dirty="0">
                <a:latin typeface="Book Antiqua" panose="02040602050305030304" pitchFamily="18" charset="0"/>
                <a:ea typeface="Yu Gothic" panose="020B0400000000000000" pitchFamily="34" charset="-128"/>
                <a:cs typeface="Times New Roman" panose="02020603050405020304" pitchFamily="18" charset="0"/>
              </a:rPr>
              <a:t xml:space="preserve"> breath as the angler cast a line </a:t>
            </a:r>
            <a:r>
              <a:rPr lang="en-AU" sz="1200" dirty="0" b="1">
                <a:latin typeface="Book Antiqua" panose="02040602050305030304" pitchFamily="18" charset="0"/>
                <a:ea typeface="Yu Gothic" panose="020B0400000000000000" pitchFamily="34" charset="-128"/>
                <a:cs typeface="Times New Roman" panose="02020603050405020304" pitchFamily="18" charset="0"/>
              </a:rPr>
              <a:t>bated/baited</a:t>
            </a:r>
            <a:r>
              <a:rPr lang="en-AU" sz="1200" dirty="0">
                <a:latin typeface="Book Antiqua" panose="02040602050305030304" pitchFamily="18" charset="0"/>
                <a:ea typeface="Yu Gothic" panose="020B0400000000000000" pitchFamily="34" charset="-128"/>
                <a:cs typeface="Times New Roman" panose="02020603050405020304" pitchFamily="18" charset="0"/>
              </a:rPr>
              <a:t xml:space="preserve"> with a live yabby.</a:t>
            </a:r>
            <a:endParaRPr lang="en-AU" sz="1200" dirty="0">
              <a:latin typeface="Book Antiqua" panose="02040602050305030304" pitchFamily="18" charset="0"/>
            </a:endParaRPr>
          </a:p>
        </p:txBody>
      </p:sp>
      <p:sp>
        <p:nvSpPr>
          <p:cNvPr id="76" name="Rectangle: Top Corners Snipped 75">
            <a:extLst>
              <a:ext uri="{FF2B5EF4-FFF2-40B4-BE49-F238E27FC236}">
                <a16:creationId xmlns:a16="http://schemas.microsoft.com/office/drawing/2014/main" id="{9A96B96A-FD1D-7723-A058-C78C5CF30AA9}"/>
              </a:ext>
            </a:extLst>
          </p:cNvPr>
          <p:cNvSpPr/>
          <p:nvPr/>
        </p:nvSpPr>
        <p:spPr>
          <a:xfrm rot="5400000">
            <a:off x="716661" y="405079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7" name="TextBox 76">
            <a:extLst>
              <a:ext uri="{FF2B5EF4-FFF2-40B4-BE49-F238E27FC236}">
                <a16:creationId xmlns:a16="http://schemas.microsoft.com/office/drawing/2014/main" id="{628E7487-D1A3-FF01-F168-B475D410538A}"/>
              </a:ext>
            </a:extLst>
          </p:cNvPr>
          <p:cNvSpPr txBox="1"/>
          <p:nvPr/>
        </p:nvSpPr>
        <p:spPr>
          <a:xfrm>
            <a:off x="741742" y="4146804"/>
            <a:ext cx="374237" cy="276999"/>
          </a:xfrm>
          <a:prstGeom prst="rect">
            <a:avLst/>
          </a:prstGeom>
          <a:noFill/>
        </p:spPr>
        <p:txBody>
          <a:bodyPr wrap="square" rtlCol="0">
            <a:spAutoFit/>
          </a:bodyPr>
          <a:lstStyle/>
          <a:p>
            <a:r>
              <a:rPr lang="en-US" sz="1200" b="1" spc="-50" dirty="0">
                <a:solidFill>
                  <a:srgbClr val="231F20"/>
                </a:solidFill>
                <a:latin typeface="Arial"/>
                <a:cs typeface="Arial"/>
              </a:rPr>
              <a:t>7</a:t>
            </a:r>
            <a:endParaRPr lang="en-AU" sz="1200" dirty="0"/>
          </a:p>
        </p:txBody>
      </p:sp>
      <p:graphicFrame>
        <p:nvGraphicFramePr>
          <p:cNvPr id="45" name="Table 13">
            <a:extLst>
              <a:ext uri="{FF2B5EF4-FFF2-40B4-BE49-F238E27FC236}">
                <a16:creationId xmlns:a16="http://schemas.microsoft.com/office/drawing/2014/main" id="{7784D2D9-F71C-A1AB-D88F-863FC27C6659}"/>
              </a:ext>
            </a:extLst>
          </p:cNvPr>
          <p:cNvGraphicFramePr>
            <a:graphicFrameLocks noGrp="1"/>
          </p:cNvGraphicFramePr>
          <p:nvPr>
            <p:extLst>
              <p:ext uri="{D42A27DB-BD31-4B8C-83A1-F6EECF244321}">
                <p14:modId xmlns:p14="http://schemas.microsoft.com/office/powerpoint/2010/main" val="3020837378"/>
              </p:ext>
            </p:extLst>
          </p:nvPr>
        </p:nvGraphicFramePr>
        <p:xfrm>
          <a:off x="1198383" y="5963214"/>
          <a:ext cx="6389413" cy="4318305"/>
        </p:xfrm>
        <a:graphic>
          <a:graphicData uri="http://schemas.openxmlformats.org/drawingml/2006/table">
            <a:tbl>
              <a:tblPr firstRow="1" bandRow="1">
                <a:tableStyleId>{5940675A-B579-460E-94D1-54222C63F5DA}</a:tableStyleId>
              </a:tblPr>
              <a:tblGrid>
                <a:gridCol w="5380740">
                  <a:extLst>
                    <a:ext uri="{9D8B030D-6E8A-4147-A177-3AD203B41FA5}">
                      <a16:colId xmlns:a16="http://schemas.microsoft.com/office/drawing/2014/main" val="3661105598"/>
                    </a:ext>
                  </a:extLst>
                </a:gridCol>
                <a:gridCol w="1008673">
                  <a:extLst>
                    <a:ext uri="{9D8B030D-6E8A-4147-A177-3AD203B41FA5}">
                      <a16:colId xmlns:a16="http://schemas.microsoft.com/office/drawing/2014/main" val="2385878221"/>
                    </a:ext>
                  </a:extLst>
                </a:gridCol>
              </a:tblGrid>
              <a:tr h="471063">
                <a:tc>
                  <a:txBody>
                    <a:bodyPr/>
                    <a:lstStyle/>
                    <a:p>
                      <a:r>
                        <a:rPr lang="en-US" sz="1200" kern="1200" dirty="0">
                          <a:solidFill>
                            <a:schemeClr val="tx1"/>
                          </a:solidFill>
                          <a:effectLst/>
                          <a:latin typeface="Book Antiqua" panose="02040602050305030304" pitchFamily="18" charset="0"/>
                          <a:ea typeface="+mn-ea"/>
                          <a:cs typeface="+mn-cs"/>
                        </a:rPr>
                        <a:t xml:space="preserve">"Mistakes </a:t>
                      </a:r>
                      <a:r>
                        <a:rPr lang="en-US" sz="1200" kern="1200" dirty="0" b="1">
                          <a:solidFill>
                            <a:schemeClr val="tx1"/>
                          </a:solidFill>
                          <a:effectLst/>
                          <a:latin typeface="Book Antiqua" panose="02040602050305030304" pitchFamily="18" charset="0"/>
                          <a:ea typeface="+mn-ea"/>
                          <a:cs typeface="+mn-cs"/>
                        </a:rPr>
                        <a:t>were made</a:t>
                      </a:r>
                      <a:r>
                        <a:rPr lang="en-US" sz="1200" kern="1200" dirty="0">
                          <a:solidFill>
                            <a:schemeClr val="tx1"/>
                          </a:solidFill>
                          <a:effectLst/>
                          <a:latin typeface="Book Antiqua" panose="02040602050305030304" pitchFamily="18" charset="0"/>
                          <a:ea typeface="+mn-ea"/>
                          <a:cs typeface="+mn-cs"/>
                        </a:rPr>
                        <a:t xml:space="preserve"> in organising the school camp," the teacher in charge conceded.</a:t>
                      </a:r>
                      <a:endParaRPr lang="en-AU" sz="1200" b="1" kern="1200" dirty="0">
                        <a:solidFill>
                          <a:schemeClr val="tx1"/>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cs typeface="Book Antiqua"/>
                        </a:rPr>
                        <a:t>A |  P</a:t>
                      </a:r>
                      <a:endParaRPr lang="en-AU" sz="1200" kern="1200" spc="-20" dirty="0">
                        <a:solidFill>
                          <a:srgbClr val="231F20"/>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15441180"/>
                  </a:ext>
                </a:extLst>
              </a:tr>
              <a:tr h="535886">
                <a:tc>
                  <a:txBody>
                    <a:bodyPr/>
                    <a:lstStyle/>
                    <a:p>
                      <a:r>
                        <a:rPr lang="en-AU" sz="1200" kern="1200" dirty="0">
                          <a:solidFill>
                            <a:schemeClr val="tx1"/>
                          </a:solidFill>
                          <a:effectLst/>
                          <a:latin typeface="Book Antiqua" panose="02040602050305030304" pitchFamily="18" charset="0"/>
                          <a:ea typeface="+mn-ea"/>
                          <a:cs typeface="+mn-cs"/>
                        </a:rPr>
                        <a:t xml:space="preserve">Teachers </a:t>
                      </a:r>
                      <a:r>
                        <a:rPr lang="en-AU" sz="1200" kern="1200" dirty="0" b="1">
                          <a:solidFill>
                            <a:schemeClr val="tx1"/>
                          </a:solidFill>
                          <a:effectLst/>
                          <a:latin typeface="Book Antiqua" panose="02040602050305030304" pitchFamily="18" charset="0"/>
                          <a:ea typeface="+mn-ea"/>
                          <a:cs typeface="+mn-cs"/>
                        </a:rPr>
                        <a:t>were investigating</a:t>
                      </a:r>
                      <a:r>
                        <a:rPr lang="en-AU" sz="1200" kern="1200" dirty="0">
                          <a:solidFill>
                            <a:schemeClr val="tx1"/>
                          </a:solidFill>
                          <a:effectLst/>
                          <a:latin typeface="Book Antiqua" panose="02040602050305030304" pitchFamily="18" charset="0"/>
                          <a:ea typeface="+mn-ea"/>
                          <a:cs typeface="+mn-cs"/>
                        </a:rPr>
                        <a:t xml:space="preserve"> the leaked maths test long before the rumours reached the principal.</a:t>
                      </a:r>
                      <a:endParaRPr lang="en-AU" sz="1200" b="1" kern="1200" dirty="0">
                        <a:solidFill>
                          <a:schemeClr val="tx1"/>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rPr>
                        <a:t>A |  P</a:t>
                      </a:r>
                      <a:endParaRPr lang="en-AU" sz="1200" kern="1200" spc="-20" dirty="0">
                        <a:solidFill>
                          <a:srgbClr val="231F20"/>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93186194"/>
                  </a:ext>
                </a:extLst>
              </a:tr>
              <a:tr h="502601">
                <a:tc>
                  <a:txBody>
                    <a:bodyPr/>
                    <a:lstStyle/>
                    <a:p>
                      <a:r>
                        <a:rPr lang="en-US" sz="1200" kern="1200" dirty="0">
                          <a:solidFill>
                            <a:schemeClr val="tx1"/>
                          </a:solidFill>
                          <a:effectLst/>
                          <a:latin typeface="Book Antiqua" panose="02040602050305030304" pitchFamily="18" charset="0"/>
                          <a:ea typeface="+mn-ea"/>
                          <a:cs typeface="+mn-cs"/>
                        </a:rPr>
                        <a:t xml:space="preserve">Archaeologists </a:t>
                      </a:r>
                      <a:r>
                        <a:rPr lang="en-US" sz="1200" kern="1200" dirty="0" b="1">
                          <a:solidFill>
                            <a:schemeClr val="tx1"/>
                          </a:solidFill>
                          <a:effectLst/>
                          <a:latin typeface="Book Antiqua" panose="02040602050305030304" pitchFamily="18" charset="0"/>
                          <a:ea typeface="+mn-ea"/>
                          <a:cs typeface="+mn-cs"/>
                        </a:rPr>
                        <a:t>had been excavating</a:t>
                      </a:r>
                      <a:r>
                        <a:rPr lang="en-US" sz="1200" kern="1200" dirty="0">
                          <a:solidFill>
                            <a:schemeClr val="tx1"/>
                          </a:solidFill>
                          <a:effectLst/>
                          <a:latin typeface="Book Antiqua" panose="02040602050305030304" pitchFamily="18" charset="0"/>
                          <a:ea typeface="+mn-ea"/>
                          <a:cs typeface="+mn-cs"/>
                        </a:rPr>
                        <a:t xml:space="preserve"> the site for a decade when the mosaic surfaced.</a:t>
                      </a:r>
                      <a:endParaRPr lang="en-AU" sz="1200" kern="1200" dirty="0">
                        <a:solidFill>
                          <a:schemeClr val="tx1"/>
                        </a:solidFill>
                        <a:effectLst/>
                        <a:latin typeface="Book Antiqua" panose="0204060205030503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rPr>
                        <a:t>A |  P</a:t>
                      </a:r>
                      <a:endParaRPr lang="en-AU" sz="1200" kern="1200" spc="-20" dirty="0">
                        <a:solidFill>
                          <a:srgbClr val="231F20"/>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60620579"/>
                  </a:ext>
                </a:extLst>
              </a:tr>
              <a:tr h="561751">
                <a:tc>
                  <a:txBody>
                    <a:bodyPr/>
                    <a:lstStyle/>
                    <a:p>
                      <a:r>
                        <a:rPr lang="en-AU" sz="1200" kern="1200" dirty="0">
                          <a:solidFill>
                            <a:schemeClr val="tx1"/>
                          </a:solidFill>
                          <a:effectLst/>
                          <a:latin typeface="Book Antiqua" panose="02040602050305030304" pitchFamily="18" charset="0"/>
                          <a:ea typeface="+mn-ea"/>
                          <a:cs typeface="+mn-cs"/>
                        </a:rPr>
                        <a:t xml:space="preserve">The new cashier </a:t>
                      </a:r>
                      <a:r>
                        <a:rPr lang="en-AU" sz="1200" kern="1200" dirty="0" b="1">
                          <a:solidFill>
                            <a:schemeClr val="tx1"/>
                          </a:solidFill>
                          <a:effectLst/>
                          <a:latin typeface="Book Antiqua" panose="02040602050305030304" pitchFamily="18" charset="0"/>
                          <a:ea typeface="+mn-ea"/>
                          <a:cs typeface="+mn-cs"/>
                        </a:rPr>
                        <a:t>got fired</a:t>
                      </a:r>
                      <a:r>
                        <a:rPr lang="en-AU" sz="1200" kern="1200" dirty="0">
                          <a:solidFill>
                            <a:schemeClr val="tx1"/>
                          </a:solidFill>
                          <a:effectLst/>
                          <a:latin typeface="Book Antiqua" panose="02040602050305030304" pitchFamily="18" charset="0"/>
                          <a:ea typeface="+mn-ea"/>
                          <a:cs typeface="+mn-cs"/>
                        </a:rPr>
                        <a:t xml:space="preserve"> within a week of posting about customers online.</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rPr>
                        <a:t>A |  P</a:t>
                      </a:r>
                      <a:endParaRPr lang="en-AU" sz="1200" kern="1200" spc="-20" dirty="0">
                        <a:solidFill>
                          <a:srgbClr val="231F20"/>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5178039"/>
                  </a:ext>
                </a:extLst>
              </a:tr>
              <a:tr h="561751">
                <a:tc>
                  <a:txBody>
                    <a:bodyPr/>
                    <a:lstStyle/>
                    <a:p>
                      <a:r>
                        <a:rPr lang="en-AU" sz="1200" kern="1200" dirty="0">
                          <a:solidFill>
                            <a:schemeClr val="tx1"/>
                          </a:solidFill>
                          <a:effectLst/>
                          <a:latin typeface="Book Antiqua" panose="02040602050305030304" pitchFamily="18" charset="0"/>
                          <a:ea typeface="+mn-ea"/>
                          <a:cs typeface="+mn-cs"/>
                        </a:rPr>
                        <a:t xml:space="preserve">The new vaccine </a:t>
                      </a:r>
                      <a:r>
                        <a:rPr lang="en-AU" sz="1200" kern="1200" dirty="0" b="1">
                          <a:solidFill>
                            <a:schemeClr val="tx1"/>
                          </a:solidFill>
                          <a:effectLst/>
                          <a:latin typeface="Book Antiqua" panose="02040602050305030304" pitchFamily="18" charset="0"/>
                          <a:ea typeface="+mn-ea"/>
                          <a:cs typeface="+mn-cs"/>
                        </a:rPr>
                        <a:t>is being trialled</a:t>
                      </a:r>
                      <a:r>
                        <a:rPr lang="en-AU" sz="1200" kern="1200" dirty="0">
                          <a:solidFill>
                            <a:schemeClr val="tx1"/>
                          </a:solidFill>
                          <a:effectLst/>
                          <a:latin typeface="Book Antiqua" panose="02040602050305030304" pitchFamily="18" charset="0"/>
                          <a:ea typeface="+mn-ea"/>
                          <a:cs typeface="+mn-cs"/>
                        </a:rPr>
                        <a:t xml:space="preserve"> in four Pacific nations.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cs typeface="Book Antiqua"/>
                        </a:rPr>
                        <a:t>A |  P</a:t>
                      </a:r>
                      <a:endParaRPr lang="en-AU" sz="1200" kern="1200" spc="-20" dirty="0">
                        <a:solidFill>
                          <a:srgbClr val="231F20"/>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58531627"/>
                  </a:ext>
                </a:extLst>
              </a:tr>
              <a:tr h="561751">
                <a:tc>
                  <a:txBody>
                    <a:bodyPr/>
                    <a:lstStyle/>
                    <a:p>
                      <a:r>
                        <a:rPr lang="en-US" sz="1200" kern="1200" dirty="0">
                          <a:solidFill>
                            <a:schemeClr val="tx1"/>
                          </a:solidFill>
                          <a:effectLst/>
                          <a:latin typeface="Book Antiqua" panose="02040602050305030304" pitchFamily="18" charset="0"/>
                          <a:ea typeface="+mn-ea"/>
                          <a:cs typeface="+mn-cs"/>
                        </a:rPr>
                        <a:t xml:space="preserve">The documentary </a:t>
                      </a:r>
                      <a:r>
                        <a:rPr lang="en-US" sz="1200" kern="1200" dirty="0" b="1">
                          <a:solidFill>
                            <a:schemeClr val="tx1"/>
                          </a:solidFill>
                          <a:effectLst/>
                          <a:latin typeface="Book Antiqua" panose="02040602050305030304" pitchFamily="18" charset="0"/>
                          <a:ea typeface="+mn-ea"/>
                          <a:cs typeface="+mn-cs"/>
                        </a:rPr>
                        <a:t>has been attracting</a:t>
                      </a:r>
                      <a:r>
                        <a:rPr lang="en-US" sz="1200" kern="1200" dirty="0">
                          <a:solidFill>
                            <a:schemeClr val="tx1"/>
                          </a:solidFill>
                          <a:effectLst/>
                          <a:latin typeface="Book Antiqua" panose="02040602050305030304" pitchFamily="18" charset="0"/>
                          <a:ea typeface="+mn-ea"/>
                          <a:cs typeface="+mn-cs"/>
                        </a:rPr>
                        <a:t xml:space="preserve"> record audiences since its release.</a:t>
                      </a:r>
                      <a:endParaRPr lang="en-AU" sz="1200" kern="1200" dirty="0">
                        <a:solidFill>
                          <a:schemeClr val="tx1"/>
                        </a:solidFill>
                        <a:effectLst/>
                        <a:latin typeface="Book Antiqua" panose="0204060205030503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rPr>
                        <a:t>A |  P</a:t>
                      </a:r>
                      <a:endParaRPr lang="en-AU" sz="1200" kern="1200" spc="-20" dirty="0">
                        <a:solidFill>
                          <a:srgbClr val="231F20"/>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99730819"/>
                  </a:ext>
                </a:extLst>
              </a:tr>
              <a:tr h="561751">
                <a:tc>
                  <a:txBody>
                    <a:bodyPr/>
                    <a:lstStyle/>
                    <a:p>
                      <a:r>
                        <a:rPr lang="en-US" sz="1200" kern="1200" dirty="0">
                          <a:solidFill>
                            <a:schemeClr val="tx1"/>
                          </a:solidFill>
                          <a:effectLst/>
                          <a:latin typeface="Book Antiqua" panose="02040602050305030304" pitchFamily="18" charset="0"/>
                          <a:ea typeface="+mn-ea"/>
                          <a:cs typeface="+mn-cs"/>
                        </a:rPr>
                        <a:t xml:space="preserve">The new uniform </a:t>
                      </a:r>
                      <a:r>
                        <a:rPr lang="en-US" sz="1200" kern="1200" dirty="0" b="1">
                          <a:solidFill>
                            <a:schemeClr val="tx1"/>
                          </a:solidFill>
                          <a:effectLst/>
                          <a:latin typeface="Book Antiqua" panose="02040602050305030304" pitchFamily="18" charset="0"/>
                          <a:ea typeface="+mn-ea"/>
                          <a:cs typeface="+mn-cs"/>
                        </a:rPr>
                        <a:t>was approved</a:t>
                      </a:r>
                      <a:r>
                        <a:rPr lang="en-US" sz="1200" kern="1200" dirty="0">
                          <a:solidFill>
                            <a:schemeClr val="tx1"/>
                          </a:solidFill>
                          <a:effectLst/>
                          <a:latin typeface="Book Antiqua" panose="02040602050305030304" pitchFamily="18" charset="0"/>
                          <a:ea typeface="+mn-ea"/>
                          <a:cs typeface="+mn-cs"/>
                        </a:rPr>
                        <a:t xml:space="preserve"> without any student input.</a:t>
                      </a:r>
                      <a:endParaRPr lang="en-AU" sz="1200" kern="1200" dirty="0">
                        <a:solidFill>
                          <a:schemeClr val="tx1"/>
                        </a:solidFill>
                        <a:effectLst/>
                        <a:latin typeface="Book Antiqua" panose="0204060205030503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rPr>
                        <a:t>A |  P</a:t>
                      </a:r>
                      <a:endParaRPr lang="en-AU" sz="1200" kern="1200" spc="-20" dirty="0">
                        <a:solidFill>
                          <a:srgbClr val="231F20"/>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50500603"/>
                  </a:ext>
                </a:extLst>
              </a:tr>
              <a:tr h="561751">
                <a:tc>
                  <a:txBody>
                    <a:bodyPr/>
                    <a:lstStyle/>
                    <a:p>
                      <a:r>
                        <a:rPr lang="en-US" sz="1200" kern="1200" dirty="0">
                          <a:solidFill>
                            <a:schemeClr val="tx1"/>
                          </a:solidFill>
                          <a:effectLst/>
                          <a:latin typeface="Book Antiqua" panose="02040602050305030304" pitchFamily="18" charset="0"/>
                          <a:ea typeface="+mn-ea"/>
                          <a:cs typeface="+mn-cs"/>
                        </a:rPr>
                        <a:t xml:space="preserve">The storm </a:t>
                      </a:r>
                      <a:r>
                        <a:rPr lang="en-US" sz="1200" kern="1200" dirty="0" b="1">
                          <a:solidFill>
                            <a:schemeClr val="tx1"/>
                          </a:solidFill>
                          <a:effectLst/>
                          <a:latin typeface="Book Antiqua" panose="02040602050305030304" pitchFamily="18" charset="0"/>
                          <a:ea typeface="+mn-ea"/>
                          <a:cs typeface="+mn-cs"/>
                        </a:rPr>
                        <a:t>was gathering</a:t>
                      </a:r>
                      <a:r>
                        <a:rPr lang="en-US" sz="1200" kern="1200" dirty="0">
                          <a:solidFill>
                            <a:schemeClr val="tx1"/>
                          </a:solidFill>
                          <a:effectLst/>
                          <a:latin typeface="Book Antiqua" panose="02040602050305030304" pitchFamily="18" charset="0"/>
                          <a:ea typeface="+mn-ea"/>
                          <a:cs typeface="+mn-cs"/>
                        </a:rPr>
                        <a:t xml:space="preserve"> strength as it approached the coast.</a:t>
                      </a:r>
                      <a:endParaRPr lang="en-AU" sz="1200" kern="1200" dirty="0">
                        <a:solidFill>
                          <a:schemeClr val="tx1"/>
                        </a:solidFill>
                        <a:effectLst/>
                        <a:latin typeface="Book Antiqua" panose="0204060205030503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rPr>
                        <a:t>A |  P</a:t>
                      </a:r>
                      <a:endParaRPr lang="en-AU" sz="1200" kern="1200" spc="-20" dirty="0">
                        <a:solidFill>
                          <a:srgbClr val="231F20"/>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68867283"/>
                  </a:ext>
                </a:extLst>
              </a:tr>
            </a:tbl>
          </a:graphicData>
        </a:graphic>
      </p:graphicFrame>
    </p:spTree>
    <p:extLst>
      <p:ext uri="{BB962C8B-B14F-4D97-AF65-F5344CB8AC3E}">
        <p14:creationId xmlns:p14="http://schemas.microsoft.com/office/powerpoint/2010/main" val="3738036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310602"/>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40333" y="310602"/>
            <a:ext cx="1158" cy="9580347"/>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4462" y="9890949"/>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649D0BE1-2EDF-9D3F-9AA3-71EA3CE62C7A}"/>
              </a:ext>
            </a:extLst>
          </p:cNvPr>
          <p:cNvCxnSpPr>
            <a:cxnSpLocks/>
          </p:cNvCxnSpPr>
          <p:nvPr/>
        </p:nvCxnSpPr>
        <p:spPr>
          <a:xfrm>
            <a:off x="663661" y="9892404"/>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4" name="object 34">
            <a:extLst>
              <a:ext uri="{FF2B5EF4-FFF2-40B4-BE49-F238E27FC236}">
                <a16:creationId xmlns:a16="http://schemas.microsoft.com/office/drawing/2014/main" id="{95DF739C-3192-6132-5E9B-AD827E1821F7}"/>
              </a:ext>
            </a:extLst>
          </p:cNvPr>
          <p:cNvSpPr txBox="1"/>
          <p:nvPr/>
        </p:nvSpPr>
        <p:spPr>
          <a:xfrm>
            <a:off x="696835" y="10144659"/>
            <a:ext cx="3671806"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NUMBER OF CORRECT ANSWERS</a:t>
            </a:r>
            <a:endParaRPr b="1" dirty="0">
              <a:latin typeface="Candara" panose="020E0502030303020204" pitchFamily="34" charset="0"/>
              <a:cs typeface="Cambria"/>
            </a:endParaRPr>
          </a:p>
        </p:txBody>
      </p:sp>
      <p:sp>
        <p:nvSpPr>
          <p:cNvPr id="7" name="Rectangle 6">
            <a:extLst>
              <a:ext uri="{FF2B5EF4-FFF2-40B4-BE49-F238E27FC236}">
                <a16:creationId xmlns:a16="http://schemas.microsoft.com/office/drawing/2014/main" id="{69E24734-DF31-3A7F-D61D-63424D5D73F8}"/>
              </a:ext>
            </a:extLst>
          </p:cNvPr>
          <p:cNvSpPr/>
          <p:nvPr/>
        </p:nvSpPr>
        <p:spPr>
          <a:xfrm>
            <a:off x="5064072" y="10018269"/>
            <a:ext cx="1136755"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bject 34">
            <a:extLst>
              <a:ext uri="{FF2B5EF4-FFF2-40B4-BE49-F238E27FC236}">
                <a16:creationId xmlns:a16="http://schemas.microsoft.com/office/drawing/2014/main" id="{5E469678-8223-2EE8-7E84-BA974DF12FDB}"/>
              </a:ext>
            </a:extLst>
          </p:cNvPr>
          <p:cNvSpPr txBox="1"/>
          <p:nvPr/>
        </p:nvSpPr>
        <p:spPr>
          <a:xfrm>
            <a:off x="5632449" y="10107321"/>
            <a:ext cx="761833"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/20</a:t>
            </a:r>
            <a:endParaRPr b="1" dirty="0">
              <a:latin typeface="Candara" panose="020E0502030303020204" pitchFamily="34" charset="0"/>
              <a:cs typeface="Cambria"/>
            </a:endParaRPr>
          </a:p>
        </p:txBody>
      </p:sp>
      <p:sp>
        <p:nvSpPr>
          <p:cNvPr id="60" name="Rectangle: Top Corners Snipped 59">
            <a:extLst>
              <a:ext uri="{FF2B5EF4-FFF2-40B4-BE49-F238E27FC236}">
                <a16:creationId xmlns:a16="http://schemas.microsoft.com/office/drawing/2014/main" id="{3C141403-C5BB-BD2B-0F96-2B5AD1466A2E}"/>
              </a:ext>
            </a:extLst>
          </p:cNvPr>
          <p:cNvSpPr/>
          <p:nvPr/>
        </p:nvSpPr>
        <p:spPr>
          <a:xfrm rot="5400000">
            <a:off x="714491" y="752625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4" name="Rectangle: Top Corners Snipped 63">
            <a:extLst>
              <a:ext uri="{FF2B5EF4-FFF2-40B4-BE49-F238E27FC236}">
                <a16:creationId xmlns:a16="http://schemas.microsoft.com/office/drawing/2014/main" id="{74F477F6-8673-1F35-5718-7CD630600B3D}"/>
              </a:ext>
            </a:extLst>
          </p:cNvPr>
          <p:cNvSpPr/>
          <p:nvPr/>
        </p:nvSpPr>
        <p:spPr>
          <a:xfrm rot="5400000">
            <a:off x="706613" y="864459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5" name="TextBox 54">
            <a:extLst>
              <a:ext uri="{FF2B5EF4-FFF2-40B4-BE49-F238E27FC236}">
                <a16:creationId xmlns:a16="http://schemas.microsoft.com/office/drawing/2014/main" id="{FEA4F46C-F646-E4C8-6223-3DAC5DF4B131}"/>
              </a:ext>
            </a:extLst>
          </p:cNvPr>
          <p:cNvSpPr txBox="1"/>
          <p:nvPr/>
        </p:nvSpPr>
        <p:spPr>
          <a:xfrm>
            <a:off x="687642" y="8744106"/>
            <a:ext cx="374237" cy="276999"/>
          </a:xfrm>
          <a:prstGeom prst="rect">
            <a:avLst/>
          </a:prstGeom>
          <a:noFill/>
        </p:spPr>
        <p:txBody>
          <a:bodyPr wrap="square" rtlCol="0">
            <a:spAutoFit/>
          </a:bodyPr>
          <a:lstStyle/>
          <a:p>
            <a:r>
              <a:rPr lang="en-AU" sz="1200" b="1" spc="-50" dirty="0">
                <a:solidFill>
                  <a:srgbClr val="231F20"/>
                </a:solidFill>
                <a:latin typeface="Arial"/>
                <a:cs typeface="Arial"/>
              </a:rPr>
              <a:t>20</a:t>
            </a:r>
            <a:endParaRPr lang="en-AU" sz="1200" dirty="0"/>
          </a:p>
        </p:txBody>
      </p:sp>
      <p:sp>
        <p:nvSpPr>
          <p:cNvPr id="10" name="TextBox 9">
            <a:extLst>
              <a:ext uri="{FF2B5EF4-FFF2-40B4-BE49-F238E27FC236}">
                <a16:creationId xmlns:a16="http://schemas.microsoft.com/office/drawing/2014/main" id="{BA394958-4AC4-464B-59AE-4F234D82241A}"/>
              </a:ext>
            </a:extLst>
          </p:cNvPr>
          <p:cNvSpPr txBox="1"/>
          <p:nvPr/>
        </p:nvSpPr>
        <p:spPr>
          <a:xfrm>
            <a:off x="659903" y="7615762"/>
            <a:ext cx="374237" cy="276999"/>
          </a:xfrm>
          <a:prstGeom prst="rect">
            <a:avLst/>
          </a:prstGeom>
          <a:noFill/>
        </p:spPr>
        <p:txBody>
          <a:bodyPr wrap="square" rtlCol="0">
            <a:spAutoFit/>
          </a:bodyPr>
          <a:lstStyle/>
          <a:p>
            <a:r>
              <a:rPr lang="en-AU" sz="1200" b="1" spc="-50" dirty="0">
                <a:solidFill>
                  <a:srgbClr val="231F20"/>
                </a:solidFill>
                <a:latin typeface="Arial"/>
                <a:cs typeface="Arial"/>
              </a:rPr>
              <a:t>19</a:t>
            </a:r>
            <a:endParaRPr lang="en-AU" sz="1200" dirty="0"/>
          </a:p>
        </p:txBody>
      </p:sp>
      <p:cxnSp>
        <p:nvCxnSpPr>
          <p:cNvPr id="70" name="Straight Connector 69">
            <a:extLst>
              <a:ext uri="{FF2B5EF4-FFF2-40B4-BE49-F238E27FC236}">
                <a16:creationId xmlns:a16="http://schemas.microsoft.com/office/drawing/2014/main" id="{378C9A04-C3AE-9C7D-5C5D-F15F75CBC6AC}"/>
              </a:ext>
            </a:extLst>
          </p:cNvPr>
          <p:cNvCxnSpPr>
            <a:cxnSpLocks/>
          </p:cNvCxnSpPr>
          <p:nvPr/>
        </p:nvCxnSpPr>
        <p:spPr>
          <a:xfrm>
            <a:off x="641490" y="2747309"/>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9" name="object 34">
            <a:extLst>
              <a:ext uri="{FF2B5EF4-FFF2-40B4-BE49-F238E27FC236}">
                <a16:creationId xmlns:a16="http://schemas.microsoft.com/office/drawing/2014/main" id="{4E269240-5C74-E3A7-39D6-042748C15889}"/>
              </a:ext>
            </a:extLst>
          </p:cNvPr>
          <p:cNvSpPr txBox="1"/>
          <p:nvPr/>
        </p:nvSpPr>
        <p:spPr>
          <a:xfrm>
            <a:off x="738403" y="2862606"/>
            <a:ext cx="6709072" cy="197490"/>
          </a:xfrm>
          <a:prstGeom prst="rect">
            <a:avLst/>
          </a:prstGeom>
        </p:spPr>
        <p:txBody>
          <a:bodyPr vert="horz" wrap="square" lIns="0" tIns="12700" rIns="0" bIns="0" rtlCol="0">
            <a:spAutoFit/>
          </a:bodyPr>
          <a:lstStyle/>
          <a:p>
            <a:pPr marL="12700">
              <a:lnSpc>
                <a:spcPct val="100000"/>
              </a:lnSpc>
              <a:spcBef>
                <a:spcPts val="100"/>
              </a:spcBef>
            </a:pPr>
            <a:r>
              <a:rPr lang="en-US" sz="1200" spc="-20" dirty="0" b="1">
                <a:solidFill>
                  <a:srgbClr val="231F20"/>
                </a:solidFill>
                <a:latin typeface="Book Antiqua" panose="02040602050305030304" pitchFamily="18" charset="0"/>
                <a:cs typeface="Cambria"/>
              </a:rPr>
              <a:t>Pathetic fallacy gives weather or nature human feelings that mirror the mood of a scene. Highlight the ONE sentence in each set that uses pathetic fallacy.</a:t>
            </a:r>
            <a:endParaRPr lang="en-AU" sz="1200" b="1" spc="-20" dirty="0">
              <a:solidFill>
                <a:srgbClr val="231F20"/>
              </a:solidFill>
              <a:latin typeface="Book Antiqua" panose="02040602050305030304" pitchFamily="18" charset="0"/>
              <a:cs typeface="Cambria"/>
            </a:endParaRPr>
          </a:p>
        </p:txBody>
      </p:sp>
      <p:pic>
        <p:nvPicPr>
          <p:cNvPr id="14" name="object 41">
            <a:extLst>
              <a:ext uri="{FF2B5EF4-FFF2-40B4-BE49-F238E27FC236}">
                <a16:creationId xmlns:a16="http://schemas.microsoft.com/office/drawing/2014/main" id="{69FFB099-1097-A8B9-DB51-485ABD1D9677}"/>
              </a:ext>
            </a:extLst>
          </p:cNvPr>
          <p:cNvPicPr/>
          <p:nvPr/>
        </p:nvPicPr>
        <p:blipFill>
          <a:blip r:embed="rId2" cstate="print"/>
          <a:stretch>
            <a:fillRect/>
          </a:stretch>
        </p:blipFill>
        <p:spPr>
          <a:xfrm>
            <a:off x="1296506" y="4427067"/>
            <a:ext cx="179997" cy="108000"/>
          </a:xfrm>
          <a:prstGeom prst="rect">
            <a:avLst/>
          </a:prstGeom>
        </p:spPr>
      </p:pic>
      <p:pic>
        <p:nvPicPr>
          <p:cNvPr id="15" name="object 41">
            <a:extLst>
              <a:ext uri="{FF2B5EF4-FFF2-40B4-BE49-F238E27FC236}">
                <a16:creationId xmlns:a16="http://schemas.microsoft.com/office/drawing/2014/main" id="{66C0BE7F-0200-3612-6316-6DB0C50EEC22}"/>
              </a:ext>
            </a:extLst>
          </p:cNvPr>
          <p:cNvPicPr/>
          <p:nvPr/>
        </p:nvPicPr>
        <p:blipFill>
          <a:blip r:embed="rId2" cstate="print"/>
          <a:stretch>
            <a:fillRect/>
          </a:stretch>
        </p:blipFill>
        <p:spPr>
          <a:xfrm>
            <a:off x="1297721" y="4897069"/>
            <a:ext cx="179997" cy="108000"/>
          </a:xfrm>
          <a:prstGeom prst="rect">
            <a:avLst/>
          </a:prstGeom>
        </p:spPr>
      </p:pic>
      <p:pic>
        <p:nvPicPr>
          <p:cNvPr id="16" name="object 41">
            <a:extLst>
              <a:ext uri="{FF2B5EF4-FFF2-40B4-BE49-F238E27FC236}">
                <a16:creationId xmlns:a16="http://schemas.microsoft.com/office/drawing/2014/main" id="{C5B32B87-6E30-72D6-8C46-3CAE4C0995E0}"/>
              </a:ext>
            </a:extLst>
          </p:cNvPr>
          <p:cNvPicPr/>
          <p:nvPr/>
        </p:nvPicPr>
        <p:blipFill>
          <a:blip r:embed="rId2" cstate="print"/>
          <a:stretch>
            <a:fillRect/>
          </a:stretch>
        </p:blipFill>
        <p:spPr>
          <a:xfrm>
            <a:off x="1297721" y="5458510"/>
            <a:ext cx="179997" cy="108000"/>
          </a:xfrm>
          <a:prstGeom prst="rect">
            <a:avLst/>
          </a:prstGeom>
        </p:spPr>
      </p:pic>
      <p:pic>
        <p:nvPicPr>
          <p:cNvPr id="17" name="object 41">
            <a:extLst>
              <a:ext uri="{FF2B5EF4-FFF2-40B4-BE49-F238E27FC236}">
                <a16:creationId xmlns:a16="http://schemas.microsoft.com/office/drawing/2014/main" id="{7C872932-DED8-4F40-F488-4F9FF1C8EE35}"/>
              </a:ext>
            </a:extLst>
          </p:cNvPr>
          <p:cNvPicPr/>
          <p:nvPr/>
        </p:nvPicPr>
        <p:blipFill>
          <a:blip r:embed="rId2" cstate="print"/>
          <a:stretch>
            <a:fillRect/>
          </a:stretch>
        </p:blipFill>
        <p:spPr>
          <a:xfrm>
            <a:off x="1302025" y="4662068"/>
            <a:ext cx="179997" cy="108000"/>
          </a:xfrm>
          <a:prstGeom prst="rect">
            <a:avLst/>
          </a:prstGeom>
        </p:spPr>
      </p:pic>
      <p:pic>
        <p:nvPicPr>
          <p:cNvPr id="18" name="object 41">
            <a:extLst>
              <a:ext uri="{FF2B5EF4-FFF2-40B4-BE49-F238E27FC236}">
                <a16:creationId xmlns:a16="http://schemas.microsoft.com/office/drawing/2014/main" id="{4DCD3F9A-DAC3-9118-1735-EAAA58F7C852}"/>
              </a:ext>
            </a:extLst>
          </p:cNvPr>
          <p:cNvPicPr/>
          <p:nvPr/>
        </p:nvPicPr>
        <p:blipFill>
          <a:blip r:embed="rId2" cstate="print"/>
          <a:stretch>
            <a:fillRect/>
          </a:stretch>
        </p:blipFill>
        <p:spPr>
          <a:xfrm>
            <a:off x="1304944" y="5882792"/>
            <a:ext cx="179997" cy="108000"/>
          </a:xfrm>
          <a:prstGeom prst="rect">
            <a:avLst/>
          </a:prstGeom>
        </p:spPr>
      </p:pic>
      <p:pic>
        <p:nvPicPr>
          <p:cNvPr id="19" name="object 41">
            <a:extLst>
              <a:ext uri="{FF2B5EF4-FFF2-40B4-BE49-F238E27FC236}">
                <a16:creationId xmlns:a16="http://schemas.microsoft.com/office/drawing/2014/main" id="{5ECC5A86-1F48-C0F7-760C-A6B966DC5CEC}"/>
              </a:ext>
            </a:extLst>
          </p:cNvPr>
          <p:cNvPicPr/>
          <p:nvPr/>
        </p:nvPicPr>
        <p:blipFill>
          <a:blip r:embed="rId2" cstate="print"/>
          <a:stretch>
            <a:fillRect/>
          </a:stretch>
        </p:blipFill>
        <p:spPr>
          <a:xfrm>
            <a:off x="1304944" y="6117793"/>
            <a:ext cx="179997" cy="108000"/>
          </a:xfrm>
          <a:prstGeom prst="rect">
            <a:avLst/>
          </a:prstGeom>
        </p:spPr>
      </p:pic>
      <p:sp>
        <p:nvSpPr>
          <p:cNvPr id="20" name="TextBox 19">
            <a:extLst>
              <a:ext uri="{FF2B5EF4-FFF2-40B4-BE49-F238E27FC236}">
                <a16:creationId xmlns:a16="http://schemas.microsoft.com/office/drawing/2014/main" id="{644030C5-6C66-2D83-9779-4E11550E0302}"/>
              </a:ext>
            </a:extLst>
          </p:cNvPr>
          <p:cNvSpPr txBox="1"/>
          <p:nvPr/>
        </p:nvSpPr>
        <p:spPr>
          <a:xfrm>
            <a:off x="6601968" y="950976"/>
            <a:ext cx="914400" cy="276999"/>
          </a:xfrm>
          <a:prstGeom prst="rect">
            <a:avLst/>
          </a:prstGeom>
          <a:noFill/>
        </p:spPr>
        <p:txBody>
          <a:bodyPr wrap="square" rtlCol="0">
            <a:spAutoFit/>
          </a:bodyPr>
          <a:lstStyle/>
          <a:p>
            <a:pPr>
              <a:spcBef>
                <a:spcPts val="10"/>
              </a:spcBef>
            </a:pPr>
            <a:r>
              <a:rPr lang="en-US" sz="1200" dirty="0">
                <a:latin typeface="Book Antiqua"/>
                <a:cs typeface="Book Antiqua"/>
              </a:rPr>
              <a:t>C | O | IR</a:t>
            </a:r>
          </a:p>
        </p:txBody>
      </p:sp>
      <p:sp>
        <p:nvSpPr>
          <p:cNvPr id="21" name="object 34">
            <a:extLst>
              <a:ext uri="{FF2B5EF4-FFF2-40B4-BE49-F238E27FC236}">
                <a16:creationId xmlns:a16="http://schemas.microsoft.com/office/drawing/2014/main" id="{33DD7482-3722-463C-D5AF-66AFE569A194}"/>
              </a:ext>
            </a:extLst>
          </p:cNvPr>
          <p:cNvSpPr txBox="1"/>
          <p:nvPr/>
        </p:nvSpPr>
        <p:spPr>
          <a:xfrm>
            <a:off x="783670" y="448916"/>
            <a:ext cx="6490178" cy="197490"/>
          </a:xfrm>
          <a:prstGeom prst="rect">
            <a:avLst/>
          </a:prstGeom>
        </p:spPr>
        <p:txBody>
          <a:bodyPr vert="horz" wrap="square" lIns="0" tIns="12700" rIns="0" bIns="0" rtlCol="0">
            <a:spAutoFit/>
          </a:bodyPr>
          <a:lstStyle/>
          <a:p>
            <a:pPr marL="12700">
              <a:lnSpc>
                <a:spcPct val="100000"/>
              </a:lnSpc>
              <a:spcBef>
                <a:spcPts val="100"/>
              </a:spcBef>
            </a:pPr>
            <a:r>
              <a:rPr lang="en-US" sz="1200" spc="-20" dirty="0" b="1">
                <a:solidFill>
                  <a:srgbClr val="231F20"/>
                </a:solidFill>
                <a:latin typeface="Book Antiqua" panose="02040602050305030304" pitchFamily="18" charset="0"/>
                <a:cs typeface="Cambria"/>
              </a:rPr>
              <a:t>Identify whether each sentence relies on consonance (C), onomatopoeia (O) or internal rhyme (IR).</a:t>
            </a:r>
            <a:endParaRPr lang="en-AU" sz="1200" b="1" spc="-20" dirty="0">
              <a:solidFill>
                <a:srgbClr val="231F20"/>
              </a:solidFill>
              <a:latin typeface="Book Antiqua" panose="02040602050305030304" pitchFamily="18" charset="0"/>
              <a:cs typeface="Cambria"/>
            </a:endParaRPr>
          </a:p>
        </p:txBody>
      </p:sp>
      <p:sp>
        <p:nvSpPr>
          <p:cNvPr id="23" name="Rectangle: Top Corners Snipped 22">
            <a:extLst>
              <a:ext uri="{FF2B5EF4-FFF2-40B4-BE49-F238E27FC236}">
                <a16:creationId xmlns:a16="http://schemas.microsoft.com/office/drawing/2014/main" id="{B777D1DF-4178-8BA1-45B6-DA523C2A3093}"/>
              </a:ext>
            </a:extLst>
          </p:cNvPr>
          <p:cNvSpPr/>
          <p:nvPr/>
        </p:nvSpPr>
        <p:spPr>
          <a:xfrm rot="5400000">
            <a:off x="707264" y="224942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TextBox 24">
            <a:extLst>
              <a:ext uri="{FF2B5EF4-FFF2-40B4-BE49-F238E27FC236}">
                <a16:creationId xmlns:a16="http://schemas.microsoft.com/office/drawing/2014/main" id="{B51DA874-956C-4B7F-C8BA-BC7C8BFDD483}"/>
              </a:ext>
            </a:extLst>
          </p:cNvPr>
          <p:cNvSpPr txBox="1"/>
          <p:nvPr/>
        </p:nvSpPr>
        <p:spPr>
          <a:xfrm>
            <a:off x="677248" y="2345436"/>
            <a:ext cx="374237" cy="276999"/>
          </a:xfrm>
          <a:prstGeom prst="rect">
            <a:avLst/>
          </a:prstGeom>
          <a:noFill/>
        </p:spPr>
        <p:txBody>
          <a:bodyPr wrap="square" rtlCol="0">
            <a:spAutoFit/>
          </a:bodyPr>
          <a:lstStyle/>
          <a:p>
            <a:r>
              <a:rPr lang="en-AU" sz="1200" b="1" spc="-50" dirty="0">
                <a:solidFill>
                  <a:srgbClr val="231F20"/>
                </a:solidFill>
                <a:latin typeface="Arial"/>
                <a:cs typeface="Arial"/>
              </a:rPr>
              <a:t>15</a:t>
            </a:r>
            <a:endParaRPr lang="en-AU" sz="1200" dirty="0"/>
          </a:p>
        </p:txBody>
      </p:sp>
      <p:sp>
        <p:nvSpPr>
          <p:cNvPr id="43" name="Rectangle: Top Corners Snipped 42">
            <a:extLst>
              <a:ext uri="{FF2B5EF4-FFF2-40B4-BE49-F238E27FC236}">
                <a16:creationId xmlns:a16="http://schemas.microsoft.com/office/drawing/2014/main" id="{8D5476D1-89CC-0AB1-C2F3-7408D9015B8D}"/>
              </a:ext>
            </a:extLst>
          </p:cNvPr>
          <p:cNvSpPr/>
          <p:nvPr/>
        </p:nvSpPr>
        <p:spPr>
          <a:xfrm rot="5400000">
            <a:off x="706613" y="179222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4" name="TextBox 43">
            <a:extLst>
              <a:ext uri="{FF2B5EF4-FFF2-40B4-BE49-F238E27FC236}">
                <a16:creationId xmlns:a16="http://schemas.microsoft.com/office/drawing/2014/main" id="{81E4D576-3554-367A-0C26-B7A41A15F888}"/>
              </a:ext>
            </a:extLst>
          </p:cNvPr>
          <p:cNvSpPr txBox="1"/>
          <p:nvPr/>
        </p:nvSpPr>
        <p:spPr>
          <a:xfrm>
            <a:off x="676597" y="1888236"/>
            <a:ext cx="374237" cy="276999"/>
          </a:xfrm>
          <a:prstGeom prst="rect">
            <a:avLst/>
          </a:prstGeom>
          <a:noFill/>
        </p:spPr>
        <p:txBody>
          <a:bodyPr wrap="square" rtlCol="0">
            <a:spAutoFit/>
          </a:bodyPr>
          <a:lstStyle/>
          <a:p>
            <a:r>
              <a:rPr lang="en-AU" sz="1200" b="1" spc="-50" dirty="0">
                <a:solidFill>
                  <a:srgbClr val="231F20"/>
                </a:solidFill>
                <a:latin typeface="Arial"/>
                <a:cs typeface="Arial"/>
              </a:rPr>
              <a:t>14</a:t>
            </a:r>
            <a:endParaRPr lang="en-AU" sz="1200" dirty="0"/>
          </a:p>
        </p:txBody>
      </p:sp>
      <p:sp>
        <p:nvSpPr>
          <p:cNvPr id="47" name="Rectangle: Top Corners Snipped 46">
            <a:extLst>
              <a:ext uri="{FF2B5EF4-FFF2-40B4-BE49-F238E27FC236}">
                <a16:creationId xmlns:a16="http://schemas.microsoft.com/office/drawing/2014/main" id="{1F4C9645-8DE5-E3D9-48FF-5CDB3C027F99}"/>
              </a:ext>
            </a:extLst>
          </p:cNvPr>
          <p:cNvSpPr/>
          <p:nvPr/>
        </p:nvSpPr>
        <p:spPr>
          <a:xfrm rot="5400000">
            <a:off x="714491" y="133502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8" name="TextBox 47">
            <a:extLst>
              <a:ext uri="{FF2B5EF4-FFF2-40B4-BE49-F238E27FC236}">
                <a16:creationId xmlns:a16="http://schemas.microsoft.com/office/drawing/2014/main" id="{CC5EA82A-B3B6-A0E3-6A0F-A9DD2BC01A1C}"/>
              </a:ext>
            </a:extLst>
          </p:cNvPr>
          <p:cNvSpPr txBox="1"/>
          <p:nvPr/>
        </p:nvSpPr>
        <p:spPr>
          <a:xfrm>
            <a:off x="684475" y="1431036"/>
            <a:ext cx="374237" cy="276999"/>
          </a:xfrm>
          <a:prstGeom prst="rect">
            <a:avLst/>
          </a:prstGeom>
          <a:noFill/>
        </p:spPr>
        <p:txBody>
          <a:bodyPr wrap="square" rtlCol="0">
            <a:spAutoFit/>
          </a:bodyPr>
          <a:lstStyle/>
          <a:p>
            <a:r>
              <a:rPr lang="en-AU" sz="1200" b="1" spc="-50" dirty="0">
                <a:solidFill>
                  <a:srgbClr val="231F20"/>
                </a:solidFill>
                <a:latin typeface="Arial"/>
                <a:cs typeface="Arial"/>
              </a:rPr>
              <a:t>13</a:t>
            </a:r>
            <a:endParaRPr lang="en-AU" sz="1200" dirty="0"/>
          </a:p>
        </p:txBody>
      </p:sp>
      <p:sp>
        <p:nvSpPr>
          <p:cNvPr id="50" name="TextBox 49">
            <a:extLst>
              <a:ext uri="{FF2B5EF4-FFF2-40B4-BE49-F238E27FC236}">
                <a16:creationId xmlns:a16="http://schemas.microsoft.com/office/drawing/2014/main" id="{D33627E4-2F13-34B7-12E0-5402B3F2C26D}"/>
              </a:ext>
            </a:extLst>
          </p:cNvPr>
          <p:cNvSpPr txBox="1"/>
          <p:nvPr/>
        </p:nvSpPr>
        <p:spPr>
          <a:xfrm>
            <a:off x="1225296" y="886968"/>
            <a:ext cx="5349240" cy="461665"/>
          </a:xfrm>
          <a:prstGeom prst="rect">
            <a:avLst/>
          </a:prstGeom>
          <a:noFill/>
        </p:spPr>
        <p:txBody>
          <a:bodyPr wrap="square">
            <a:spAutoFit/>
          </a:bodyPr>
          <a:lstStyle/>
          <a:p>
            <a:r>
              <a:rPr lang="en-US" sz="1200" dirty="0">
                <a:latin typeface="Book Antiqua" panose="02040602050305030304" pitchFamily="18" charset="0"/>
              </a:rPr>
              <a:t>Lost in the mist, the scout crept past the burnt fort at first light.</a:t>
            </a:r>
            <a:endParaRPr lang="en-AU" sz="1200" dirty="0">
              <a:latin typeface="Book Antiqua" panose="02040602050305030304" pitchFamily="18" charset="0"/>
            </a:endParaRPr>
          </a:p>
        </p:txBody>
      </p:sp>
      <p:sp>
        <p:nvSpPr>
          <p:cNvPr id="52" name="TextBox 51">
            <a:extLst>
              <a:ext uri="{FF2B5EF4-FFF2-40B4-BE49-F238E27FC236}">
                <a16:creationId xmlns:a16="http://schemas.microsoft.com/office/drawing/2014/main" id="{ADD0EA9C-75B5-6930-5562-0EA5D7A6A573}"/>
              </a:ext>
            </a:extLst>
          </p:cNvPr>
          <p:cNvSpPr txBox="1"/>
          <p:nvPr/>
        </p:nvSpPr>
        <p:spPr>
          <a:xfrm>
            <a:off x="1225296" y="1344168"/>
            <a:ext cx="5349240" cy="461665"/>
          </a:xfrm>
          <a:prstGeom prst="rect">
            <a:avLst/>
          </a:prstGeom>
          <a:noFill/>
        </p:spPr>
        <p:txBody>
          <a:bodyPr wrap="square">
            <a:spAutoFit/>
          </a:bodyPr>
          <a:lstStyle/>
          <a:p>
            <a:r>
              <a:rPr lang="en-US" sz="1200" dirty="0">
                <a:latin typeface="Book Antiqua" panose="02040602050305030304" pitchFamily="18" charset="0"/>
              </a:rPr>
              <a:t>Each day by the bay, the old men would sit and play cards, watching gulls fly high into the evening sky.</a:t>
            </a:r>
            <a:endParaRPr lang="en-AU" sz="1200" dirty="0">
              <a:latin typeface="Book Antiqua" panose="02040602050305030304" pitchFamily="18" charset="0"/>
            </a:endParaRPr>
          </a:p>
        </p:txBody>
      </p:sp>
      <p:sp>
        <p:nvSpPr>
          <p:cNvPr id="54" name="TextBox 53">
            <a:extLst>
              <a:ext uri="{FF2B5EF4-FFF2-40B4-BE49-F238E27FC236}">
                <a16:creationId xmlns:a16="http://schemas.microsoft.com/office/drawing/2014/main" id="{90B46A17-BC20-573A-7F7B-5B74FF1D0D64}"/>
              </a:ext>
            </a:extLst>
          </p:cNvPr>
          <p:cNvSpPr txBox="1"/>
          <p:nvPr/>
        </p:nvSpPr>
        <p:spPr>
          <a:xfrm>
            <a:off x="1225296" y="1801368"/>
            <a:ext cx="5349240" cy="461665"/>
          </a:xfrm>
          <a:prstGeom prst="rect">
            <a:avLst/>
          </a:prstGeom>
          <a:noFill/>
        </p:spPr>
        <p:txBody>
          <a:bodyPr wrap="square">
            <a:spAutoFit/>
          </a:bodyPr>
          <a:lstStyle/>
          <a:p>
            <a:r>
              <a:rPr lang="en-US" sz="1200" dirty="0">
                <a:latin typeface="Book Antiqua" panose="02040602050305030304" pitchFamily="18" charset="0"/>
              </a:rPr>
              <a:t>All night the house shook with the clatter of hail, the gurgle of downpipes and the bang of a loose gate.</a:t>
            </a:r>
            <a:endParaRPr lang="en-AU" sz="1200" dirty="0">
              <a:latin typeface="Book Antiqua" panose="02040602050305030304" pitchFamily="18" charset="0"/>
            </a:endParaRPr>
          </a:p>
        </p:txBody>
      </p:sp>
      <p:sp>
        <p:nvSpPr>
          <p:cNvPr id="57" name="Rectangle: Top Corners Snipped 56">
            <a:extLst>
              <a:ext uri="{FF2B5EF4-FFF2-40B4-BE49-F238E27FC236}">
                <a16:creationId xmlns:a16="http://schemas.microsoft.com/office/drawing/2014/main" id="{3F60611D-64B9-6F5B-F5E7-C1E7D4CF009B}"/>
              </a:ext>
            </a:extLst>
          </p:cNvPr>
          <p:cNvSpPr/>
          <p:nvPr/>
        </p:nvSpPr>
        <p:spPr>
          <a:xfrm rot="5400000">
            <a:off x="710396" y="87782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8" name="TextBox 57">
            <a:extLst>
              <a:ext uri="{FF2B5EF4-FFF2-40B4-BE49-F238E27FC236}">
                <a16:creationId xmlns:a16="http://schemas.microsoft.com/office/drawing/2014/main" id="{5D5904DA-8994-7535-017B-BD037CF0A955}"/>
              </a:ext>
            </a:extLst>
          </p:cNvPr>
          <p:cNvSpPr txBox="1"/>
          <p:nvPr/>
        </p:nvSpPr>
        <p:spPr>
          <a:xfrm>
            <a:off x="683529" y="973836"/>
            <a:ext cx="374237" cy="276999"/>
          </a:xfrm>
          <a:prstGeom prst="rect">
            <a:avLst/>
          </a:prstGeom>
          <a:noFill/>
        </p:spPr>
        <p:txBody>
          <a:bodyPr wrap="square" rtlCol="0">
            <a:spAutoFit/>
          </a:bodyPr>
          <a:lstStyle/>
          <a:p>
            <a:r>
              <a:rPr lang="en-AU" sz="1200" b="1" spc="-50" dirty="0">
                <a:solidFill>
                  <a:srgbClr val="231F20"/>
                </a:solidFill>
                <a:latin typeface="Arial"/>
                <a:cs typeface="Arial"/>
              </a:rPr>
              <a:t>12</a:t>
            </a:r>
            <a:endParaRPr lang="en-AU" sz="1200" dirty="0"/>
          </a:p>
        </p:txBody>
      </p:sp>
      <p:sp>
        <p:nvSpPr>
          <p:cNvPr id="61" name="TextBox 60">
            <a:extLst>
              <a:ext uri="{FF2B5EF4-FFF2-40B4-BE49-F238E27FC236}">
                <a16:creationId xmlns:a16="http://schemas.microsoft.com/office/drawing/2014/main" id="{C9759A78-187E-BAAC-F6A3-EB9E8306D34E}"/>
              </a:ext>
            </a:extLst>
          </p:cNvPr>
          <p:cNvSpPr txBox="1"/>
          <p:nvPr/>
        </p:nvSpPr>
        <p:spPr>
          <a:xfrm>
            <a:off x="1225296" y="2258568"/>
            <a:ext cx="5349240" cy="461665"/>
          </a:xfrm>
          <a:prstGeom prst="rect">
            <a:avLst/>
          </a:prstGeom>
          <a:noFill/>
        </p:spPr>
        <p:txBody>
          <a:bodyPr wrap="square">
            <a:spAutoFit/>
          </a:bodyPr>
          <a:lstStyle/>
          <a:p>
            <a:r>
              <a:rPr lang="en-US" sz="1200" dirty="0">
                <a:latin typeface="Book Antiqua" panose="02040602050305030304" pitchFamily="18" charset="0"/>
              </a:rPr>
              <a:t>The old stock truck took the bleak road north at daybreak.</a:t>
            </a:r>
            <a:endParaRPr lang="en-AU" sz="1200" dirty="0">
              <a:latin typeface="Book Antiqua" panose="02040602050305030304" pitchFamily="18" charset="0"/>
            </a:endParaRPr>
          </a:p>
        </p:txBody>
      </p:sp>
      <p:sp>
        <p:nvSpPr>
          <p:cNvPr id="67" name="TextBox 66">
            <a:extLst>
              <a:ext uri="{FF2B5EF4-FFF2-40B4-BE49-F238E27FC236}">
                <a16:creationId xmlns:a16="http://schemas.microsoft.com/office/drawing/2014/main" id="{D6DA1457-8916-18EC-7AC4-8D2B5919AF5D}"/>
              </a:ext>
            </a:extLst>
          </p:cNvPr>
          <p:cNvSpPr txBox="1"/>
          <p:nvPr/>
        </p:nvSpPr>
        <p:spPr>
          <a:xfrm>
            <a:off x="6601968" y="1408176"/>
            <a:ext cx="914400" cy="276999"/>
          </a:xfrm>
          <a:prstGeom prst="rect">
            <a:avLst/>
          </a:prstGeom>
          <a:noFill/>
        </p:spPr>
        <p:txBody>
          <a:bodyPr wrap="square" rtlCol="0">
            <a:spAutoFit/>
          </a:bodyPr>
          <a:lstStyle/>
          <a:p>
            <a:pPr>
              <a:spcBef>
                <a:spcPts val="10"/>
              </a:spcBef>
            </a:pPr>
            <a:r>
              <a:rPr lang="en-US" sz="1200" dirty="0">
                <a:latin typeface="Book Antiqua"/>
                <a:cs typeface="Book Antiqua"/>
              </a:rPr>
              <a:t>C | O | IR</a:t>
            </a:r>
          </a:p>
        </p:txBody>
      </p:sp>
      <p:sp>
        <p:nvSpPr>
          <p:cNvPr id="68" name="TextBox 67">
            <a:extLst>
              <a:ext uri="{FF2B5EF4-FFF2-40B4-BE49-F238E27FC236}">
                <a16:creationId xmlns:a16="http://schemas.microsoft.com/office/drawing/2014/main" id="{5BB2D0A8-4F39-996C-6812-1A007DC059D3}"/>
              </a:ext>
            </a:extLst>
          </p:cNvPr>
          <p:cNvSpPr txBox="1"/>
          <p:nvPr/>
        </p:nvSpPr>
        <p:spPr>
          <a:xfrm>
            <a:off x="6601968" y="1865376"/>
            <a:ext cx="914400" cy="276999"/>
          </a:xfrm>
          <a:prstGeom prst="rect">
            <a:avLst/>
          </a:prstGeom>
          <a:noFill/>
        </p:spPr>
        <p:txBody>
          <a:bodyPr wrap="square" rtlCol="0">
            <a:spAutoFit/>
          </a:bodyPr>
          <a:lstStyle/>
          <a:p>
            <a:pPr>
              <a:spcBef>
                <a:spcPts val="10"/>
              </a:spcBef>
            </a:pPr>
            <a:r>
              <a:rPr lang="en-US" sz="1200" dirty="0">
                <a:latin typeface="Book Antiqua"/>
                <a:cs typeface="Book Antiqua"/>
              </a:rPr>
              <a:t>C | O | IR</a:t>
            </a:r>
          </a:p>
        </p:txBody>
      </p:sp>
      <p:sp>
        <p:nvSpPr>
          <p:cNvPr id="69" name="TextBox 68">
            <a:extLst>
              <a:ext uri="{FF2B5EF4-FFF2-40B4-BE49-F238E27FC236}">
                <a16:creationId xmlns:a16="http://schemas.microsoft.com/office/drawing/2014/main" id="{5E62B580-E27D-C0EB-6A52-E26A33561189}"/>
              </a:ext>
            </a:extLst>
          </p:cNvPr>
          <p:cNvSpPr txBox="1"/>
          <p:nvPr/>
        </p:nvSpPr>
        <p:spPr>
          <a:xfrm>
            <a:off x="6601968" y="2322575"/>
            <a:ext cx="914400" cy="276999"/>
          </a:xfrm>
          <a:prstGeom prst="rect">
            <a:avLst/>
          </a:prstGeom>
          <a:noFill/>
        </p:spPr>
        <p:txBody>
          <a:bodyPr wrap="square" rtlCol="0">
            <a:spAutoFit/>
          </a:bodyPr>
          <a:lstStyle/>
          <a:p>
            <a:pPr>
              <a:spcBef>
                <a:spcPts val="10"/>
              </a:spcBef>
            </a:pPr>
            <a:r>
              <a:rPr lang="en-US" sz="1200" dirty="0">
                <a:latin typeface="Book Antiqua"/>
                <a:cs typeface="Book Antiqua"/>
              </a:rPr>
              <a:t>C | O | IR</a:t>
            </a:r>
          </a:p>
        </p:txBody>
      </p:sp>
      <p:sp>
        <p:nvSpPr>
          <p:cNvPr id="73" name="Rectangle: Top Corners Snipped 72">
            <a:extLst>
              <a:ext uri="{FF2B5EF4-FFF2-40B4-BE49-F238E27FC236}">
                <a16:creationId xmlns:a16="http://schemas.microsoft.com/office/drawing/2014/main" id="{4F8FC2AC-3759-3E29-9AAC-9291AB1C7CF5}"/>
              </a:ext>
            </a:extLst>
          </p:cNvPr>
          <p:cNvSpPr/>
          <p:nvPr/>
        </p:nvSpPr>
        <p:spPr>
          <a:xfrm rot="5400000">
            <a:off x="711022" y="529986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4" name="TextBox 73">
            <a:extLst>
              <a:ext uri="{FF2B5EF4-FFF2-40B4-BE49-F238E27FC236}">
                <a16:creationId xmlns:a16="http://schemas.microsoft.com/office/drawing/2014/main" id="{FCC2537E-7CC6-7DDF-BC6A-2512F7A9FE0C}"/>
              </a:ext>
            </a:extLst>
          </p:cNvPr>
          <p:cNvSpPr txBox="1"/>
          <p:nvPr/>
        </p:nvSpPr>
        <p:spPr>
          <a:xfrm>
            <a:off x="690231" y="5395874"/>
            <a:ext cx="374237" cy="276999"/>
          </a:xfrm>
          <a:prstGeom prst="rect">
            <a:avLst/>
          </a:prstGeom>
          <a:noFill/>
        </p:spPr>
        <p:txBody>
          <a:bodyPr wrap="square" rtlCol="0">
            <a:spAutoFit/>
          </a:bodyPr>
          <a:lstStyle/>
          <a:p>
            <a:r>
              <a:rPr lang="en-AU" sz="1200" b="1" spc="-50" dirty="0">
                <a:solidFill>
                  <a:srgbClr val="231F20"/>
                </a:solidFill>
                <a:latin typeface="Arial"/>
                <a:cs typeface="Arial"/>
              </a:rPr>
              <a:t>18</a:t>
            </a:r>
            <a:endParaRPr lang="en-AU" sz="1200" dirty="0"/>
          </a:p>
        </p:txBody>
      </p:sp>
      <p:sp>
        <p:nvSpPr>
          <p:cNvPr id="75" name="Rectangle: Top Corners Snipped 74">
            <a:extLst>
              <a:ext uri="{FF2B5EF4-FFF2-40B4-BE49-F238E27FC236}">
                <a16:creationId xmlns:a16="http://schemas.microsoft.com/office/drawing/2014/main" id="{E45CB60C-9398-82F5-09D5-89CA7CDEAC74}"/>
              </a:ext>
            </a:extLst>
          </p:cNvPr>
          <p:cNvSpPr/>
          <p:nvPr/>
        </p:nvSpPr>
        <p:spPr>
          <a:xfrm rot="5400000">
            <a:off x="710396" y="426841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6" name="Rectangle: Top Corners Snipped 75">
            <a:extLst>
              <a:ext uri="{FF2B5EF4-FFF2-40B4-BE49-F238E27FC236}">
                <a16:creationId xmlns:a16="http://schemas.microsoft.com/office/drawing/2014/main" id="{4E5170B5-43B0-7D65-F63C-AC77BBD71F18}"/>
              </a:ext>
            </a:extLst>
          </p:cNvPr>
          <p:cNvSpPr/>
          <p:nvPr/>
        </p:nvSpPr>
        <p:spPr>
          <a:xfrm rot="5400000">
            <a:off x="710396" y="323697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7" name="TextBox 76">
            <a:extLst>
              <a:ext uri="{FF2B5EF4-FFF2-40B4-BE49-F238E27FC236}">
                <a16:creationId xmlns:a16="http://schemas.microsoft.com/office/drawing/2014/main" id="{15F50664-F716-69B9-A512-FBDC0E0E5771}"/>
              </a:ext>
            </a:extLst>
          </p:cNvPr>
          <p:cNvSpPr txBox="1"/>
          <p:nvPr/>
        </p:nvSpPr>
        <p:spPr>
          <a:xfrm>
            <a:off x="685542" y="3332988"/>
            <a:ext cx="374237" cy="276999"/>
          </a:xfrm>
          <a:prstGeom prst="rect">
            <a:avLst/>
          </a:prstGeom>
          <a:noFill/>
        </p:spPr>
        <p:txBody>
          <a:bodyPr wrap="square" rtlCol="0">
            <a:spAutoFit/>
          </a:bodyPr>
          <a:lstStyle/>
          <a:p>
            <a:r>
              <a:rPr lang="en-AU" sz="1200" b="1" spc="-50" dirty="0">
                <a:solidFill>
                  <a:srgbClr val="231F20"/>
                </a:solidFill>
                <a:latin typeface="Arial"/>
                <a:cs typeface="Arial"/>
              </a:rPr>
              <a:t>16</a:t>
            </a:r>
            <a:endParaRPr lang="en-AU" sz="1200" dirty="0"/>
          </a:p>
        </p:txBody>
      </p:sp>
      <p:sp>
        <p:nvSpPr>
          <p:cNvPr id="78" name="TextBox 77">
            <a:extLst>
              <a:ext uri="{FF2B5EF4-FFF2-40B4-BE49-F238E27FC236}">
                <a16:creationId xmlns:a16="http://schemas.microsoft.com/office/drawing/2014/main" id="{635CEE12-7B8F-E91C-844D-6005DF185F90}"/>
              </a:ext>
            </a:extLst>
          </p:cNvPr>
          <p:cNvSpPr txBox="1"/>
          <p:nvPr/>
        </p:nvSpPr>
        <p:spPr>
          <a:xfrm>
            <a:off x="685849" y="4364431"/>
            <a:ext cx="364280" cy="276999"/>
          </a:xfrm>
          <a:prstGeom prst="rect">
            <a:avLst/>
          </a:prstGeom>
          <a:noFill/>
        </p:spPr>
        <p:txBody>
          <a:bodyPr wrap="square" rtlCol="0">
            <a:spAutoFit/>
          </a:bodyPr>
          <a:lstStyle/>
          <a:p>
            <a:r>
              <a:rPr lang="en-AU" sz="1200" b="1" spc="-50" dirty="0">
                <a:solidFill>
                  <a:srgbClr val="231F20"/>
                </a:solidFill>
                <a:latin typeface="Arial"/>
                <a:cs typeface="Arial"/>
              </a:rPr>
              <a:t>17</a:t>
            </a:r>
            <a:endParaRPr lang="en-AU" sz="1200" dirty="0"/>
          </a:p>
        </p:txBody>
      </p:sp>
      <p:sp>
        <p:nvSpPr>
          <p:cNvPr id="79" name="TextBox 78">
            <a:extLst>
              <a:ext uri="{FF2B5EF4-FFF2-40B4-BE49-F238E27FC236}">
                <a16:creationId xmlns:a16="http://schemas.microsoft.com/office/drawing/2014/main" id="{94B0842A-5A14-B726-C1E9-62C0B1B00930}"/>
              </a:ext>
            </a:extLst>
          </p:cNvPr>
          <p:cNvSpPr txBox="1"/>
          <p:nvPr/>
        </p:nvSpPr>
        <p:spPr>
          <a:xfrm>
            <a:off x="1499616" y="3310128"/>
            <a:ext cx="6016752" cy="280720"/>
          </a:xfrm>
          <a:prstGeom prst="rect">
            <a:avLst/>
          </a:prstGeom>
          <a:noFill/>
        </p:spPr>
        <p:txBody>
          <a:bodyPr wrap="square">
            <a:spAutoFit/>
          </a:bodyPr>
          <a:lstStyle/>
          <a:p>
            <a:pPr lvl="0">
              <a:lnSpc>
                <a:spcPct val="100000"/>
              </a:lnSpc>
            </a:pPr>
            <a:r>
              <a:rPr lang="en-AU" sz="1200" dirty="0">
                <a:latin typeface="Book Antiqua" panose="02040602050305030304" pitchFamily="18" charset="0"/>
              </a:rPr>
              <a:t>The stadium gates swallowed the last of the fans just before kick-off.</a:t>
            </a:r>
          </a:p>
        </p:txBody>
      </p:sp>
      <p:sp>
        <p:nvSpPr>
          <p:cNvPr id="90" name="TextBox 78"/>
          <p:cNvSpPr txBox="1"/>
          <p:nvPr/>
        </p:nvSpPr>
        <p:spPr>
          <a:xfrm>
            <a:off x="1499616" y="3969410"/>
            <a:ext cx="6016752" cy="280720"/>
          </a:xfrm>
          <a:prstGeom prst="rect">
            <a:avLst/>
          </a:prstGeom>
          <a:noFill/>
        </p:spPr>
        <p:txBody>
          <a:bodyPr wrap="square">
            <a:spAutoFit/>
          </a:bodyPr>
          <a:lstStyle/>
          <a:p>
            <a:pPr lvl="0">
              <a:lnSpc>
                <a:spcPct val="100000"/>
              </a:lnSpc>
            </a:pPr>
            <a:r>
              <a:rPr lang="en-AU" sz="1200" dirty="0">
                <a:latin typeface="Book Antiqua" panose="02040602050305030304" pitchFamily="18" charset="0"/>
              </a:rPr>
              <a:t>Heavy cloud had been forecast for the day of the grand final.</a:t>
            </a:r>
          </a:p>
        </p:txBody>
      </p:sp>
      <p:sp>
        <p:nvSpPr>
          <p:cNvPr id="89" name="TextBox 78"/>
          <p:cNvSpPr txBox="1"/>
          <p:nvPr/>
        </p:nvSpPr>
        <p:spPr>
          <a:xfrm>
            <a:off x="1499616" y="3545128"/>
            <a:ext cx="6016752" cy="470001"/>
          </a:xfrm>
          <a:prstGeom prst="rect">
            <a:avLst/>
          </a:prstGeom>
          <a:noFill/>
        </p:spPr>
        <p:txBody>
          <a:bodyPr wrap="square">
            <a:spAutoFit/>
          </a:bodyPr>
          <a:lstStyle/>
          <a:p>
            <a:pPr lvl="0">
              <a:lnSpc>
                <a:spcPct val="100000"/>
              </a:lnSpc>
            </a:pPr>
            <a:r>
              <a:rPr lang="en-AU" sz="1200" dirty="0">
                <a:latin typeface="Book Antiqua" panose="02040602050305030304" pitchFamily="18" charset="0"/>
              </a:rPr>
              <a:t>As the teams walked out, a brooding sky sulked over the stadium, refusing to let the sun through.</a:t>
            </a:r>
          </a:p>
        </p:txBody>
      </p:sp>
      <p:sp>
        <p:nvSpPr>
          <p:cNvPr id="88" name="TextBox 78"/>
          <p:cNvSpPr txBox="1"/>
          <p:nvPr/>
        </p:nvSpPr>
        <p:spPr>
          <a:xfrm>
            <a:off x="1499616" y="5373014"/>
            <a:ext cx="6016752" cy="470001"/>
          </a:xfrm>
          <a:prstGeom prst="rect">
            <a:avLst/>
          </a:prstGeom>
          <a:noFill/>
        </p:spPr>
        <p:txBody>
          <a:bodyPr wrap="square">
            <a:spAutoFit/>
          </a:bodyPr>
          <a:lstStyle/>
          <a:p>
            <a:pPr lvl="0">
              <a:lnSpc>
                <a:spcPct val="100000"/>
              </a:lnSpc>
            </a:pPr>
            <a:r>
              <a:rPr lang="en-AU" sz="1200" dirty="0">
                <a:latin typeface="Book Antiqua" panose="02040602050305030304" pitchFamily="18" charset="0"/>
              </a:rPr>
              <a:t>When the guns finally fell silent, the dawn crept in timidly, as if ashamed of what it would reveal.</a:t>
            </a:r>
          </a:p>
        </p:txBody>
      </p:sp>
      <p:sp>
        <p:nvSpPr>
          <p:cNvPr id="94" name="TextBox 78"/>
          <p:cNvSpPr txBox="1"/>
          <p:nvPr/>
        </p:nvSpPr>
        <p:spPr>
          <a:xfrm>
            <a:off x="1499616" y="6032296"/>
            <a:ext cx="6016752" cy="470001"/>
          </a:xfrm>
          <a:prstGeom prst="rect">
            <a:avLst/>
          </a:prstGeom>
          <a:noFill/>
        </p:spPr>
        <p:txBody>
          <a:bodyPr wrap="square">
            <a:spAutoFit/>
          </a:bodyPr>
          <a:lstStyle/>
          <a:p>
            <a:pPr lvl="0">
              <a:lnSpc>
                <a:spcPct val="100000"/>
              </a:lnSpc>
            </a:pPr>
            <a:r>
              <a:rPr lang="en-AU" sz="1200" dirty="0">
                <a:latin typeface="Book Antiqua" panose="02040602050305030304" pitchFamily="18" charset="0"/>
              </a:rPr>
              <a:t>An abandoned field telephone kept ringing, demanding an answer no one would give.</a:t>
            </a:r>
          </a:p>
        </p:txBody>
      </p:sp>
      <p:sp>
        <p:nvSpPr>
          <p:cNvPr id="93" name="TextBox 78"/>
          <p:cNvSpPr txBox="1"/>
          <p:nvPr/>
        </p:nvSpPr>
        <p:spPr>
          <a:xfrm>
            <a:off x="1499616" y="5797296"/>
            <a:ext cx="6016752" cy="280720"/>
          </a:xfrm>
          <a:prstGeom prst="rect">
            <a:avLst/>
          </a:prstGeom>
          <a:noFill/>
        </p:spPr>
        <p:txBody>
          <a:bodyPr wrap="square">
            <a:spAutoFit/>
          </a:bodyPr>
          <a:lstStyle/>
          <a:p>
            <a:pPr lvl="0">
              <a:lnSpc>
                <a:spcPct val="100000"/>
              </a:lnSpc>
            </a:pPr>
            <a:r>
              <a:rPr lang="en-AU" sz="1200" dirty="0">
                <a:latin typeface="Book Antiqua" panose="02040602050305030304" pitchFamily="18" charset="0"/>
              </a:rPr>
              <a:t>By morning, mist lay over the battlefield like a thin layer of smoke.</a:t>
            </a:r>
          </a:p>
        </p:txBody>
      </p:sp>
      <p:sp>
        <p:nvSpPr>
          <p:cNvPr id="87" name="TextBox 78"/>
          <p:cNvSpPr txBox="1"/>
          <p:nvPr/>
        </p:nvSpPr>
        <p:spPr>
          <a:xfrm>
            <a:off x="1499616" y="4341571"/>
            <a:ext cx="6016752" cy="280720"/>
          </a:xfrm>
          <a:prstGeom prst="rect">
            <a:avLst/>
          </a:prstGeom>
          <a:noFill/>
        </p:spPr>
        <p:txBody>
          <a:bodyPr wrap="square">
            <a:spAutoFit/>
          </a:bodyPr>
          <a:lstStyle/>
          <a:p>
            <a:pPr lvl="0">
              <a:lnSpc>
                <a:spcPct val="100000"/>
              </a:lnSpc>
            </a:pPr>
            <a:r>
              <a:rPr lang="en-AU" sz="1200" dirty="0">
                <a:latin typeface="Book Antiqua" panose="02040602050305030304" pitchFamily="18" charset="0"/>
              </a:rPr>
              <a:t>By February, the town had gone eleven months without significant rain.</a:t>
            </a:r>
          </a:p>
        </p:txBody>
      </p:sp>
      <p:sp>
        <p:nvSpPr>
          <p:cNvPr id="92" name="TextBox 78"/>
          <p:cNvSpPr txBox="1"/>
          <p:nvPr/>
        </p:nvSpPr>
        <p:spPr>
          <a:xfrm>
            <a:off x="1499616" y="4811572"/>
            <a:ext cx="6016752" cy="470001"/>
          </a:xfrm>
          <a:prstGeom prst="rect">
            <a:avLst/>
          </a:prstGeom>
          <a:noFill/>
        </p:spPr>
        <p:txBody>
          <a:bodyPr wrap="square">
            <a:spAutoFit/>
          </a:bodyPr>
          <a:lstStyle/>
          <a:p>
            <a:pPr lvl="0">
              <a:lnSpc>
                <a:spcPct val="100000"/>
              </a:lnSpc>
            </a:pPr>
            <a:r>
              <a:rPr lang="en-AU" sz="1200" dirty="0">
                <a:latin typeface="Book Antiqua" panose="02040602050305030304" pitchFamily="18" charset="0"/>
              </a:rPr>
              <a:t>Under a merciless sun, the cracked paddocks lay in silent despair, mourning a harvest that would never come.</a:t>
            </a:r>
          </a:p>
        </p:txBody>
      </p:sp>
      <p:sp>
        <p:nvSpPr>
          <p:cNvPr id="91" name="TextBox 78"/>
          <p:cNvSpPr txBox="1"/>
          <p:nvPr/>
        </p:nvSpPr>
        <p:spPr>
          <a:xfrm>
            <a:off x="1499616" y="4576572"/>
            <a:ext cx="6016752" cy="280720"/>
          </a:xfrm>
          <a:prstGeom prst="rect">
            <a:avLst/>
          </a:prstGeom>
          <a:noFill/>
        </p:spPr>
        <p:txBody>
          <a:bodyPr wrap="square">
            <a:spAutoFit/>
          </a:bodyPr>
          <a:lstStyle/>
          <a:p>
            <a:pPr lvl="0">
              <a:lnSpc>
                <a:spcPct val="100000"/>
              </a:lnSpc>
            </a:pPr>
            <a:r>
              <a:rPr lang="en-AU" sz="1200" dirty="0">
                <a:latin typeface="Book Antiqua" panose="02040602050305030304" pitchFamily="18" charset="0"/>
              </a:rPr>
              <a:t>The rusted windmill stood guard over the empty dam.</a:t>
            </a:r>
          </a:p>
        </p:txBody>
      </p:sp>
      <p:pic>
        <p:nvPicPr>
          <p:cNvPr id="80" name="object 41">
            <a:extLst>
              <a:ext uri="{FF2B5EF4-FFF2-40B4-BE49-F238E27FC236}">
                <a16:creationId xmlns:a16="http://schemas.microsoft.com/office/drawing/2014/main" id="{D2A5D97D-C96E-82C1-BBAC-E278F53CC067}"/>
              </a:ext>
            </a:extLst>
          </p:cNvPr>
          <p:cNvPicPr/>
          <p:nvPr/>
        </p:nvPicPr>
        <p:blipFill>
          <a:blip r:embed="rId2" cstate="print"/>
          <a:stretch>
            <a:fillRect/>
          </a:stretch>
        </p:blipFill>
        <p:spPr>
          <a:xfrm>
            <a:off x="1292857" y="3395624"/>
            <a:ext cx="179997" cy="108000"/>
          </a:xfrm>
          <a:prstGeom prst="rect">
            <a:avLst/>
          </a:prstGeom>
        </p:spPr>
      </p:pic>
      <p:pic>
        <p:nvPicPr>
          <p:cNvPr id="81" name="object 41">
            <a:extLst>
              <a:ext uri="{FF2B5EF4-FFF2-40B4-BE49-F238E27FC236}">
                <a16:creationId xmlns:a16="http://schemas.microsoft.com/office/drawing/2014/main" id="{317E740A-F7C6-5080-1A5F-6D13E9A79D7A}"/>
              </a:ext>
            </a:extLst>
          </p:cNvPr>
          <p:cNvPicPr/>
          <p:nvPr/>
        </p:nvPicPr>
        <p:blipFill>
          <a:blip r:embed="rId2" cstate="print"/>
          <a:stretch>
            <a:fillRect/>
          </a:stretch>
        </p:blipFill>
        <p:spPr>
          <a:xfrm>
            <a:off x="1291153" y="3630625"/>
            <a:ext cx="179997" cy="108000"/>
          </a:xfrm>
          <a:prstGeom prst="rect">
            <a:avLst/>
          </a:prstGeom>
        </p:spPr>
      </p:pic>
      <p:pic>
        <p:nvPicPr>
          <p:cNvPr id="82" name="object 41">
            <a:extLst>
              <a:ext uri="{FF2B5EF4-FFF2-40B4-BE49-F238E27FC236}">
                <a16:creationId xmlns:a16="http://schemas.microsoft.com/office/drawing/2014/main" id="{A1D3648E-A0F6-4D16-D399-ABC9D7F080A5}"/>
              </a:ext>
            </a:extLst>
          </p:cNvPr>
          <p:cNvPicPr/>
          <p:nvPr/>
        </p:nvPicPr>
        <p:blipFill>
          <a:blip r:embed="rId2" cstate="print"/>
          <a:stretch>
            <a:fillRect/>
          </a:stretch>
        </p:blipFill>
        <p:spPr>
          <a:xfrm>
            <a:off x="1301910" y="4054906"/>
            <a:ext cx="179997" cy="108000"/>
          </a:xfrm>
          <a:prstGeom prst="rect">
            <a:avLst/>
          </a:prstGeom>
        </p:spPr>
      </p:pic>
      <p:cxnSp>
        <p:nvCxnSpPr>
          <p:cNvPr id="83" name="Straight Connector 82">
            <a:extLst>
              <a:ext uri="{FF2B5EF4-FFF2-40B4-BE49-F238E27FC236}">
                <a16:creationId xmlns:a16="http://schemas.microsoft.com/office/drawing/2014/main" id="{CBE30940-6B73-4174-6B27-B4ADE40966E7}"/>
              </a:ext>
            </a:extLst>
          </p:cNvPr>
          <p:cNvCxnSpPr>
            <a:cxnSpLocks/>
          </p:cNvCxnSpPr>
          <p:nvPr/>
        </p:nvCxnSpPr>
        <p:spPr>
          <a:xfrm>
            <a:off x="638549" y="6736927"/>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84" name="TextBox 83">
            <a:extLst>
              <a:ext uri="{FF2B5EF4-FFF2-40B4-BE49-F238E27FC236}">
                <a16:creationId xmlns:a16="http://schemas.microsoft.com/office/drawing/2014/main" id="{6DF29F85-E2A5-FC54-69FE-E3EB16B7858E}"/>
              </a:ext>
            </a:extLst>
          </p:cNvPr>
          <p:cNvSpPr txBox="1"/>
          <p:nvPr/>
        </p:nvSpPr>
        <p:spPr>
          <a:xfrm>
            <a:off x="102790" y="386225"/>
            <a:ext cx="461665" cy="1786601"/>
          </a:xfrm>
          <a:prstGeom prst="rect">
            <a:avLst/>
          </a:prstGeom>
          <a:noFill/>
        </p:spPr>
        <p:txBody>
          <a:bodyPr vert="eaVert" wrap="square" rtlCol="0">
            <a:spAutoFit/>
          </a:bodyPr>
          <a:lstStyle/>
          <a:p>
            <a:r>
              <a:rPr lang="en-AU" dirty="0">
                <a:latin typeface="Candara" panose="020E0502030303020204" pitchFamily="34" charset="0"/>
              </a:rPr>
              <a:t>Techniques</a:t>
            </a:r>
          </a:p>
        </p:txBody>
      </p:sp>
      <p:sp>
        <p:nvSpPr>
          <p:cNvPr id="86" name="TextBox 85">
            <a:extLst>
              <a:ext uri="{FF2B5EF4-FFF2-40B4-BE49-F238E27FC236}">
                <a16:creationId xmlns:a16="http://schemas.microsoft.com/office/drawing/2014/main" id="{07754249-6C73-3E53-1CFE-67ACC0C7C807}"/>
              </a:ext>
            </a:extLst>
          </p:cNvPr>
          <p:cNvSpPr txBox="1"/>
          <p:nvPr/>
        </p:nvSpPr>
        <p:spPr>
          <a:xfrm>
            <a:off x="660712" y="6828718"/>
            <a:ext cx="6776437" cy="276999"/>
          </a:xfrm>
          <a:prstGeom prst="rect">
            <a:avLst/>
          </a:prstGeom>
          <a:noFill/>
        </p:spPr>
        <p:txBody>
          <a:bodyPr wrap="square">
            <a:spAutoFit/>
          </a:bodyPr>
          <a:lstStyle/>
          <a:p>
            <a:r>
              <a:rPr lang="en-US" sz="1200" b="1" dirty="0">
                <a:solidFill>
                  <a:srgbClr val="231F20"/>
                </a:solidFill>
                <a:latin typeface="Book Antiqua" panose="02040602050305030304" pitchFamily="18" charset="0"/>
                <a:ea typeface="Cambria" panose="02040503050406030204" pitchFamily="18" charset="0"/>
              </a:rPr>
              <a:t>Draw a line matching each idiom or expression with its correct meaning (1/2 mark per match).</a:t>
            </a:r>
          </a:p>
        </p:txBody>
      </p:sp>
      <p:graphicFrame>
        <p:nvGraphicFramePr>
          <p:cNvPr id="34" name="Table 33">
            <a:extLst>
              <a:ext uri="{FF2B5EF4-FFF2-40B4-BE49-F238E27FC236}">
                <a16:creationId xmlns:a16="http://schemas.microsoft.com/office/drawing/2014/main" id="{F5029DD4-77CC-1199-B2F4-5109081BBCE0}"/>
              </a:ext>
            </a:extLst>
          </p:cNvPr>
          <p:cNvGraphicFramePr>
            <a:graphicFrameLocks noGrp="1"/>
          </p:cNvGraphicFramePr>
          <p:nvPr>
            <p:extLst>
              <p:ext uri="{D42A27DB-BD31-4B8C-83A1-F6EECF244321}">
                <p14:modId xmlns:p14="http://schemas.microsoft.com/office/powerpoint/2010/main" val="6685199"/>
              </p:ext>
            </p:extLst>
          </p:nvPr>
        </p:nvGraphicFramePr>
        <p:xfrm>
          <a:off x="1203535" y="7167546"/>
          <a:ext cx="6233614" cy="2649431"/>
        </p:xfrm>
        <a:graphic>
          <a:graphicData uri="http://schemas.openxmlformats.org/drawingml/2006/table">
            <a:tbl>
              <a:tblPr>
                <a:tableStyleId>{5C22544A-7EE6-4342-B048-85BDC9FD1C3A}</a:tableStyleId>
              </a:tblPr>
              <a:tblGrid>
                <a:gridCol w="2421092">
                  <a:extLst>
                    <a:ext uri="{9D8B030D-6E8A-4147-A177-3AD203B41FA5}">
                      <a16:colId xmlns:a16="http://schemas.microsoft.com/office/drawing/2014/main" val="2180155359"/>
                    </a:ext>
                  </a:extLst>
                </a:gridCol>
                <a:gridCol w="3812522">
                  <a:extLst>
                    <a:ext uri="{9D8B030D-6E8A-4147-A177-3AD203B41FA5}">
                      <a16:colId xmlns:a16="http://schemas.microsoft.com/office/drawing/2014/main" val="3038898538"/>
                    </a:ext>
                  </a:extLst>
                </a:gridCol>
              </a:tblGrid>
              <a:tr h="466971">
                <a:tc>
                  <a:txBody>
                    <a:bodyPr/>
                    <a:lstStyle/>
                    <a:p>
                      <a:pPr>
                        <a:buNone/>
                      </a:pPr>
                      <a:r>
                        <a:rPr lang="en-AU" sz="1200" b="1" dirty="0">
                          <a:effectLst/>
                          <a:latin typeface="Book Antiqua" panose="02040602050305030304" pitchFamily="18" charset="0"/>
                        </a:rPr>
                        <a:t>IDIOM / EXPRESSION</a:t>
                      </a:r>
                      <a:endParaRPr lang="en-AU" sz="1200" b="1" dirty="0">
                        <a:effectLst/>
                        <a:latin typeface="Book Antiqua" panose="02040602050305030304" pitchFamily="18" charset="0"/>
                        <a:ea typeface="Arial" panose="020B0604020202020204" pitchFamily="34" charset="0"/>
                      </a:endParaRPr>
                    </a:p>
                  </a:txBody>
                  <a:tcPr marL="75538" marR="75538" marT="37769" marB="37769">
                    <a:solidFill>
                      <a:schemeClr val="bg1"/>
                    </a:solidFill>
                  </a:tcPr>
                </a:tc>
                <a:tc>
                  <a:txBody>
                    <a:bodyPr/>
                    <a:lstStyle/>
                    <a:p>
                      <a:pPr>
                        <a:buNone/>
                      </a:pPr>
                      <a:r>
                        <a:rPr lang="en-AU" sz="1200" b="1" dirty="0">
                          <a:effectLst/>
                          <a:latin typeface="Book Antiqua" panose="02040602050305030304" pitchFamily="18" charset="0"/>
                        </a:rPr>
                        <a:t>MEANING</a:t>
                      </a:r>
                      <a:endParaRPr lang="en-AU" sz="1200" b="1" dirty="0">
                        <a:effectLst/>
                        <a:latin typeface="Book Antiqua" panose="02040602050305030304" pitchFamily="18" charset="0"/>
                        <a:ea typeface="Arial" panose="020B0604020202020204" pitchFamily="34" charset="0"/>
                      </a:endParaRPr>
                    </a:p>
                  </a:txBody>
                  <a:tcPr marL="75538" marR="75538" marT="37769" marB="37769">
                    <a:solidFill>
                      <a:schemeClr val="bg1"/>
                    </a:solidFill>
                  </a:tcPr>
                </a:tc>
                <a:extLst>
                  <a:ext uri="{0D108BD9-81ED-4DB2-BD59-A6C34878D82A}">
                    <a16:rowId xmlns:a16="http://schemas.microsoft.com/office/drawing/2014/main" val="945836490"/>
                  </a:ext>
                </a:extLst>
              </a:tr>
              <a:tr h="545615">
                <a:tc>
                  <a:txBody>
                    <a:bodyPr/>
                    <a:lstStyle/>
                    <a:p>
                      <a:pPr>
                        <a:buNone/>
                      </a:pPr>
                      <a:r>
                        <a:rPr lang="en-AU" sz="1200" dirty="0">
                          <a:effectLst/>
                          <a:latin typeface="Book Antiqua" panose="02040602050305030304" pitchFamily="18" charset="0"/>
                        </a:rPr>
                        <a:t>A Pyrrhic victory</a:t>
                      </a:r>
                      <a:endParaRPr lang="en-AU" sz="1200" dirty="0">
                        <a:effectLst/>
                        <a:latin typeface="Book Antiqua" panose="02040602050305030304" pitchFamily="18" charset="0"/>
                        <a:ea typeface="Arial" panose="020B0604020202020204" pitchFamily="34" charset="0"/>
                      </a:endParaRPr>
                    </a:p>
                  </a:txBody>
                  <a:tcPr marL="75538" marR="75538" marT="37769" marB="37769">
                    <a:solidFill>
                      <a:schemeClr val="bg1"/>
                    </a:solidFill>
                  </a:tcPr>
                </a:tc>
                <a:tc>
                  <a:txBody>
                    <a:bodyPr/>
                    <a:lstStyle/>
                    <a:p>
                      <a:pPr>
                        <a:buNone/>
                      </a:pPr>
                      <a:r>
                        <a:rPr lang="en-AU" sz="1200" dirty="0">
                          <a:effectLst/>
                          <a:latin typeface="Book Antiqua" panose="02040602050305030304" pitchFamily="18" charset="0"/>
                        </a:rPr>
                        <a:t>To be harmed or undone by the very scheme one devised to hurt others.</a:t>
                      </a:r>
                    </a:p>
                  </a:txBody>
                  <a:tcPr marL="75538" marR="75538" marT="37769" marB="37769">
                    <a:solidFill>
                      <a:schemeClr val="bg1"/>
                    </a:solidFill>
                  </a:tcPr>
                </a:tc>
                <a:extLst>
                  <a:ext uri="{0D108BD9-81ED-4DB2-BD59-A6C34878D82A}">
                    <a16:rowId xmlns:a16="http://schemas.microsoft.com/office/drawing/2014/main" val="752485547"/>
                  </a:ext>
                </a:extLst>
              </a:tr>
              <a:tr h="545615">
                <a:tc>
                  <a:txBody>
                    <a:bodyPr/>
                    <a:lstStyle/>
                    <a:p>
                      <a:pPr>
                        <a:buNone/>
                      </a:pPr>
                      <a:r>
                        <a:rPr lang="en-AU" sz="1200" dirty="0">
                          <a:effectLst/>
                          <a:latin typeface="Book Antiqua" panose="02040602050305030304" pitchFamily="18" charset="0"/>
                        </a:rPr>
                        <a:t>Hobson's choice</a:t>
                      </a:r>
                      <a:endParaRPr lang="en-AU" sz="1200" dirty="0">
                        <a:effectLst/>
                        <a:latin typeface="Book Antiqua" panose="02040602050305030304" pitchFamily="18" charset="0"/>
                        <a:ea typeface="Arial" panose="020B0604020202020204" pitchFamily="34" charset="0"/>
                      </a:endParaRPr>
                    </a:p>
                  </a:txBody>
                  <a:tcPr marL="75538" marR="75538" marT="37769" marB="37769">
                    <a:solidFill>
                      <a:schemeClr val="bg1"/>
                    </a:solidFill>
                  </a:tcPr>
                </a:tc>
                <a:tc>
                  <a:txBody>
                    <a:bodyPr/>
                    <a:lstStyle/>
                    <a:p>
                      <a:pPr>
                        <a:buNone/>
                      </a:pPr>
                      <a:r>
                        <a:rPr lang="en-AU" sz="1200" dirty="0">
                          <a:effectLst/>
                          <a:latin typeface="Book Antiqua" panose="02040602050305030304" pitchFamily="18" charset="0"/>
                        </a:rPr>
                        <a:t>A deal in which someone sacrifices their integrity in exchange for power, wealth or success.</a:t>
                      </a:r>
                      <a:endParaRPr lang="en-AU" sz="1200" dirty="0">
                        <a:effectLst/>
                        <a:latin typeface="Book Antiqua" panose="02040602050305030304" pitchFamily="18" charset="0"/>
                        <a:ea typeface="Arial" panose="020B0604020202020204" pitchFamily="34" charset="0"/>
                      </a:endParaRPr>
                    </a:p>
                  </a:txBody>
                  <a:tcPr marL="75538" marR="75538" marT="37769" marB="37769">
                    <a:solidFill>
                      <a:schemeClr val="bg1"/>
                    </a:solidFill>
                  </a:tcPr>
                </a:tc>
                <a:extLst>
                  <a:ext uri="{0D108BD9-81ED-4DB2-BD59-A6C34878D82A}">
                    <a16:rowId xmlns:a16="http://schemas.microsoft.com/office/drawing/2014/main" val="1921598304"/>
                  </a:ext>
                </a:extLst>
              </a:tr>
              <a:tr h="545615">
                <a:tc>
                  <a:txBody>
                    <a:bodyPr/>
                    <a:lstStyle/>
                    <a:p>
                      <a:pPr>
                        <a:buNone/>
                      </a:pPr>
                      <a:r>
                        <a:rPr lang="en-AU" sz="1200">
                          <a:effectLst/>
                          <a:latin typeface="Book Antiqua" panose="02040602050305030304" pitchFamily="18" charset="0"/>
                        </a:rPr>
                        <a:t>To be hoist with one's own petard</a:t>
                      </a:r>
                      <a:endParaRPr lang="en-AU" sz="1200">
                        <a:effectLst/>
                        <a:latin typeface="Book Antiqua" panose="02040602050305030304" pitchFamily="18" charset="0"/>
                        <a:ea typeface="Arial" panose="020B0604020202020204" pitchFamily="34" charset="0"/>
                      </a:endParaRPr>
                    </a:p>
                  </a:txBody>
                  <a:tcPr marL="75538" marR="75538" marT="37769" marB="37769">
                    <a:solidFill>
                      <a:schemeClr val="bg1"/>
                    </a:solidFill>
                  </a:tcPr>
                </a:tc>
                <a:tc>
                  <a:txBody>
                    <a:bodyPr/>
                    <a:lstStyle/>
                    <a:p>
                      <a:pPr>
                        <a:buNone/>
                      </a:pPr>
                      <a:r>
                        <a:rPr lang="en-AU" sz="1200" dirty="0">
                          <a:effectLst/>
                          <a:latin typeface="Book Antiqua" panose="02040602050305030304" pitchFamily="18" charset="0"/>
                        </a:rPr>
                        <a:t>A win achieved at such great cost that it is hardly better than a defeat.</a:t>
                      </a:r>
                      <a:endParaRPr lang="en-AU" sz="1200" dirty="0">
                        <a:effectLst/>
                        <a:latin typeface="Book Antiqua" panose="02040602050305030304" pitchFamily="18" charset="0"/>
                        <a:ea typeface="Arial" panose="020B0604020202020204" pitchFamily="34" charset="0"/>
                      </a:endParaRPr>
                    </a:p>
                  </a:txBody>
                  <a:tcPr marL="75538" marR="75538" marT="37769" marB="37769">
                    <a:solidFill>
                      <a:schemeClr val="bg1"/>
                    </a:solidFill>
                  </a:tcPr>
                </a:tc>
                <a:extLst>
                  <a:ext uri="{0D108BD9-81ED-4DB2-BD59-A6C34878D82A}">
                    <a16:rowId xmlns:a16="http://schemas.microsoft.com/office/drawing/2014/main" val="4048301266"/>
                  </a:ext>
                </a:extLst>
              </a:tr>
              <a:tr h="545615">
                <a:tc>
                  <a:txBody>
                    <a:bodyPr/>
                    <a:lstStyle/>
                    <a:p>
                      <a:pPr>
                        <a:buNone/>
                      </a:pPr>
                      <a:r>
                        <a:rPr lang="en-AU" sz="1200" dirty="0">
                          <a:effectLst/>
                          <a:latin typeface="Book Antiqua" panose="02040602050305030304" pitchFamily="18" charset="0"/>
                          <a:ea typeface="Arial" panose="020B0604020202020204" pitchFamily="34" charset="0"/>
                        </a:rPr>
                        <a:t>A Faustian bargain</a:t>
                      </a:r>
                    </a:p>
                  </a:txBody>
                  <a:tcPr marL="75538" marR="75538" marT="37769" marB="37769">
                    <a:solidFill>
                      <a:schemeClr val="bg1"/>
                    </a:solidFill>
                  </a:tcPr>
                </a:tc>
                <a:tc>
                  <a:txBody>
                    <a:bodyPr/>
                    <a:lstStyle/>
                    <a:p>
                      <a:pPr>
                        <a:buNone/>
                      </a:pPr>
                      <a:r>
                        <a:rPr lang="en-AU" sz="1200" dirty="0">
                          <a:effectLst/>
                          <a:latin typeface="Book Antiqua" panose="02040602050305030304" pitchFamily="18" charset="0"/>
                          <a:ea typeface="Arial" panose="020B0604020202020204" pitchFamily="34" charset="0"/>
                        </a:rPr>
                        <a:t>A supposed choice in which the only option is to take what is offered or nothing at all.</a:t>
                      </a:r>
                    </a:p>
                  </a:txBody>
                  <a:tcPr marL="75538" marR="75538" marT="37769" marB="37769">
                    <a:solidFill>
                      <a:schemeClr val="bg1"/>
                    </a:solidFill>
                  </a:tcPr>
                </a:tc>
                <a:extLst>
                  <a:ext uri="{0D108BD9-81ED-4DB2-BD59-A6C34878D82A}">
                    <a16:rowId xmlns:a16="http://schemas.microsoft.com/office/drawing/2014/main" val="3413726961"/>
                  </a:ext>
                </a:extLst>
              </a:tr>
            </a:tbl>
          </a:graphicData>
        </a:graphic>
      </p:graphicFrame>
    </p:spTree>
    <p:extLst>
      <p:ext uri="{BB962C8B-B14F-4D97-AF65-F5344CB8AC3E}">
        <p14:creationId xmlns:p14="http://schemas.microsoft.com/office/powerpoint/2010/main" val="1191427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697424"/>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45952" y="697424"/>
            <a:ext cx="0" cy="9464745"/>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0" y="10162169"/>
            <a:ext cx="7559675" cy="0"/>
          </a:xfrm>
          <a:prstGeom prst="line">
            <a:avLst/>
          </a:prstGeom>
          <a:ln w="9525"/>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73D5ED79-14F3-6497-01A8-89CAB0A55D34}"/>
              </a:ext>
            </a:extLst>
          </p:cNvPr>
          <p:cNvSpPr/>
          <p:nvPr/>
        </p:nvSpPr>
        <p:spPr>
          <a:xfrm>
            <a:off x="384397" y="102858"/>
            <a:ext cx="523110"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AF820375-8CC4-2A64-AD14-3BDF00344283}"/>
              </a:ext>
            </a:extLst>
          </p:cNvPr>
          <p:cNvSpPr/>
          <p:nvPr/>
        </p:nvSpPr>
        <p:spPr>
          <a:xfrm>
            <a:off x="1014969" y="102858"/>
            <a:ext cx="5973059" cy="5179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TextBox 18">
            <a:extLst>
              <a:ext uri="{FF2B5EF4-FFF2-40B4-BE49-F238E27FC236}">
                <a16:creationId xmlns:a16="http://schemas.microsoft.com/office/drawing/2014/main" id="{5F6E1B24-EA49-6768-EC9D-9AFC54DC2086}"/>
              </a:ext>
            </a:extLst>
          </p:cNvPr>
          <p:cNvSpPr txBox="1"/>
          <p:nvPr/>
        </p:nvSpPr>
        <p:spPr>
          <a:xfrm>
            <a:off x="321745" y="54043"/>
            <a:ext cx="639493" cy="307777"/>
          </a:xfrm>
          <a:prstGeom prst="rect">
            <a:avLst/>
          </a:prstGeom>
          <a:noFill/>
          <a:ln>
            <a:noFill/>
          </a:ln>
        </p:spPr>
        <p:txBody>
          <a:bodyPr wrap="square" rtlCol="0">
            <a:spAutoFit/>
          </a:bodyPr>
          <a:lstStyle/>
          <a:p>
            <a:pPr algn="ctr"/>
            <a:r>
              <a:rPr lang="en-AU" sz="1400" b="1" dirty="0">
                <a:latin typeface="Candara" panose="020E0502030303020204" pitchFamily="34" charset="0"/>
                <a:cs typeface="Aharoni" panose="02010803020104030203" pitchFamily="2" charset="-79"/>
              </a:rPr>
              <a:t>TEST</a:t>
            </a:r>
            <a:endParaRPr lang="en-AU" sz="2000" dirty="0">
              <a:latin typeface="Candara" panose="020E0502030303020204" pitchFamily="34" charset="0"/>
            </a:endParaRPr>
          </a:p>
        </p:txBody>
      </p:sp>
      <p:sp>
        <p:nvSpPr>
          <p:cNvPr id="20" name="TextBox 19">
            <a:extLst>
              <a:ext uri="{FF2B5EF4-FFF2-40B4-BE49-F238E27FC236}">
                <a16:creationId xmlns:a16="http://schemas.microsoft.com/office/drawing/2014/main" id="{3B69BAF7-66A1-3E93-2677-09BA3D09A9F4}"/>
              </a:ext>
            </a:extLst>
          </p:cNvPr>
          <p:cNvSpPr txBox="1"/>
          <p:nvPr/>
        </p:nvSpPr>
        <p:spPr>
          <a:xfrm>
            <a:off x="432955" y="197438"/>
            <a:ext cx="417072" cy="461665"/>
          </a:xfrm>
          <a:prstGeom prst="rect">
            <a:avLst/>
          </a:prstGeom>
          <a:noFill/>
          <a:ln>
            <a:noFill/>
          </a:ln>
        </p:spPr>
        <p:txBody>
          <a:bodyPr wrap="square" rtlCol="0">
            <a:spAutoFit/>
          </a:bodyPr>
          <a:lstStyle/>
          <a:p>
            <a:pPr algn="ctr"/>
            <a:r>
              <a:rPr lang="en-US" sz="2400" b="1" dirty="0">
                <a:latin typeface="Candara" panose="020E0502030303020204" pitchFamily="34" charset="0"/>
                <a:cs typeface="Aharoni" panose="02010803020104030203" pitchFamily="2" charset="-79"/>
              </a:rPr>
              <a:t>2</a:t>
            </a:r>
            <a:endParaRPr lang="en-AU" sz="2400" dirty="0">
              <a:latin typeface="Candara" panose="020E0502030303020204" pitchFamily="34" charset="0"/>
            </a:endParaRPr>
          </a:p>
        </p:txBody>
      </p:sp>
      <p:sp>
        <p:nvSpPr>
          <p:cNvPr id="21" name="TextBox 20">
            <a:extLst>
              <a:ext uri="{FF2B5EF4-FFF2-40B4-BE49-F238E27FC236}">
                <a16:creationId xmlns:a16="http://schemas.microsoft.com/office/drawing/2014/main" id="{34A2D083-A4F2-EEBF-7D48-ECC0C5433CF6}"/>
              </a:ext>
            </a:extLst>
          </p:cNvPr>
          <p:cNvSpPr txBox="1"/>
          <p:nvPr/>
        </p:nvSpPr>
        <p:spPr>
          <a:xfrm>
            <a:off x="1009796" y="104804"/>
            <a:ext cx="5429644" cy="307777"/>
          </a:xfrm>
          <a:prstGeom prst="rect">
            <a:avLst/>
          </a:prstGeom>
          <a:noFill/>
        </p:spPr>
        <p:txBody>
          <a:bodyPr wrap="square" rtlCol="0">
            <a:spAutoFit/>
          </a:bodyPr>
          <a:lstStyle/>
          <a:p>
            <a:r>
              <a:rPr lang="en-AU" sz="1400" dirty="0">
                <a:latin typeface="Candara" panose="020E0502030303020204" pitchFamily="34" charset="0"/>
              </a:rPr>
              <a:t>NOTES                                                                                  DUE</a:t>
            </a:r>
          </a:p>
        </p:txBody>
      </p:sp>
      <p:sp>
        <p:nvSpPr>
          <p:cNvPr id="2" name="TextBox 1">
            <a:extLst>
              <a:ext uri="{FF2B5EF4-FFF2-40B4-BE49-F238E27FC236}">
                <a16:creationId xmlns:a16="http://schemas.microsoft.com/office/drawing/2014/main" id="{AABA0DE0-3353-0957-01FE-7A51A76E202E}"/>
              </a:ext>
            </a:extLst>
          </p:cNvPr>
          <p:cNvSpPr txBox="1"/>
          <p:nvPr/>
        </p:nvSpPr>
        <p:spPr>
          <a:xfrm>
            <a:off x="90912" y="772874"/>
            <a:ext cx="461665" cy="2446642"/>
          </a:xfrm>
          <a:prstGeom prst="rect">
            <a:avLst/>
          </a:prstGeom>
          <a:noFill/>
        </p:spPr>
        <p:txBody>
          <a:bodyPr vert="eaVert" wrap="square" rtlCol="0">
            <a:spAutoFit/>
          </a:bodyPr>
          <a:lstStyle/>
          <a:p>
            <a:r>
              <a:rPr lang="en-AU" dirty="0">
                <a:latin typeface="Candara" panose="020E0502030303020204" pitchFamily="34" charset="0"/>
              </a:rPr>
              <a:t>Spelling and Vocabulary</a:t>
            </a:r>
          </a:p>
        </p:txBody>
      </p:sp>
      <p:sp>
        <p:nvSpPr>
          <p:cNvPr id="9" name="TextBox 8">
            <a:extLst>
              <a:ext uri="{FF2B5EF4-FFF2-40B4-BE49-F238E27FC236}">
                <a16:creationId xmlns:a16="http://schemas.microsoft.com/office/drawing/2014/main" id="{B14A693B-EF79-6467-C843-E5C21DA4A616}"/>
              </a:ext>
            </a:extLst>
          </p:cNvPr>
          <p:cNvSpPr txBox="1"/>
          <p:nvPr/>
        </p:nvSpPr>
        <p:spPr>
          <a:xfrm>
            <a:off x="118780" y="5345906"/>
            <a:ext cx="461665" cy="3411650"/>
          </a:xfrm>
          <a:prstGeom prst="rect">
            <a:avLst/>
          </a:prstGeom>
          <a:noFill/>
        </p:spPr>
        <p:txBody>
          <a:bodyPr vert="eaVert" wrap="square" rtlCol="0">
            <a:spAutoFit/>
          </a:bodyPr>
          <a:lstStyle/>
          <a:p>
            <a:r>
              <a:rPr lang="en-AU" dirty="0">
                <a:latin typeface="Candara" panose="020E0502030303020204" pitchFamily="34" charset="0"/>
              </a:rPr>
              <a:t>Grammar</a:t>
            </a:r>
          </a:p>
        </p:txBody>
      </p:sp>
      <p:cxnSp>
        <p:nvCxnSpPr>
          <p:cNvPr id="8" name="Straight Connector 7">
            <a:extLst>
              <a:ext uri="{FF2B5EF4-FFF2-40B4-BE49-F238E27FC236}">
                <a16:creationId xmlns:a16="http://schemas.microsoft.com/office/drawing/2014/main" id="{E00BB1E5-A2E3-7E94-0143-D5F6022721F3}"/>
              </a:ext>
            </a:extLst>
          </p:cNvPr>
          <p:cNvCxnSpPr>
            <a:cxnSpLocks/>
          </p:cNvCxnSpPr>
          <p:nvPr/>
        </p:nvCxnSpPr>
        <p:spPr>
          <a:xfrm>
            <a:off x="650287" y="5345906"/>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8D291956-5915-7FA6-C059-4C36F93B21E9}"/>
              </a:ext>
            </a:extLst>
          </p:cNvPr>
          <p:cNvSpPr txBox="1"/>
          <p:nvPr/>
        </p:nvSpPr>
        <p:spPr>
          <a:xfrm>
            <a:off x="715082" y="5369802"/>
            <a:ext cx="6597859" cy="1173013"/>
          </a:xfrm>
          <a:prstGeom prst="rect">
            <a:avLst/>
          </a:prstGeom>
          <a:noFill/>
        </p:spPr>
        <p:txBody>
          <a:bodyPr wrap="square" rtlCol="0">
            <a:spAutoFit/>
          </a:bodyPr>
          <a:lstStyle/>
          <a:p>
            <a:pPr>
              <a:lnSpc>
                <a:spcPct val="112000"/>
              </a:lnSpc>
              <a:spcBef>
                <a:spcPts val="10"/>
              </a:spcBef>
            </a:pPr>
            <a:r>
              <a:rPr lang="en-US" sz="1200" dirty="0" b="1">
                <a:solidFill>
                  <a:srgbClr val="231F20"/>
                </a:solidFill>
                <a:effectLst/>
                <a:latin typeface="Book Antiqua" panose="02040602050305030304" pitchFamily="18" charset="0"/>
                <a:ea typeface="Cambria" panose="02040503050406030204" pitchFamily="18" charset="0"/>
                <a:cs typeface="Cambria" panose="02040503050406030204" pitchFamily="18" charset="0"/>
              </a:rPr>
              <a:t>The words and expressions below are all conjunctions or conjunctive adverbs. Classify each one by type and write it in the correct column in the table below (each answer is worth a quarter of a mark).</a:t>
            </a:r>
          </a:p>
          <a:p>
            <a:pPr>
              <a:lnSpc>
                <a:spcPct val="112000"/>
              </a:lnSpc>
              <a:spcBef>
                <a:spcPts val="10"/>
              </a:spcBef>
            </a:pPr>
            <a:r>
              <a:rPr lang="en-US" sz="1200" dirty="0" b="1">
                <a:solidFill>
                  <a:srgbClr val="231F20"/>
                </a:solidFill>
                <a:effectLst/>
                <a:latin typeface="Book Antiqua" panose="02040602050305030304" pitchFamily="18" charset="0"/>
                <a:ea typeface="Cambria" panose="02040503050406030204" pitchFamily="18" charset="0"/>
                <a:cs typeface="Cambria" panose="02040503050406030204" pitchFamily="18" charset="0"/>
              </a:rPr>
              <a:t>TIP: Some of these are trick questions!</a:t>
            </a:r>
          </a:p>
        </p:txBody>
      </p:sp>
      <p:sp>
        <p:nvSpPr>
          <p:cNvPr id="25" name="Rectangle: Top Corners Snipped 24">
            <a:extLst>
              <a:ext uri="{FF2B5EF4-FFF2-40B4-BE49-F238E27FC236}">
                <a16:creationId xmlns:a16="http://schemas.microsoft.com/office/drawing/2014/main" id="{88728653-AE8C-DCDF-FFC7-88DF2C8BC1E9}"/>
              </a:ext>
            </a:extLst>
          </p:cNvPr>
          <p:cNvSpPr/>
          <p:nvPr/>
        </p:nvSpPr>
        <p:spPr>
          <a:xfrm rot="5400000">
            <a:off x="708968" y="965537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Rectangle: Top Corners Snipped 25">
            <a:extLst>
              <a:ext uri="{FF2B5EF4-FFF2-40B4-BE49-F238E27FC236}">
                <a16:creationId xmlns:a16="http://schemas.microsoft.com/office/drawing/2014/main" id="{03404C49-354C-A81A-6901-E9652C8DE664}"/>
              </a:ext>
            </a:extLst>
          </p:cNvPr>
          <p:cNvSpPr/>
          <p:nvPr/>
        </p:nvSpPr>
        <p:spPr>
          <a:xfrm rot="5400000">
            <a:off x="715083" y="833458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 name="Rectangle: Top Corners Snipped 26">
            <a:extLst>
              <a:ext uri="{FF2B5EF4-FFF2-40B4-BE49-F238E27FC236}">
                <a16:creationId xmlns:a16="http://schemas.microsoft.com/office/drawing/2014/main" id="{0BB65C9E-4F06-E4D6-3030-830965BDFE1F}"/>
              </a:ext>
            </a:extLst>
          </p:cNvPr>
          <p:cNvSpPr/>
          <p:nvPr/>
        </p:nvSpPr>
        <p:spPr>
          <a:xfrm rot="5400000">
            <a:off x="715083" y="873660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 name="Rectangle: Top Corners Snipped 27">
            <a:extLst>
              <a:ext uri="{FF2B5EF4-FFF2-40B4-BE49-F238E27FC236}">
                <a16:creationId xmlns:a16="http://schemas.microsoft.com/office/drawing/2014/main" id="{233F0C91-E65A-6FD2-83D0-784751371565}"/>
              </a:ext>
            </a:extLst>
          </p:cNvPr>
          <p:cNvSpPr/>
          <p:nvPr/>
        </p:nvSpPr>
        <p:spPr>
          <a:xfrm rot="5400000">
            <a:off x="712816" y="917382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aphicFrame>
        <p:nvGraphicFramePr>
          <p:cNvPr id="29" name="Table 30">
            <a:extLst>
              <a:ext uri="{FF2B5EF4-FFF2-40B4-BE49-F238E27FC236}">
                <a16:creationId xmlns:a16="http://schemas.microsoft.com/office/drawing/2014/main" id="{3E52E611-D815-A2E5-BB4B-F25DF0C4CCF6}"/>
              </a:ext>
            </a:extLst>
          </p:cNvPr>
          <p:cNvGraphicFramePr>
            <a:graphicFrameLocks noGrp="1"/>
          </p:cNvGraphicFramePr>
          <p:nvPr>
            <p:extLst>
              <p:ext uri="{D42A27DB-BD31-4B8C-83A1-F6EECF244321}">
                <p14:modId xmlns:p14="http://schemas.microsoft.com/office/powerpoint/2010/main" val="3530225523"/>
              </p:ext>
            </p:extLst>
          </p:nvPr>
        </p:nvGraphicFramePr>
        <p:xfrm>
          <a:off x="1330336" y="7885362"/>
          <a:ext cx="5764964" cy="2211815"/>
        </p:xfrm>
        <a:graphic>
          <a:graphicData uri="http://schemas.openxmlformats.org/drawingml/2006/table">
            <a:tbl>
              <a:tblPr firstRow="1" bandRow="1">
                <a:tableStyleId>{5940675A-B579-460E-94D1-54222C63F5DA}</a:tableStyleId>
              </a:tblPr>
              <a:tblGrid>
                <a:gridCol w="1441241">
                  <a:extLst>
                    <a:ext uri="{9D8B030D-6E8A-4147-A177-3AD203B41FA5}">
                      <a16:colId xmlns:a16="http://schemas.microsoft.com/office/drawing/2014/main" val="1338172767"/>
                    </a:ext>
                  </a:extLst>
                </a:gridCol>
                <a:gridCol w="1441241">
                  <a:extLst>
                    <a:ext uri="{9D8B030D-6E8A-4147-A177-3AD203B41FA5}">
                      <a16:colId xmlns:a16="http://schemas.microsoft.com/office/drawing/2014/main" val="406794243"/>
                    </a:ext>
                  </a:extLst>
                </a:gridCol>
                <a:gridCol w="1441241">
                  <a:extLst>
                    <a:ext uri="{9D8B030D-6E8A-4147-A177-3AD203B41FA5}">
                      <a16:colId xmlns:a16="http://schemas.microsoft.com/office/drawing/2014/main" val="2223210330"/>
                    </a:ext>
                  </a:extLst>
                </a:gridCol>
                <a:gridCol w="1441241">
                  <a:extLst>
                    <a:ext uri="{9D8B030D-6E8A-4147-A177-3AD203B41FA5}">
                      <a16:colId xmlns:a16="http://schemas.microsoft.com/office/drawing/2014/main" val="26178850"/>
                    </a:ext>
                  </a:extLst>
                </a:gridCol>
              </a:tblGrid>
              <a:tr h="442363">
                <a:tc>
                  <a:txBody>
                    <a:bodyPr/>
                    <a:lstStyle/>
                    <a:p>
                      <a:pPr algn="ctr"/>
                      <a:r>
                        <a:rPr lang="en-AU" sz="1200" dirty="0">
                          <a:latin typeface="Book Antiqua" panose="02040602050305030304" pitchFamily="18" charset="0"/>
                        </a:rPr>
                        <a:t>Coordinating</a:t>
                      </a:r>
                    </a:p>
                  </a:txBody>
                  <a:tcPr>
                    <a:solidFill>
                      <a:schemeClr val="bg2"/>
                    </a:solidFill>
                  </a:tcPr>
                </a:tc>
                <a:tc>
                  <a:txBody>
                    <a:bodyPr/>
                    <a:lstStyle/>
                    <a:p>
                      <a:pPr algn="ctr"/>
                      <a:r>
                        <a:rPr lang="en-AU" sz="1200" dirty="0">
                          <a:latin typeface="Book Antiqua" panose="02040602050305030304" pitchFamily="18" charset="0"/>
                        </a:rPr>
                        <a:t>Subordinating</a:t>
                      </a:r>
                    </a:p>
                  </a:txBody>
                  <a:tcPr>
                    <a:solidFill>
                      <a:schemeClr val="bg2"/>
                    </a:solidFill>
                  </a:tcPr>
                </a:tc>
                <a:tc>
                  <a:txBody>
                    <a:bodyPr/>
                    <a:lstStyle/>
                    <a:p>
                      <a:pPr algn="ctr"/>
                      <a:r>
                        <a:rPr lang="en-AU" sz="1200" dirty="0">
                          <a:latin typeface="Book Antiqua" panose="02040602050305030304" pitchFamily="18" charset="0"/>
                        </a:rPr>
                        <a:t>Correlative</a:t>
                      </a:r>
                    </a:p>
                  </a:txBody>
                  <a:tcPr>
                    <a:solidFill>
                      <a:schemeClr val="bg2"/>
                    </a:solidFill>
                  </a:tcPr>
                </a:tc>
                <a:tc>
                  <a:txBody>
                    <a:bodyPr/>
                    <a:lstStyle/>
                    <a:p>
                      <a:pPr algn="ctr"/>
                      <a:r>
                        <a:rPr lang="en-AU" sz="1200" dirty="0">
                          <a:latin typeface="Book Antiqua" panose="02040602050305030304" pitchFamily="18" charset="0"/>
                        </a:rPr>
                        <a:t>Conjunctive adverb</a:t>
                      </a:r>
                    </a:p>
                  </a:txBody>
                  <a:tcPr>
                    <a:solidFill>
                      <a:schemeClr val="bg2"/>
                    </a:solidFill>
                  </a:tcPr>
                </a:tc>
                <a:extLst>
                  <a:ext uri="{0D108BD9-81ED-4DB2-BD59-A6C34878D82A}">
                    <a16:rowId xmlns:a16="http://schemas.microsoft.com/office/drawing/2014/main" val="3265232040"/>
                  </a:ext>
                </a:extLst>
              </a:tr>
              <a:tr h="442363">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extLst>
                  <a:ext uri="{0D108BD9-81ED-4DB2-BD59-A6C34878D82A}">
                    <a16:rowId xmlns:a16="http://schemas.microsoft.com/office/drawing/2014/main" val="702230854"/>
                  </a:ext>
                </a:extLst>
              </a:tr>
              <a:tr h="442363">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extLst>
                  <a:ext uri="{0D108BD9-81ED-4DB2-BD59-A6C34878D82A}">
                    <a16:rowId xmlns:a16="http://schemas.microsoft.com/office/drawing/2014/main" val="187723908"/>
                  </a:ext>
                </a:extLst>
              </a:tr>
              <a:tr h="442363">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extLst>
                  <a:ext uri="{0D108BD9-81ED-4DB2-BD59-A6C34878D82A}">
                    <a16:rowId xmlns:a16="http://schemas.microsoft.com/office/drawing/2014/main" val="852706796"/>
                  </a:ext>
                </a:extLst>
              </a:tr>
              <a:tr h="442363">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tc>
                  <a:txBody>
                    <a:bodyPr/>
                    <a:lstStyle/>
                    <a:p>
                      <a:pPr algn="ctr"/>
                      <a:endParaRPr lang="en-AU" sz="1200" dirty="0">
                        <a:latin typeface="Book Antiqua" panose="02040602050305030304" pitchFamily="18" charset="0"/>
                      </a:endParaRPr>
                    </a:p>
                  </a:txBody>
                  <a:tcPr>
                    <a:solidFill>
                      <a:schemeClr val="bg1"/>
                    </a:solidFill>
                  </a:tcPr>
                </a:tc>
                <a:extLst>
                  <a:ext uri="{0D108BD9-81ED-4DB2-BD59-A6C34878D82A}">
                    <a16:rowId xmlns:a16="http://schemas.microsoft.com/office/drawing/2014/main" val="3300481547"/>
                  </a:ext>
                </a:extLst>
              </a:tr>
            </a:tbl>
          </a:graphicData>
        </a:graphic>
      </p:graphicFrame>
      <p:graphicFrame>
        <p:nvGraphicFramePr>
          <p:cNvPr id="30" name="Table 29">
            <a:extLst>
              <a:ext uri="{FF2B5EF4-FFF2-40B4-BE49-F238E27FC236}">
                <a16:creationId xmlns:a16="http://schemas.microsoft.com/office/drawing/2014/main" id="{9DF80498-9E19-BC94-2072-B8AE7A3B299F}"/>
              </a:ext>
            </a:extLst>
          </p:cNvPr>
          <p:cNvGraphicFramePr>
            <a:graphicFrameLocks noGrp="1"/>
          </p:cNvGraphicFramePr>
          <p:nvPr>
            <p:extLst>
              <p:ext uri="{D42A27DB-BD31-4B8C-83A1-F6EECF244321}">
                <p14:modId xmlns:p14="http://schemas.microsoft.com/office/powerpoint/2010/main" val="4058312902"/>
              </p:ext>
            </p:extLst>
          </p:nvPr>
        </p:nvGraphicFramePr>
        <p:xfrm>
          <a:off x="1330336" y="6317464"/>
          <a:ext cx="5764964" cy="1545328"/>
        </p:xfrm>
        <a:graphic>
          <a:graphicData uri="http://schemas.openxmlformats.org/drawingml/2006/table">
            <a:tbl>
              <a:tblPr firstRow="1" bandRow="1">
                <a:tableStyleId>{5940675A-B579-460E-94D1-54222C63F5DA}</a:tableStyleId>
              </a:tblPr>
              <a:tblGrid>
                <a:gridCol w="1441241">
                  <a:extLst>
                    <a:ext uri="{9D8B030D-6E8A-4147-A177-3AD203B41FA5}">
                      <a16:colId xmlns:a16="http://schemas.microsoft.com/office/drawing/2014/main" val="1338172767"/>
                    </a:ext>
                  </a:extLst>
                </a:gridCol>
                <a:gridCol w="1441241">
                  <a:extLst>
                    <a:ext uri="{9D8B030D-6E8A-4147-A177-3AD203B41FA5}">
                      <a16:colId xmlns:a16="http://schemas.microsoft.com/office/drawing/2014/main" val="406794243"/>
                    </a:ext>
                  </a:extLst>
                </a:gridCol>
                <a:gridCol w="1441241">
                  <a:extLst>
                    <a:ext uri="{9D8B030D-6E8A-4147-A177-3AD203B41FA5}">
                      <a16:colId xmlns:a16="http://schemas.microsoft.com/office/drawing/2014/main" val="2223210330"/>
                    </a:ext>
                  </a:extLst>
                </a:gridCol>
                <a:gridCol w="1441241">
                  <a:extLst>
                    <a:ext uri="{9D8B030D-6E8A-4147-A177-3AD203B41FA5}">
                      <a16:colId xmlns:a16="http://schemas.microsoft.com/office/drawing/2014/main" val="26178850"/>
                    </a:ext>
                  </a:extLst>
                </a:gridCol>
              </a:tblGrid>
              <a:tr h="386332">
                <a:tc>
                  <a:txBody>
                    <a:bodyPr/>
                    <a:lstStyle/>
                    <a:p>
                      <a:pPr algn="ctr"/>
                      <a:r>
                        <a:rPr lang="en-AU" sz="1200" dirty="0">
                          <a:latin typeface="Book Antiqua" panose="02040602050305030304" pitchFamily="18" charset="0"/>
                        </a:rPr>
                        <a:t>whereas</a:t>
                      </a:r>
                      <a:endParaRPr lang="en-AU" sz="1200" dirty="0">
                        <a:latin typeface="Book Antiqua" panose="02040602050305030304" pitchFamily="18" charset="0"/>
                      </a:endParaRP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nevertheless</a:t>
                      </a:r>
                      <a:endParaRPr lang="en-AU" sz="1200" dirty="0">
                        <a:latin typeface="Book Antiqua" panose="02040602050305030304" pitchFamily="18" charset="0"/>
                      </a:endParaRP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neither … nor</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for</a:t>
                      </a:r>
                      <a:endParaRPr lang="en-AU" sz="1200" dirty="0">
                        <a:latin typeface="Book Antiqua" panose="02040602050305030304" pitchFamily="18" charset="0"/>
                      </a:endParaRP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7042995"/>
                  </a:ext>
                </a:extLst>
              </a:tr>
              <a:tr h="386332">
                <a:tc>
                  <a:txBody>
                    <a:bodyPr/>
                    <a:lstStyle/>
                    <a:p>
                      <a:pPr algn="ctr"/>
                      <a:r>
                        <a:rPr lang="en-AU" sz="1200" dirty="0">
                          <a:latin typeface="Book Antiqua" panose="02040602050305030304" pitchFamily="18" charset="0"/>
                        </a:rPr>
                        <a:t>moreover</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nor</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lest</a:t>
                      </a:r>
                      <a:endParaRPr lang="en-AU" sz="1200" dirty="0">
                        <a:latin typeface="Book Antiqua" panose="02040602050305030304" pitchFamily="18" charset="0"/>
                      </a:endParaRP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both … and</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5790760"/>
                  </a:ext>
                </a:extLst>
              </a:tr>
              <a:tr h="386332">
                <a:tc>
                  <a:txBody>
                    <a:bodyPr/>
                    <a:lstStyle/>
                    <a:p>
                      <a:pPr algn="ctr"/>
                      <a:r>
                        <a:rPr lang="en-AU" sz="1200" dirty="0">
                          <a:latin typeface="Book Antiqua" panose="02040602050305030304" pitchFamily="18" charset="0"/>
                        </a:rPr>
                        <a:t>whether … or</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albeit</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conversely</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but</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5321884"/>
                  </a:ext>
                </a:extLst>
              </a:tr>
              <a:tr h="386332">
                <a:tc>
                  <a:txBody>
                    <a:bodyPr/>
                    <a:lstStyle/>
                    <a:p>
                      <a:pPr algn="ctr"/>
                      <a:r>
                        <a:rPr lang="en-AU" sz="1200" dirty="0">
                          <a:latin typeface="Book Antiqua" panose="02040602050305030304" pitchFamily="18" charset="0"/>
                        </a:rPr>
                        <a:t>or</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consequently</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not only … but also</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unless</a:t>
                      </a:r>
                    </a:p>
                  </a:txBody>
                  <a:tcPr marL="36000" marR="3600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60598603"/>
                  </a:ext>
                </a:extLst>
              </a:tr>
            </a:tbl>
          </a:graphicData>
        </a:graphic>
      </p:graphicFrame>
      <p:sp>
        <p:nvSpPr>
          <p:cNvPr id="31" name="TextBox 30">
            <a:extLst>
              <a:ext uri="{FF2B5EF4-FFF2-40B4-BE49-F238E27FC236}">
                <a16:creationId xmlns:a16="http://schemas.microsoft.com/office/drawing/2014/main" id="{E340910F-FD70-36AF-473C-674786B98C5B}"/>
              </a:ext>
            </a:extLst>
          </p:cNvPr>
          <p:cNvSpPr txBox="1"/>
          <p:nvPr/>
        </p:nvSpPr>
        <p:spPr>
          <a:xfrm>
            <a:off x="632913" y="9766310"/>
            <a:ext cx="420159" cy="276999"/>
          </a:xfrm>
          <a:prstGeom prst="rect">
            <a:avLst/>
          </a:prstGeom>
          <a:noFill/>
        </p:spPr>
        <p:txBody>
          <a:bodyPr wrap="square" rtlCol="0">
            <a:spAutoFit/>
          </a:bodyPr>
          <a:lstStyle/>
          <a:p>
            <a:r>
              <a:rPr lang="en-AU" sz="1200" b="1" spc="-50" dirty="0">
                <a:solidFill>
                  <a:srgbClr val="231F20"/>
                </a:solidFill>
                <a:latin typeface="Arial"/>
                <a:cs typeface="Arial"/>
              </a:rPr>
              <a:t> 10</a:t>
            </a:r>
            <a:endParaRPr lang="en-AU" sz="1200" dirty="0"/>
          </a:p>
        </p:txBody>
      </p:sp>
      <p:sp>
        <p:nvSpPr>
          <p:cNvPr id="32" name="TextBox 31">
            <a:extLst>
              <a:ext uri="{FF2B5EF4-FFF2-40B4-BE49-F238E27FC236}">
                <a16:creationId xmlns:a16="http://schemas.microsoft.com/office/drawing/2014/main" id="{DE99396E-3340-A303-BC4B-FD683C00B878}"/>
              </a:ext>
            </a:extLst>
          </p:cNvPr>
          <p:cNvSpPr txBox="1"/>
          <p:nvPr/>
        </p:nvSpPr>
        <p:spPr>
          <a:xfrm>
            <a:off x="690301" y="8432565"/>
            <a:ext cx="374237" cy="276999"/>
          </a:xfrm>
          <a:prstGeom prst="rect">
            <a:avLst/>
          </a:prstGeom>
          <a:noFill/>
        </p:spPr>
        <p:txBody>
          <a:bodyPr wrap="square" rtlCol="0">
            <a:spAutoFit/>
          </a:bodyPr>
          <a:lstStyle/>
          <a:p>
            <a:r>
              <a:rPr lang="en-AU" sz="1200" b="1" spc="-50" dirty="0">
                <a:solidFill>
                  <a:srgbClr val="231F20"/>
                </a:solidFill>
                <a:latin typeface="Arial"/>
                <a:cs typeface="Arial"/>
              </a:rPr>
              <a:t> 7</a:t>
            </a:r>
            <a:endParaRPr lang="en-AU" sz="1200" dirty="0"/>
          </a:p>
        </p:txBody>
      </p:sp>
      <p:sp>
        <p:nvSpPr>
          <p:cNvPr id="33" name="TextBox 32">
            <a:extLst>
              <a:ext uri="{FF2B5EF4-FFF2-40B4-BE49-F238E27FC236}">
                <a16:creationId xmlns:a16="http://schemas.microsoft.com/office/drawing/2014/main" id="{05A0351D-673B-79BF-143E-D8C2CE62852F}"/>
              </a:ext>
            </a:extLst>
          </p:cNvPr>
          <p:cNvSpPr txBox="1"/>
          <p:nvPr/>
        </p:nvSpPr>
        <p:spPr>
          <a:xfrm>
            <a:off x="703847" y="8850295"/>
            <a:ext cx="374237" cy="276999"/>
          </a:xfrm>
          <a:prstGeom prst="rect">
            <a:avLst/>
          </a:prstGeom>
          <a:noFill/>
        </p:spPr>
        <p:txBody>
          <a:bodyPr wrap="square" rtlCol="0">
            <a:spAutoFit/>
          </a:bodyPr>
          <a:lstStyle/>
          <a:p>
            <a:r>
              <a:rPr lang="en-AU" sz="1200" b="1" spc="-50" dirty="0">
                <a:solidFill>
                  <a:srgbClr val="231F20"/>
                </a:solidFill>
                <a:latin typeface="Arial"/>
                <a:cs typeface="Arial"/>
              </a:rPr>
              <a:t> 8</a:t>
            </a:r>
            <a:endParaRPr lang="en-AU" sz="1200" dirty="0"/>
          </a:p>
        </p:txBody>
      </p:sp>
      <p:sp>
        <p:nvSpPr>
          <p:cNvPr id="34" name="TextBox 33">
            <a:extLst>
              <a:ext uri="{FF2B5EF4-FFF2-40B4-BE49-F238E27FC236}">
                <a16:creationId xmlns:a16="http://schemas.microsoft.com/office/drawing/2014/main" id="{01045046-1DC8-52AE-2ADB-E4FBD8FF1630}"/>
              </a:ext>
            </a:extLst>
          </p:cNvPr>
          <p:cNvSpPr txBox="1"/>
          <p:nvPr/>
        </p:nvSpPr>
        <p:spPr>
          <a:xfrm>
            <a:off x="686826" y="9280472"/>
            <a:ext cx="374237" cy="276999"/>
          </a:xfrm>
          <a:prstGeom prst="rect">
            <a:avLst/>
          </a:prstGeom>
          <a:noFill/>
        </p:spPr>
        <p:txBody>
          <a:bodyPr wrap="square" rtlCol="0">
            <a:spAutoFit/>
          </a:bodyPr>
          <a:lstStyle/>
          <a:p>
            <a:r>
              <a:rPr lang="en-AU" sz="1200" b="1" spc="-50" dirty="0">
                <a:solidFill>
                  <a:srgbClr val="231F20"/>
                </a:solidFill>
                <a:latin typeface="Arial"/>
                <a:cs typeface="Arial"/>
              </a:rPr>
              <a:t> 9</a:t>
            </a:r>
            <a:endParaRPr lang="en-AU" sz="1200" dirty="0"/>
          </a:p>
        </p:txBody>
      </p:sp>
      <p:sp>
        <p:nvSpPr>
          <p:cNvPr id="37" name="object 34">
            <a:extLst>
              <a:ext uri="{FF2B5EF4-FFF2-40B4-BE49-F238E27FC236}">
                <a16:creationId xmlns:a16="http://schemas.microsoft.com/office/drawing/2014/main" id="{8BC37211-4DA5-82DB-5747-189A1EA7C63E}"/>
              </a:ext>
            </a:extLst>
          </p:cNvPr>
          <p:cNvSpPr txBox="1"/>
          <p:nvPr/>
        </p:nvSpPr>
        <p:spPr>
          <a:xfrm>
            <a:off x="762922" y="744963"/>
            <a:ext cx="6594868" cy="197490"/>
          </a:xfrm>
          <a:prstGeom prst="rect">
            <a:avLst/>
          </a:prstGeom>
        </p:spPr>
        <p:txBody>
          <a:bodyPr vert="horz" wrap="square" lIns="0" tIns="12700" rIns="0" bIns="0" rtlCol="0">
            <a:spAutoFit/>
          </a:bodyPr>
          <a:lstStyle/>
          <a:p>
            <a:pPr marL="12700">
              <a:lnSpc>
                <a:spcPct val="100000"/>
              </a:lnSpc>
              <a:spcBef>
                <a:spcPts val="100"/>
              </a:spcBef>
            </a:pPr>
            <a:r>
              <a:rPr lang="en-AU" sz="1200" b="1" spc="-20" dirty="0">
                <a:solidFill>
                  <a:srgbClr val="231F20"/>
                </a:solidFill>
                <a:latin typeface="Book Antiqua" panose="02040602050305030304" pitchFamily="18" charset="0"/>
                <a:cs typeface="Cambria"/>
              </a:rPr>
              <a:t>Choose the correct words to complete each sentence (½ mark per word).</a:t>
            </a:r>
            <a:endParaRPr sz="1200" b="1" dirty="0">
              <a:latin typeface="Book Antiqua" panose="02040602050305030304" pitchFamily="18" charset="0"/>
              <a:cs typeface="Cambria"/>
            </a:endParaRPr>
          </a:p>
        </p:txBody>
      </p:sp>
      <p:sp>
        <p:nvSpPr>
          <p:cNvPr id="38" name="Rectangle: Top Corners Snipped 37">
            <a:extLst>
              <a:ext uri="{FF2B5EF4-FFF2-40B4-BE49-F238E27FC236}">
                <a16:creationId xmlns:a16="http://schemas.microsoft.com/office/drawing/2014/main" id="{165C282C-8A93-7273-03DF-B0BEC04B0E88}"/>
              </a:ext>
            </a:extLst>
          </p:cNvPr>
          <p:cNvSpPr/>
          <p:nvPr/>
        </p:nvSpPr>
        <p:spPr>
          <a:xfrm rot="5400000">
            <a:off x="718351" y="115947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9" name="Rectangle: Top Corners Snipped 38">
            <a:extLst>
              <a:ext uri="{FF2B5EF4-FFF2-40B4-BE49-F238E27FC236}">
                <a16:creationId xmlns:a16="http://schemas.microsoft.com/office/drawing/2014/main" id="{4B8BD083-A08F-50BB-C4A6-8AFFBEF47FEB}"/>
              </a:ext>
            </a:extLst>
          </p:cNvPr>
          <p:cNvSpPr/>
          <p:nvPr/>
        </p:nvSpPr>
        <p:spPr>
          <a:xfrm rot="5400000">
            <a:off x="711589" y="186067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40" name="Rectangle: Top Corners Snipped 39">
            <a:extLst>
              <a:ext uri="{FF2B5EF4-FFF2-40B4-BE49-F238E27FC236}">
                <a16:creationId xmlns:a16="http://schemas.microsoft.com/office/drawing/2014/main" id="{0493B52C-E4BF-EB17-238F-8346DCB07A17}"/>
              </a:ext>
            </a:extLst>
          </p:cNvPr>
          <p:cNvSpPr/>
          <p:nvPr/>
        </p:nvSpPr>
        <p:spPr>
          <a:xfrm rot="5400000">
            <a:off x="718350" y="256374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41" name="Rectangle: Top Corners Snipped 40">
            <a:extLst>
              <a:ext uri="{FF2B5EF4-FFF2-40B4-BE49-F238E27FC236}">
                <a16:creationId xmlns:a16="http://schemas.microsoft.com/office/drawing/2014/main" id="{AF389F0B-9A66-2BA8-9ABA-8A6CAC760480}"/>
              </a:ext>
            </a:extLst>
          </p:cNvPr>
          <p:cNvSpPr/>
          <p:nvPr/>
        </p:nvSpPr>
        <p:spPr>
          <a:xfrm rot="5400000">
            <a:off x="708968" y="330488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9" name="TextBox 48">
            <a:extLst>
              <a:ext uri="{FF2B5EF4-FFF2-40B4-BE49-F238E27FC236}">
                <a16:creationId xmlns:a16="http://schemas.microsoft.com/office/drawing/2014/main" id="{21AD81B6-58BF-8289-6D40-F41CAD7CF761}"/>
              </a:ext>
            </a:extLst>
          </p:cNvPr>
          <p:cNvSpPr txBox="1"/>
          <p:nvPr/>
        </p:nvSpPr>
        <p:spPr>
          <a:xfrm>
            <a:off x="715082" y="1263462"/>
            <a:ext cx="374237" cy="276999"/>
          </a:xfrm>
          <a:prstGeom prst="rect">
            <a:avLst/>
          </a:prstGeom>
          <a:noFill/>
        </p:spPr>
        <p:txBody>
          <a:bodyPr wrap="square" rtlCol="0">
            <a:spAutoFit/>
          </a:bodyPr>
          <a:lstStyle/>
          <a:p>
            <a:r>
              <a:rPr lang="en-US" sz="1200" b="1" spc="-50" dirty="0">
                <a:solidFill>
                  <a:srgbClr val="231F20"/>
                </a:solidFill>
                <a:latin typeface="Arial"/>
                <a:cs typeface="Arial"/>
              </a:rPr>
              <a:t>1</a:t>
            </a:r>
            <a:endParaRPr lang="en-AU" sz="1200" dirty="0"/>
          </a:p>
        </p:txBody>
      </p:sp>
      <p:sp>
        <p:nvSpPr>
          <p:cNvPr id="50" name="TextBox 49">
            <a:extLst>
              <a:ext uri="{FF2B5EF4-FFF2-40B4-BE49-F238E27FC236}">
                <a16:creationId xmlns:a16="http://schemas.microsoft.com/office/drawing/2014/main" id="{14BF345A-4997-5BA7-796A-1BBC6D14C2C9}"/>
              </a:ext>
            </a:extLst>
          </p:cNvPr>
          <p:cNvSpPr txBox="1"/>
          <p:nvPr/>
        </p:nvSpPr>
        <p:spPr>
          <a:xfrm>
            <a:off x="731283" y="1956814"/>
            <a:ext cx="374237" cy="276999"/>
          </a:xfrm>
          <a:prstGeom prst="rect">
            <a:avLst/>
          </a:prstGeom>
          <a:noFill/>
        </p:spPr>
        <p:txBody>
          <a:bodyPr wrap="square" rtlCol="0">
            <a:spAutoFit/>
          </a:bodyPr>
          <a:lstStyle/>
          <a:p>
            <a:r>
              <a:rPr lang="en-US" sz="1200" b="1" spc="-50" dirty="0">
                <a:solidFill>
                  <a:srgbClr val="231F20"/>
                </a:solidFill>
                <a:latin typeface="Arial"/>
                <a:cs typeface="Arial"/>
              </a:rPr>
              <a:t>2</a:t>
            </a:r>
            <a:endParaRPr lang="en-AU" sz="1200" dirty="0"/>
          </a:p>
        </p:txBody>
      </p:sp>
      <p:sp>
        <p:nvSpPr>
          <p:cNvPr id="51" name="TextBox 50">
            <a:extLst>
              <a:ext uri="{FF2B5EF4-FFF2-40B4-BE49-F238E27FC236}">
                <a16:creationId xmlns:a16="http://schemas.microsoft.com/office/drawing/2014/main" id="{20D50D64-7A50-7539-8097-04261F71E2AF}"/>
              </a:ext>
            </a:extLst>
          </p:cNvPr>
          <p:cNvSpPr txBox="1"/>
          <p:nvPr/>
        </p:nvSpPr>
        <p:spPr>
          <a:xfrm>
            <a:off x="727714" y="2662320"/>
            <a:ext cx="374237" cy="276999"/>
          </a:xfrm>
          <a:prstGeom prst="rect">
            <a:avLst/>
          </a:prstGeom>
          <a:noFill/>
        </p:spPr>
        <p:txBody>
          <a:bodyPr wrap="square" rtlCol="0">
            <a:spAutoFit/>
          </a:bodyPr>
          <a:lstStyle/>
          <a:p>
            <a:r>
              <a:rPr lang="en-US" sz="1200" b="1" spc="-50" dirty="0">
                <a:solidFill>
                  <a:srgbClr val="231F20"/>
                </a:solidFill>
                <a:latin typeface="Arial"/>
                <a:cs typeface="Arial"/>
              </a:rPr>
              <a:t>3</a:t>
            </a:r>
            <a:endParaRPr lang="en-AU" sz="1200" dirty="0"/>
          </a:p>
        </p:txBody>
      </p:sp>
      <p:sp>
        <p:nvSpPr>
          <p:cNvPr id="52" name="TextBox 51">
            <a:extLst>
              <a:ext uri="{FF2B5EF4-FFF2-40B4-BE49-F238E27FC236}">
                <a16:creationId xmlns:a16="http://schemas.microsoft.com/office/drawing/2014/main" id="{53AD80FF-9072-E5F5-14F3-2F4DEC1CB120}"/>
              </a:ext>
            </a:extLst>
          </p:cNvPr>
          <p:cNvSpPr txBox="1"/>
          <p:nvPr/>
        </p:nvSpPr>
        <p:spPr>
          <a:xfrm>
            <a:off x="709639" y="3397253"/>
            <a:ext cx="374237" cy="276999"/>
          </a:xfrm>
          <a:prstGeom prst="rect">
            <a:avLst/>
          </a:prstGeom>
          <a:noFill/>
        </p:spPr>
        <p:txBody>
          <a:bodyPr wrap="square" rtlCol="0">
            <a:spAutoFit/>
          </a:bodyPr>
          <a:lstStyle/>
          <a:p>
            <a:r>
              <a:rPr lang="en-US" sz="1200" b="1" spc="-50" dirty="0">
                <a:solidFill>
                  <a:srgbClr val="231F20"/>
                </a:solidFill>
                <a:latin typeface="Arial"/>
                <a:cs typeface="Arial"/>
              </a:rPr>
              <a:t>4</a:t>
            </a:r>
            <a:endParaRPr lang="en-AU" sz="1200" dirty="0"/>
          </a:p>
        </p:txBody>
      </p:sp>
      <p:sp>
        <p:nvSpPr>
          <p:cNvPr id="55" name="Rectangle: Top Corners Snipped 54">
            <a:extLst>
              <a:ext uri="{FF2B5EF4-FFF2-40B4-BE49-F238E27FC236}">
                <a16:creationId xmlns:a16="http://schemas.microsoft.com/office/drawing/2014/main" id="{F1DB9C34-EE66-9CF3-D142-7EB1BB2EE2B4}"/>
              </a:ext>
            </a:extLst>
          </p:cNvPr>
          <p:cNvSpPr/>
          <p:nvPr/>
        </p:nvSpPr>
        <p:spPr>
          <a:xfrm rot="5400000">
            <a:off x="713334" y="4014867"/>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6" name="TextBox 55">
            <a:extLst>
              <a:ext uri="{FF2B5EF4-FFF2-40B4-BE49-F238E27FC236}">
                <a16:creationId xmlns:a16="http://schemas.microsoft.com/office/drawing/2014/main" id="{78A8F592-ED5E-390B-A7A1-8FC36280A783}"/>
              </a:ext>
            </a:extLst>
          </p:cNvPr>
          <p:cNvSpPr txBox="1"/>
          <p:nvPr/>
        </p:nvSpPr>
        <p:spPr>
          <a:xfrm>
            <a:off x="731283" y="4111911"/>
            <a:ext cx="374237" cy="276999"/>
          </a:xfrm>
          <a:prstGeom prst="rect">
            <a:avLst/>
          </a:prstGeom>
          <a:noFill/>
        </p:spPr>
        <p:txBody>
          <a:bodyPr wrap="square" rtlCol="0">
            <a:spAutoFit/>
          </a:bodyPr>
          <a:lstStyle/>
          <a:p>
            <a:r>
              <a:rPr lang="en-US" sz="1200" b="1" spc="-50" dirty="0">
                <a:solidFill>
                  <a:srgbClr val="231F20"/>
                </a:solidFill>
                <a:latin typeface="Arial"/>
                <a:cs typeface="Arial"/>
              </a:rPr>
              <a:t>5</a:t>
            </a:r>
            <a:endParaRPr lang="en-AU" sz="1200" dirty="0"/>
          </a:p>
        </p:txBody>
      </p:sp>
      <p:sp>
        <p:nvSpPr>
          <p:cNvPr id="59" name="Rectangle: Top Corners Snipped 58">
            <a:extLst>
              <a:ext uri="{FF2B5EF4-FFF2-40B4-BE49-F238E27FC236}">
                <a16:creationId xmlns:a16="http://schemas.microsoft.com/office/drawing/2014/main" id="{0DDD7B53-4513-3CD4-39FD-688E61DF7A2D}"/>
              </a:ext>
            </a:extLst>
          </p:cNvPr>
          <p:cNvSpPr/>
          <p:nvPr/>
        </p:nvSpPr>
        <p:spPr>
          <a:xfrm rot="5400000">
            <a:off x="709082" y="475588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0" name="TextBox 59">
            <a:extLst>
              <a:ext uri="{FF2B5EF4-FFF2-40B4-BE49-F238E27FC236}">
                <a16:creationId xmlns:a16="http://schemas.microsoft.com/office/drawing/2014/main" id="{3A46F35C-072D-2EA4-8C5A-80EDCEB85EEF}"/>
              </a:ext>
            </a:extLst>
          </p:cNvPr>
          <p:cNvSpPr txBox="1"/>
          <p:nvPr/>
        </p:nvSpPr>
        <p:spPr>
          <a:xfrm>
            <a:off x="727031" y="4852930"/>
            <a:ext cx="374237" cy="276999"/>
          </a:xfrm>
          <a:prstGeom prst="rect">
            <a:avLst/>
          </a:prstGeom>
          <a:noFill/>
        </p:spPr>
        <p:txBody>
          <a:bodyPr wrap="square" rtlCol="0">
            <a:spAutoFit/>
          </a:bodyPr>
          <a:lstStyle/>
          <a:p>
            <a:r>
              <a:rPr lang="en-US" sz="1200" b="1" spc="-50" dirty="0">
                <a:solidFill>
                  <a:srgbClr val="231F20"/>
                </a:solidFill>
                <a:latin typeface="Arial"/>
                <a:cs typeface="Arial"/>
              </a:rPr>
              <a:t>6</a:t>
            </a:r>
            <a:endParaRPr lang="en-AU" sz="1200" dirty="0"/>
          </a:p>
        </p:txBody>
      </p:sp>
      <p:sp>
        <p:nvSpPr>
          <p:cNvPr id="61" name="TextBox 60">
            <a:extLst>
              <a:ext uri="{FF2B5EF4-FFF2-40B4-BE49-F238E27FC236}">
                <a16:creationId xmlns:a16="http://schemas.microsoft.com/office/drawing/2014/main" id="{C1C479E9-53AD-A195-D63B-C529D844CCD0}"/>
              </a:ext>
            </a:extLst>
          </p:cNvPr>
          <p:cNvSpPr txBox="1"/>
          <p:nvPr/>
        </p:nvSpPr>
        <p:spPr>
          <a:xfrm>
            <a:off x="1152144" y="976469"/>
            <a:ext cx="6382512" cy="4335931"/>
          </a:xfrm>
          <a:prstGeom prst="rect">
            <a:avLst/>
          </a:prstGeom>
          <a:noFill/>
        </p:spPr>
        <p:txBody>
          <a:bodyPr wrap="square">
            <a:spAutoFit/>
          </a:bodyPr>
          <a:lstStyle/>
          <a:p>
            <a:pPr>
              <a:lnSpc>
                <a:spcPct val="170000"/>
              </a:lnSpc>
              <a:spcAft>
                <a:spcPts val="800"/>
              </a:spcAft>
            </a:pPr>
            <a:r>
              <a:rPr lang="en-US" sz="1200" dirty="0">
                <a:latin typeface="Book Antiqua" panose="02040602050305030304" pitchFamily="18" charset="0"/>
              </a:rPr>
              <a:t xml:space="preserve">The forger's </a:t>
            </a:r>
            <a:r>
              <a:rPr lang="en-US" sz="1200" dirty="0" b="1">
                <a:latin typeface="Book Antiqua" panose="02040602050305030304" pitchFamily="18" charset="0"/>
              </a:rPr>
              <a:t>ingenious/ingenuous</a:t>
            </a:r>
            <a:r>
              <a:rPr lang="en-US" sz="1200" dirty="0">
                <a:latin typeface="Book Antiqua" panose="02040602050305030304" pitchFamily="18" charset="0"/>
              </a:rPr>
              <a:t xml:space="preserve"> method fooled experts for years, yet his </a:t>
            </a:r>
            <a:r>
              <a:rPr lang="en-US" sz="1200" dirty="0" b="1">
                <a:latin typeface="Book Antiqua" panose="02040602050305030304" pitchFamily="18" charset="0"/>
              </a:rPr>
              <a:t>ingenious/ingenuous</a:t>
            </a:r>
            <a:r>
              <a:rPr lang="en-US" sz="1200" dirty="0">
                <a:latin typeface="Book Antiqua" panose="02040602050305030304" pitchFamily="18" charset="0"/>
              </a:rPr>
              <a:t xml:space="preserve"> confession to a stranger on a train undid him within a week.</a:t>
            </a:r>
          </a:p>
          <a:p>
            <a:pPr>
              <a:lnSpc>
                <a:spcPct val="170000"/>
              </a:lnSpc>
              <a:spcAft>
                <a:spcPts val="800"/>
              </a:spcAft>
            </a:pPr>
            <a:r>
              <a:rPr lang="en-US" sz="1200" dirty="0">
                <a:latin typeface="Book Antiqua" panose="02040602050305030304" pitchFamily="18" charset="0"/>
              </a:rPr>
              <a:t xml:space="preserve">The debating final needed a </a:t>
            </a:r>
            <a:r>
              <a:rPr lang="en-US" sz="1200" dirty="0" b="1">
                <a:latin typeface="Book Antiqua" panose="02040602050305030304" pitchFamily="18" charset="0"/>
              </a:rPr>
              <a:t>disinterested/uninterested</a:t>
            </a:r>
            <a:r>
              <a:rPr lang="en-US" sz="1200" dirty="0">
                <a:latin typeface="Book Antiqua" panose="02040602050305030304" pitchFamily="18" charset="0"/>
              </a:rPr>
              <a:t xml:space="preserve"> judge, yet the one appointed seemed completely </a:t>
            </a:r>
            <a:r>
              <a:rPr lang="en-US" sz="1200" dirty="0" b="1">
                <a:latin typeface="Book Antiqua" panose="02040602050305030304" pitchFamily="18" charset="0"/>
              </a:rPr>
              <a:t>disinterested/uninterested</a:t>
            </a:r>
            <a:r>
              <a:rPr lang="en-US" sz="1200" dirty="0">
                <a:latin typeface="Book Antiqua" panose="02040602050305030304" pitchFamily="18" charset="0"/>
              </a:rPr>
              <a:t xml:space="preserve"> in the arguments.</a:t>
            </a:r>
          </a:p>
          <a:p>
            <a:pPr>
              <a:lnSpc>
                <a:spcPct val="170000"/>
              </a:lnSpc>
              <a:spcAft>
                <a:spcPts val="800"/>
              </a:spcAft>
            </a:pPr>
            <a:r>
              <a:rPr lang="en-US" sz="1200" dirty="0">
                <a:latin typeface="Book Antiqua" panose="02040602050305030304" pitchFamily="18" charset="0"/>
              </a:rPr>
              <a:t xml:space="preserve">Before selling his collection, Dad asked a dealer to </a:t>
            </a:r>
            <a:r>
              <a:rPr lang="en-US" sz="1200" dirty="0" b="1">
                <a:latin typeface="Book Antiqua" panose="02040602050305030304" pitchFamily="18" charset="0"/>
              </a:rPr>
              <a:t>appraise/apprise</a:t>
            </a:r>
            <a:r>
              <a:rPr lang="en-US" sz="1200" dirty="0">
                <a:latin typeface="Book Antiqua" panose="02040602050305030304" pitchFamily="18" charset="0"/>
              </a:rPr>
              <a:t xml:space="preserve"> his old trading cards and to </a:t>
            </a:r>
            <a:r>
              <a:rPr lang="en-US" sz="1200" dirty="0" b="1">
                <a:latin typeface="Book Antiqua" panose="02040602050305030304" pitchFamily="18" charset="0"/>
              </a:rPr>
              <a:t>appraise/apprise</a:t>
            </a:r>
            <a:r>
              <a:rPr lang="en-US" sz="1200" dirty="0">
                <a:latin typeface="Book Antiqua" panose="02040602050305030304" pitchFamily="18" charset="0"/>
              </a:rPr>
              <a:t xml:space="preserve"> him of any fakes.</a:t>
            </a:r>
          </a:p>
          <a:p>
            <a:pPr>
              <a:lnSpc>
                <a:spcPct val="170000"/>
              </a:lnSpc>
              <a:spcAft>
                <a:spcPts val="800"/>
              </a:spcAft>
            </a:pPr>
            <a:r>
              <a:rPr lang="en-US" sz="1200" dirty="0">
                <a:latin typeface="Book Antiqua" panose="02040602050305030304" pitchFamily="18" charset="0"/>
              </a:rPr>
              <a:t xml:space="preserve">The explorers' ship </a:t>
            </a:r>
            <a:r>
              <a:rPr lang="en-US" sz="1200" dirty="0" b="1">
                <a:latin typeface="Book Antiqua" panose="02040602050305030304" pitchFamily="18" charset="0"/>
              </a:rPr>
              <a:t>floundered/foundered</a:t>
            </a:r>
            <a:r>
              <a:rPr lang="en-US" sz="1200" dirty="0">
                <a:latin typeface="Book Antiqua" panose="02040602050305030304" pitchFamily="18" charset="0"/>
              </a:rPr>
              <a:t xml:space="preserve"> in heavy seas near Antarctica, and the exhausted survivors </a:t>
            </a:r>
            <a:r>
              <a:rPr lang="en-US" sz="1200" dirty="0" b="1">
                <a:latin typeface="Book Antiqua" panose="02040602050305030304" pitchFamily="18" charset="0"/>
              </a:rPr>
              <a:t>floundered/foundered</a:t>
            </a:r>
            <a:r>
              <a:rPr lang="en-US" sz="1200" dirty="0">
                <a:latin typeface="Book Antiqua" panose="02040602050305030304" pitchFamily="18" charset="0"/>
              </a:rPr>
              <a:t xml:space="preserve"> through waist-deep snow.</a:t>
            </a:r>
          </a:p>
          <a:p>
            <a:pPr>
              <a:lnSpc>
                <a:spcPct val="170000"/>
              </a:lnSpc>
              <a:spcAft>
                <a:spcPts val="800"/>
              </a:spcAft>
            </a:pPr>
            <a:r>
              <a:rPr lang="en-US" sz="1200" dirty="0">
                <a:latin typeface="Book Antiqua" panose="02040602050305030304" pitchFamily="18" charset="0"/>
              </a:rPr>
              <a:t xml:space="preserve">Several injuries </a:t>
            </a:r>
            <a:r>
              <a:rPr lang="en-US" sz="1200" dirty="0" b="1">
                <a:latin typeface="Book Antiqua" panose="02040602050305030304" pitchFamily="18" charset="0"/>
              </a:rPr>
              <a:t>mitigate/militate</a:t>
            </a:r>
            <a:r>
              <a:rPr lang="en-US" sz="1200" dirty="0">
                <a:latin typeface="Book Antiqua" panose="02040602050305030304" pitchFamily="18" charset="0"/>
              </a:rPr>
              <a:t xml:space="preserve"> against our chances in the final, although a strong bench may </a:t>
            </a:r>
            <a:r>
              <a:rPr lang="en-US" sz="1200" dirty="0" b="1">
                <a:latin typeface="Book Antiqua" panose="02040602050305030304" pitchFamily="18" charset="0"/>
              </a:rPr>
              <a:t>mitigate/militate</a:t>
            </a:r>
            <a:r>
              <a:rPr lang="en-US" sz="1200" dirty="0">
                <a:latin typeface="Book Antiqua" panose="02040602050305030304" pitchFamily="18" charset="0"/>
              </a:rPr>
              <a:t xml:space="preserve"> the worst of the damage.</a:t>
            </a:r>
          </a:p>
          <a:p>
            <a:pPr>
              <a:lnSpc>
                <a:spcPct val="170000"/>
              </a:lnSpc>
              <a:spcAft>
                <a:spcPts val="800"/>
              </a:spcAft>
            </a:pPr>
            <a:r>
              <a:rPr lang="en-US" sz="1200" dirty="0">
                <a:latin typeface="Book Antiqua" panose="02040602050305030304" pitchFamily="18" charset="0"/>
              </a:rPr>
              <a:t xml:space="preserve">The tyrant </a:t>
            </a:r>
            <a:r>
              <a:rPr lang="en-US" sz="1200" dirty="0" b="1">
                <a:latin typeface="Book Antiqua" panose="02040602050305030304" pitchFamily="18" charset="0"/>
              </a:rPr>
              <a:t>prescribed/proscribed</a:t>
            </a:r>
            <a:r>
              <a:rPr lang="en-US" sz="1200" dirty="0">
                <a:latin typeface="Book Antiqua" panose="02040602050305030304" pitchFamily="18" charset="0"/>
              </a:rPr>
              <a:t xml:space="preserve"> all music in the capital, then </a:t>
            </a:r>
            <a:r>
              <a:rPr lang="en-US" sz="1200" dirty="0" b="1">
                <a:latin typeface="Book Antiqua" panose="02040602050305030304" pitchFamily="18" charset="0"/>
              </a:rPr>
              <a:t>prescribed/proscribed</a:t>
            </a:r>
            <a:r>
              <a:rPr lang="en-US" sz="1200" dirty="0">
                <a:latin typeface="Book Antiqua" panose="02040602050305030304" pitchFamily="18" charset="0"/>
              </a:rPr>
              <a:t xml:space="preserve"> a daily anthem celebrating his own victories.</a:t>
            </a:r>
            <a:endParaRPr lang="en-AU" sz="1200" kern="100" dirty="0">
              <a:effectLst/>
              <a:latin typeface="Book Antiqua" panose="02040602050305030304" pitchFamily="18" charset="0"/>
              <a:ea typeface="Yu Mincho" panose="02020400000000000000" pitchFamily="18" charset="-128"/>
              <a:cs typeface="Times New Roman" panose="02020603050405020304" pitchFamily="18" charset="0"/>
            </a:endParaRPr>
          </a:p>
        </p:txBody>
      </p:sp>
    </p:spTree>
    <p:extLst>
      <p:ext uri="{BB962C8B-B14F-4D97-AF65-F5344CB8AC3E}">
        <p14:creationId xmlns:p14="http://schemas.microsoft.com/office/powerpoint/2010/main" val="3136937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207965"/>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41491" y="207965"/>
            <a:ext cx="0" cy="9682984"/>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4462" y="9890949"/>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649D0BE1-2EDF-9D3F-9AA3-71EA3CE62C7A}"/>
              </a:ext>
            </a:extLst>
          </p:cNvPr>
          <p:cNvCxnSpPr>
            <a:cxnSpLocks/>
          </p:cNvCxnSpPr>
          <p:nvPr/>
        </p:nvCxnSpPr>
        <p:spPr>
          <a:xfrm>
            <a:off x="663661" y="9892404"/>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4" name="object 34">
            <a:extLst>
              <a:ext uri="{FF2B5EF4-FFF2-40B4-BE49-F238E27FC236}">
                <a16:creationId xmlns:a16="http://schemas.microsoft.com/office/drawing/2014/main" id="{95DF739C-3192-6132-5E9B-AD827E1821F7}"/>
              </a:ext>
            </a:extLst>
          </p:cNvPr>
          <p:cNvSpPr txBox="1"/>
          <p:nvPr/>
        </p:nvSpPr>
        <p:spPr>
          <a:xfrm>
            <a:off x="696835" y="10144659"/>
            <a:ext cx="3671806"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NUMBER OF CORRECT ANSWERS</a:t>
            </a:r>
            <a:endParaRPr b="1" dirty="0">
              <a:latin typeface="Candara" panose="020E0502030303020204" pitchFamily="34" charset="0"/>
              <a:cs typeface="Cambria"/>
            </a:endParaRPr>
          </a:p>
        </p:txBody>
      </p:sp>
      <p:sp>
        <p:nvSpPr>
          <p:cNvPr id="7" name="Rectangle 6">
            <a:extLst>
              <a:ext uri="{FF2B5EF4-FFF2-40B4-BE49-F238E27FC236}">
                <a16:creationId xmlns:a16="http://schemas.microsoft.com/office/drawing/2014/main" id="{69E24734-DF31-3A7F-D61D-63424D5D73F8}"/>
              </a:ext>
            </a:extLst>
          </p:cNvPr>
          <p:cNvSpPr/>
          <p:nvPr/>
        </p:nvSpPr>
        <p:spPr>
          <a:xfrm>
            <a:off x="5064072" y="10018269"/>
            <a:ext cx="1136755"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bject 34">
            <a:extLst>
              <a:ext uri="{FF2B5EF4-FFF2-40B4-BE49-F238E27FC236}">
                <a16:creationId xmlns:a16="http://schemas.microsoft.com/office/drawing/2014/main" id="{5E469678-8223-2EE8-7E84-BA974DF12FDB}"/>
              </a:ext>
            </a:extLst>
          </p:cNvPr>
          <p:cNvSpPr txBox="1"/>
          <p:nvPr/>
        </p:nvSpPr>
        <p:spPr>
          <a:xfrm>
            <a:off x="5632449" y="10107321"/>
            <a:ext cx="761833"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/20</a:t>
            </a:r>
            <a:endParaRPr b="1" dirty="0">
              <a:latin typeface="Candara" panose="020E0502030303020204" pitchFamily="34" charset="0"/>
              <a:cs typeface="Cambria"/>
            </a:endParaRPr>
          </a:p>
        </p:txBody>
      </p:sp>
      <p:sp>
        <p:nvSpPr>
          <p:cNvPr id="2" name="TextBox 1">
            <a:extLst>
              <a:ext uri="{FF2B5EF4-FFF2-40B4-BE49-F238E27FC236}">
                <a16:creationId xmlns:a16="http://schemas.microsoft.com/office/drawing/2014/main" id="{7AE1700C-8B86-ECEB-C982-5F8EBE57E0D7}"/>
              </a:ext>
            </a:extLst>
          </p:cNvPr>
          <p:cNvSpPr txBox="1"/>
          <p:nvPr/>
        </p:nvSpPr>
        <p:spPr>
          <a:xfrm>
            <a:off x="63253" y="7815259"/>
            <a:ext cx="461665" cy="1786601"/>
          </a:xfrm>
          <a:prstGeom prst="rect">
            <a:avLst/>
          </a:prstGeom>
          <a:noFill/>
        </p:spPr>
        <p:txBody>
          <a:bodyPr vert="eaVert" wrap="square" rtlCol="0">
            <a:spAutoFit/>
          </a:bodyPr>
          <a:lstStyle/>
          <a:p>
            <a:r>
              <a:rPr lang="en-AU" dirty="0">
                <a:latin typeface="Candara" panose="020E0502030303020204" pitchFamily="34" charset="0"/>
              </a:rPr>
              <a:t>Punctuation</a:t>
            </a:r>
          </a:p>
        </p:txBody>
      </p:sp>
      <p:sp>
        <p:nvSpPr>
          <p:cNvPr id="29" name="TextBox 28">
            <a:extLst>
              <a:ext uri="{FF2B5EF4-FFF2-40B4-BE49-F238E27FC236}">
                <a16:creationId xmlns:a16="http://schemas.microsoft.com/office/drawing/2014/main" id="{E0555ABB-4D28-2DB0-1665-B324E444ABAF}"/>
              </a:ext>
            </a:extLst>
          </p:cNvPr>
          <p:cNvSpPr txBox="1"/>
          <p:nvPr/>
        </p:nvSpPr>
        <p:spPr>
          <a:xfrm>
            <a:off x="119071" y="371790"/>
            <a:ext cx="461665" cy="1786601"/>
          </a:xfrm>
          <a:prstGeom prst="rect">
            <a:avLst/>
          </a:prstGeom>
          <a:noFill/>
        </p:spPr>
        <p:txBody>
          <a:bodyPr vert="eaVert" wrap="square" rtlCol="0">
            <a:spAutoFit/>
          </a:bodyPr>
          <a:lstStyle/>
          <a:p>
            <a:r>
              <a:rPr lang="en-AU" dirty="0">
                <a:latin typeface="Candara" panose="020E0502030303020204" pitchFamily="34" charset="0"/>
              </a:rPr>
              <a:t>Grammar</a:t>
            </a:r>
          </a:p>
        </p:txBody>
      </p:sp>
      <p:cxnSp>
        <p:nvCxnSpPr>
          <p:cNvPr id="70" name="Straight Connector 69">
            <a:extLst>
              <a:ext uri="{FF2B5EF4-FFF2-40B4-BE49-F238E27FC236}">
                <a16:creationId xmlns:a16="http://schemas.microsoft.com/office/drawing/2014/main" id="{378C9A04-C3AE-9C7D-5C5D-F15F75CBC6AC}"/>
              </a:ext>
            </a:extLst>
          </p:cNvPr>
          <p:cNvCxnSpPr>
            <a:cxnSpLocks/>
          </p:cNvCxnSpPr>
          <p:nvPr/>
        </p:nvCxnSpPr>
        <p:spPr>
          <a:xfrm>
            <a:off x="641490" y="7817985"/>
            <a:ext cx="69137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111" name="Straight Connector 110">
            <a:extLst>
              <a:ext uri="{FF2B5EF4-FFF2-40B4-BE49-F238E27FC236}">
                <a16:creationId xmlns:a16="http://schemas.microsoft.com/office/drawing/2014/main" id="{A0DBBF4D-CF44-AE3F-6480-E0177AAE8149}"/>
              </a:ext>
            </a:extLst>
          </p:cNvPr>
          <p:cNvCxnSpPr>
            <a:cxnSpLocks/>
          </p:cNvCxnSpPr>
          <p:nvPr/>
        </p:nvCxnSpPr>
        <p:spPr>
          <a:xfrm>
            <a:off x="647970" y="4390905"/>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114" name="Rectangle: Top Corners Snipped 113">
            <a:extLst>
              <a:ext uri="{FF2B5EF4-FFF2-40B4-BE49-F238E27FC236}">
                <a16:creationId xmlns:a16="http://schemas.microsoft.com/office/drawing/2014/main" id="{636E4746-A03D-CFD2-8D5E-0E947D6CB39F}"/>
              </a:ext>
            </a:extLst>
          </p:cNvPr>
          <p:cNvSpPr/>
          <p:nvPr/>
        </p:nvSpPr>
        <p:spPr>
          <a:xfrm rot="5400000">
            <a:off x="703456" y="209437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5" name="Rectangle: Top Corners Snipped 114">
            <a:extLst>
              <a:ext uri="{FF2B5EF4-FFF2-40B4-BE49-F238E27FC236}">
                <a16:creationId xmlns:a16="http://schemas.microsoft.com/office/drawing/2014/main" id="{9D4C4F2C-9179-B2EB-8D9E-693CB0F3EF6A}"/>
              </a:ext>
            </a:extLst>
          </p:cNvPr>
          <p:cNvSpPr/>
          <p:nvPr/>
        </p:nvSpPr>
        <p:spPr>
          <a:xfrm rot="5400000">
            <a:off x="702384" y="139284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6" name="TextBox 115">
            <a:extLst>
              <a:ext uri="{FF2B5EF4-FFF2-40B4-BE49-F238E27FC236}">
                <a16:creationId xmlns:a16="http://schemas.microsoft.com/office/drawing/2014/main" id="{75B5F35E-5C02-0323-01F5-611E534A644A}"/>
              </a:ext>
            </a:extLst>
          </p:cNvPr>
          <p:cNvSpPr txBox="1"/>
          <p:nvPr/>
        </p:nvSpPr>
        <p:spPr>
          <a:xfrm>
            <a:off x="671203" y="2201572"/>
            <a:ext cx="374237" cy="276999"/>
          </a:xfrm>
          <a:prstGeom prst="rect">
            <a:avLst/>
          </a:prstGeom>
          <a:noFill/>
        </p:spPr>
        <p:txBody>
          <a:bodyPr wrap="square" rtlCol="0">
            <a:spAutoFit/>
          </a:bodyPr>
          <a:lstStyle/>
          <a:p>
            <a:r>
              <a:rPr lang="en-AU" sz="1200" b="1" spc="-50" dirty="0">
                <a:solidFill>
                  <a:srgbClr val="231F20"/>
                </a:solidFill>
                <a:latin typeface="Arial"/>
                <a:cs typeface="Arial"/>
              </a:rPr>
              <a:t>13</a:t>
            </a:r>
            <a:endParaRPr lang="en-AU" sz="1200" dirty="0"/>
          </a:p>
        </p:txBody>
      </p:sp>
      <p:sp>
        <p:nvSpPr>
          <p:cNvPr id="117" name="TextBox 116">
            <a:extLst>
              <a:ext uri="{FF2B5EF4-FFF2-40B4-BE49-F238E27FC236}">
                <a16:creationId xmlns:a16="http://schemas.microsoft.com/office/drawing/2014/main" id="{842E2E29-50C6-7E82-BCFE-196E1F875265}"/>
              </a:ext>
            </a:extLst>
          </p:cNvPr>
          <p:cNvSpPr txBox="1"/>
          <p:nvPr/>
        </p:nvSpPr>
        <p:spPr>
          <a:xfrm>
            <a:off x="680152" y="1497164"/>
            <a:ext cx="374237" cy="276999"/>
          </a:xfrm>
          <a:prstGeom prst="rect">
            <a:avLst/>
          </a:prstGeom>
          <a:noFill/>
        </p:spPr>
        <p:txBody>
          <a:bodyPr wrap="square" rtlCol="0">
            <a:spAutoFit/>
          </a:bodyPr>
          <a:lstStyle/>
          <a:p>
            <a:r>
              <a:rPr lang="en-AU" sz="1200" b="1" spc="-50" dirty="0">
                <a:solidFill>
                  <a:srgbClr val="231F20"/>
                </a:solidFill>
                <a:latin typeface="Arial"/>
                <a:cs typeface="Arial"/>
              </a:rPr>
              <a:t>12</a:t>
            </a:r>
            <a:endParaRPr lang="en-AU" sz="1200" dirty="0"/>
          </a:p>
        </p:txBody>
      </p:sp>
      <p:sp>
        <p:nvSpPr>
          <p:cNvPr id="3" name="Rectangle: Top Corners Snipped 2">
            <a:extLst>
              <a:ext uri="{FF2B5EF4-FFF2-40B4-BE49-F238E27FC236}">
                <a16:creationId xmlns:a16="http://schemas.microsoft.com/office/drawing/2014/main" id="{6B1395AB-05BE-67D8-F568-6260D01A39EC}"/>
              </a:ext>
            </a:extLst>
          </p:cNvPr>
          <p:cNvSpPr/>
          <p:nvPr/>
        </p:nvSpPr>
        <p:spPr>
          <a:xfrm rot="5400000">
            <a:off x="703292" y="812901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object 34">
            <a:extLst>
              <a:ext uri="{FF2B5EF4-FFF2-40B4-BE49-F238E27FC236}">
                <a16:creationId xmlns:a16="http://schemas.microsoft.com/office/drawing/2014/main" id="{01CFEC48-D0BC-3A7C-276C-8B5ACE871FEE}"/>
              </a:ext>
            </a:extLst>
          </p:cNvPr>
          <p:cNvSpPr txBox="1"/>
          <p:nvPr/>
        </p:nvSpPr>
        <p:spPr>
          <a:xfrm>
            <a:off x="736212" y="7871795"/>
            <a:ext cx="6474587" cy="198068"/>
          </a:xfrm>
          <a:prstGeom prst="rect">
            <a:avLst/>
          </a:prstGeom>
        </p:spPr>
        <p:txBody>
          <a:bodyPr vert="horz" wrap="square" lIns="0" tIns="12700" rIns="0" bIns="0" rtlCol="0">
            <a:spAutoFit/>
          </a:bodyPr>
          <a:lstStyle/>
          <a:p>
            <a:pPr algn="just">
              <a:lnSpc>
                <a:spcPct val="105000"/>
              </a:lnSpc>
              <a:spcAft>
                <a:spcPts val="800"/>
              </a:spcAft>
            </a:pPr>
            <a:r>
              <a:rPr lang="en-AU" sz="1200" kern="100" dirty="0" b="1">
                <a:effectLst/>
                <a:latin typeface="Book Antiqua" panose="02040602050305030304" pitchFamily="18" charset="0"/>
                <a:ea typeface="Yu Gothic" panose="020B0400000000000000" pitchFamily="34" charset="-128"/>
                <a:cs typeface="Times New Roman" panose="02020603050405020304" pitchFamily="18" charset="0"/>
              </a:rPr>
              <a:t>Identify which sentence/s punctuate the extra information correctly.</a:t>
            </a:r>
            <a:endParaRPr lang="en-AU" sz="1200" kern="100" dirty="0">
              <a:effectLst/>
              <a:latin typeface="Arial" panose="020B0604020202020204" pitchFamily="34" charset="0"/>
              <a:ea typeface="Yu Gothic" panose="020B0400000000000000" pitchFamily="34" charset="-128"/>
              <a:cs typeface="Times New Roman" panose="02020603050405020304" pitchFamily="18" charset="0"/>
            </a:endParaRPr>
          </a:p>
        </p:txBody>
      </p:sp>
      <p:sp>
        <p:nvSpPr>
          <p:cNvPr id="13" name="Rectangle: Top Corners Snipped 12">
            <a:extLst>
              <a:ext uri="{FF2B5EF4-FFF2-40B4-BE49-F238E27FC236}">
                <a16:creationId xmlns:a16="http://schemas.microsoft.com/office/drawing/2014/main" id="{993C6CAC-6266-E2BF-7EAA-2F1EF77B1897}"/>
              </a:ext>
            </a:extLst>
          </p:cNvPr>
          <p:cNvSpPr/>
          <p:nvPr/>
        </p:nvSpPr>
        <p:spPr>
          <a:xfrm rot="5400000">
            <a:off x="712831" y="675739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Top Corners Snipped 13">
            <a:extLst>
              <a:ext uri="{FF2B5EF4-FFF2-40B4-BE49-F238E27FC236}">
                <a16:creationId xmlns:a16="http://schemas.microsoft.com/office/drawing/2014/main" id="{50D7859D-63F1-419B-1878-6071901F763F}"/>
              </a:ext>
            </a:extLst>
          </p:cNvPr>
          <p:cNvSpPr/>
          <p:nvPr/>
        </p:nvSpPr>
        <p:spPr>
          <a:xfrm rot="5400000">
            <a:off x="700438" y="902055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object 34">
            <a:extLst>
              <a:ext uri="{FF2B5EF4-FFF2-40B4-BE49-F238E27FC236}">
                <a16:creationId xmlns:a16="http://schemas.microsoft.com/office/drawing/2014/main" id="{7A30A2E0-08F5-A32A-4B76-7D424CD81985}"/>
              </a:ext>
            </a:extLst>
          </p:cNvPr>
          <p:cNvSpPr txBox="1"/>
          <p:nvPr/>
        </p:nvSpPr>
        <p:spPr>
          <a:xfrm>
            <a:off x="1444752" y="8202168"/>
            <a:ext cx="6108192" cy="260604"/>
          </a:xfrm>
          <a:prstGeom prst="rect">
            <a:avLst/>
          </a:prstGeom>
        </p:spPr>
        <p:txBody>
          <a:bodyPr vert="horz" wrap="square" lIns="27432" tIns="12700" rIns="27432" bIns="0" rtlCol="0">
            <a:spAutoFit/>
          </a:bodyPr>
          <a:lstStyle/>
          <a:p>
            <a:pPr lvl="0">
              <a:lnSpc>
                <a:spcPct val="100000"/>
              </a:lnSpc>
            </a:pPr>
            <a:r>
              <a:rPr lang="en-AU" sz="1050" dirty="0">
                <a:latin typeface="Book Antiqua" panose="02040602050305030304" pitchFamily="18" charset="0"/>
              </a:rPr>
              <a:t>Uluru which rises 348 metres above the surrounding plain is sacred to the Anangu people.</a:t>
            </a:r>
          </a:p>
        </p:txBody>
      </p:sp>
      <p:sp>
        <p:nvSpPr>
          <p:cNvPr id="120" name="object 34"/>
          <p:cNvSpPr txBox="1"/>
          <p:nvPr/>
        </p:nvSpPr>
        <p:spPr>
          <a:xfrm>
            <a:off x="1444752" y="8723376"/>
            <a:ext cx="6108192" cy="260604"/>
          </a:xfrm>
          <a:prstGeom prst="rect">
            <a:avLst/>
          </a:prstGeom>
        </p:spPr>
        <p:txBody>
          <a:bodyPr vert="horz" wrap="square" lIns="27432" tIns="12700" rIns="27432" bIns="0" rtlCol="0">
            <a:spAutoFit/>
          </a:bodyPr>
          <a:lstStyle/>
          <a:p>
            <a:pPr lvl="0">
              <a:lnSpc>
                <a:spcPct val="100000"/>
              </a:lnSpc>
            </a:pPr>
            <a:r>
              <a:rPr lang="en-AU" sz="1050" dirty="0">
                <a:latin typeface="Book Antiqua" panose="02040602050305030304" pitchFamily="18" charset="0"/>
              </a:rPr>
              <a:t>Uluru, which rises 348 metres above the surrounding plain is sacred to the Anangu people.</a:t>
            </a:r>
          </a:p>
        </p:txBody>
      </p:sp>
      <p:sp>
        <p:nvSpPr>
          <p:cNvPr id="119" name="object 34"/>
          <p:cNvSpPr txBox="1"/>
          <p:nvPr/>
        </p:nvSpPr>
        <p:spPr>
          <a:xfrm>
            <a:off x="1444752" y="8462772"/>
            <a:ext cx="6108192" cy="260604"/>
          </a:xfrm>
          <a:prstGeom prst="rect">
            <a:avLst/>
          </a:prstGeom>
        </p:spPr>
        <p:txBody>
          <a:bodyPr vert="horz" wrap="square" lIns="27432" tIns="12700" rIns="27432" bIns="0" rtlCol="0">
            <a:spAutoFit/>
          </a:bodyPr>
          <a:lstStyle/>
          <a:p>
            <a:pPr lvl="0">
              <a:lnSpc>
                <a:spcPct val="100000"/>
              </a:lnSpc>
            </a:pPr>
            <a:r>
              <a:rPr lang="en-AU" sz="1050" dirty="0">
                <a:latin typeface="Book Antiqua" panose="02040602050305030304" pitchFamily="18" charset="0"/>
              </a:rPr>
              <a:t>Uluru, which rises 348 metres above the surrounding plain, is sacred to the Anangu people.</a:t>
            </a:r>
          </a:p>
        </p:txBody>
      </p:sp>
      <p:sp>
        <p:nvSpPr>
          <p:cNvPr id="118" name="object 34"/>
          <p:cNvSpPr txBox="1"/>
          <p:nvPr/>
        </p:nvSpPr>
        <p:spPr>
          <a:xfrm>
            <a:off x="1444752" y="9093708"/>
            <a:ext cx="6108192" cy="260604"/>
          </a:xfrm>
          <a:prstGeom prst="rect">
            <a:avLst/>
          </a:prstGeom>
        </p:spPr>
        <p:txBody>
          <a:bodyPr vert="horz" wrap="square" lIns="27432" tIns="12700" rIns="27432" bIns="0" rtlCol="0">
            <a:spAutoFit/>
          </a:bodyPr>
          <a:lstStyle/>
          <a:p>
            <a:pPr lvl="0">
              <a:lnSpc>
                <a:spcPct val="100000"/>
              </a:lnSpc>
            </a:pPr>
            <a:r>
              <a:rPr lang="en-AU" sz="1050" dirty="0">
                <a:latin typeface="Book Antiqua" panose="02040602050305030304" pitchFamily="18" charset="0"/>
              </a:rPr>
              <a:t>The station's only doctor – a vet by training – spent the winter treating frostbite.</a:t>
            </a:r>
          </a:p>
        </p:txBody>
      </p:sp>
      <p:sp>
        <p:nvSpPr>
          <p:cNvPr id="122" name="object 34"/>
          <p:cNvSpPr txBox="1"/>
          <p:nvPr/>
        </p:nvSpPr>
        <p:spPr>
          <a:xfrm>
            <a:off x="1444752" y="9614916"/>
            <a:ext cx="6108192" cy="260604"/>
          </a:xfrm>
          <a:prstGeom prst="rect">
            <a:avLst/>
          </a:prstGeom>
        </p:spPr>
        <p:txBody>
          <a:bodyPr vert="horz" wrap="square" lIns="27432" tIns="12700" rIns="27432" bIns="0" rtlCol="0">
            <a:spAutoFit/>
          </a:bodyPr>
          <a:lstStyle/>
          <a:p>
            <a:pPr lvl="0">
              <a:lnSpc>
                <a:spcPct val="100000"/>
              </a:lnSpc>
            </a:pPr>
            <a:r>
              <a:rPr lang="en-AU" sz="1050" dirty="0">
                <a:latin typeface="Book Antiqua" panose="02040602050305030304" pitchFamily="18" charset="0"/>
              </a:rPr>
              <a:t>The station's only doctor, a vet by training spent the winter treating frostbite.</a:t>
            </a:r>
          </a:p>
        </p:txBody>
      </p:sp>
      <p:sp>
        <p:nvSpPr>
          <p:cNvPr id="121" name="object 34"/>
          <p:cNvSpPr txBox="1"/>
          <p:nvPr/>
        </p:nvSpPr>
        <p:spPr>
          <a:xfrm>
            <a:off x="1444752" y="9354312"/>
            <a:ext cx="6108192" cy="260604"/>
          </a:xfrm>
          <a:prstGeom prst="rect">
            <a:avLst/>
          </a:prstGeom>
        </p:spPr>
        <p:txBody>
          <a:bodyPr vert="horz" wrap="square" lIns="27432" tIns="12700" rIns="27432" bIns="0" rtlCol="0">
            <a:spAutoFit/>
          </a:bodyPr>
          <a:lstStyle/>
          <a:p>
            <a:pPr lvl="0">
              <a:lnSpc>
                <a:spcPct val="100000"/>
              </a:lnSpc>
            </a:pPr>
            <a:r>
              <a:rPr lang="en-AU" sz="1050" dirty="0">
                <a:latin typeface="Book Antiqua" panose="02040602050305030304" pitchFamily="18" charset="0"/>
              </a:rPr>
              <a:t>The station's only doctor (a vet by training) spent the winter treating frostbite.</a:t>
            </a:r>
          </a:p>
        </p:txBody>
      </p:sp>
      <p:sp>
        <p:nvSpPr>
          <p:cNvPr id="17" name="TextBox 16">
            <a:extLst>
              <a:ext uri="{FF2B5EF4-FFF2-40B4-BE49-F238E27FC236}">
                <a16:creationId xmlns:a16="http://schemas.microsoft.com/office/drawing/2014/main" id="{B599E02D-1B7D-5B01-45C7-76447A8CEBF1}"/>
              </a:ext>
            </a:extLst>
          </p:cNvPr>
          <p:cNvSpPr txBox="1"/>
          <p:nvPr/>
        </p:nvSpPr>
        <p:spPr>
          <a:xfrm>
            <a:off x="671571" y="9116568"/>
            <a:ext cx="374237" cy="276999"/>
          </a:xfrm>
          <a:prstGeom prst="rect">
            <a:avLst/>
          </a:prstGeom>
          <a:noFill/>
        </p:spPr>
        <p:txBody>
          <a:bodyPr wrap="square" rtlCol="0">
            <a:spAutoFit/>
          </a:bodyPr>
          <a:lstStyle/>
          <a:p>
            <a:r>
              <a:rPr lang="en-AU" sz="1200" b="1" spc="-50" dirty="0">
                <a:solidFill>
                  <a:srgbClr val="231F20"/>
                </a:solidFill>
                <a:latin typeface="Arial"/>
                <a:cs typeface="Arial"/>
              </a:rPr>
              <a:t>20</a:t>
            </a:r>
            <a:endParaRPr lang="en-AU" sz="1200" dirty="0"/>
          </a:p>
        </p:txBody>
      </p:sp>
      <p:sp>
        <p:nvSpPr>
          <p:cNvPr id="18" name="TextBox 17">
            <a:extLst>
              <a:ext uri="{FF2B5EF4-FFF2-40B4-BE49-F238E27FC236}">
                <a16:creationId xmlns:a16="http://schemas.microsoft.com/office/drawing/2014/main" id="{859FDDF3-6DB0-53CA-9BE8-788C86070578}"/>
              </a:ext>
            </a:extLst>
          </p:cNvPr>
          <p:cNvSpPr txBox="1"/>
          <p:nvPr/>
        </p:nvSpPr>
        <p:spPr>
          <a:xfrm>
            <a:off x="671203" y="8225028"/>
            <a:ext cx="374237" cy="276999"/>
          </a:xfrm>
          <a:prstGeom prst="rect">
            <a:avLst/>
          </a:prstGeom>
          <a:noFill/>
        </p:spPr>
        <p:txBody>
          <a:bodyPr wrap="square" rtlCol="0">
            <a:spAutoFit/>
          </a:bodyPr>
          <a:lstStyle/>
          <a:p>
            <a:r>
              <a:rPr lang="en-AU" sz="1200" b="1" spc="-50" dirty="0">
                <a:solidFill>
                  <a:srgbClr val="231F20"/>
                </a:solidFill>
                <a:latin typeface="Arial"/>
                <a:cs typeface="Arial"/>
              </a:rPr>
              <a:t>19</a:t>
            </a:r>
            <a:endParaRPr lang="en-AU" sz="1200" dirty="0"/>
          </a:p>
        </p:txBody>
      </p:sp>
      <p:sp>
        <p:nvSpPr>
          <p:cNvPr id="19" name="TextBox 18">
            <a:extLst>
              <a:ext uri="{FF2B5EF4-FFF2-40B4-BE49-F238E27FC236}">
                <a16:creationId xmlns:a16="http://schemas.microsoft.com/office/drawing/2014/main" id="{79F13396-2C63-5725-B2FC-119C88E611A3}"/>
              </a:ext>
            </a:extLst>
          </p:cNvPr>
          <p:cNvSpPr txBox="1"/>
          <p:nvPr/>
        </p:nvSpPr>
        <p:spPr>
          <a:xfrm>
            <a:off x="680152" y="6851886"/>
            <a:ext cx="374237" cy="276999"/>
          </a:xfrm>
          <a:prstGeom prst="rect">
            <a:avLst/>
          </a:prstGeom>
          <a:noFill/>
        </p:spPr>
        <p:txBody>
          <a:bodyPr wrap="square" rtlCol="0">
            <a:spAutoFit/>
          </a:bodyPr>
          <a:lstStyle/>
          <a:p>
            <a:r>
              <a:rPr lang="en-AU" sz="1200" b="1" spc="-50" dirty="0">
                <a:solidFill>
                  <a:srgbClr val="231F20"/>
                </a:solidFill>
                <a:latin typeface="Arial"/>
                <a:cs typeface="Arial"/>
              </a:rPr>
              <a:t>18</a:t>
            </a:r>
            <a:endParaRPr lang="en-AU" sz="1200" dirty="0"/>
          </a:p>
        </p:txBody>
      </p:sp>
      <p:sp>
        <p:nvSpPr>
          <p:cNvPr id="20" name="Rectangle: Top Corners Snipped 19">
            <a:extLst>
              <a:ext uri="{FF2B5EF4-FFF2-40B4-BE49-F238E27FC236}">
                <a16:creationId xmlns:a16="http://schemas.microsoft.com/office/drawing/2014/main" id="{EE842AD1-6B1F-E5E6-6946-A6E2267BBF4B}"/>
              </a:ext>
            </a:extLst>
          </p:cNvPr>
          <p:cNvSpPr/>
          <p:nvPr/>
        </p:nvSpPr>
        <p:spPr>
          <a:xfrm rot="5400000">
            <a:off x="702384" y="69159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TextBox 20">
            <a:extLst>
              <a:ext uri="{FF2B5EF4-FFF2-40B4-BE49-F238E27FC236}">
                <a16:creationId xmlns:a16="http://schemas.microsoft.com/office/drawing/2014/main" id="{F190D36A-EA46-95C1-025E-4B0F0E2EECE1}"/>
              </a:ext>
            </a:extLst>
          </p:cNvPr>
          <p:cNvSpPr txBox="1"/>
          <p:nvPr/>
        </p:nvSpPr>
        <p:spPr>
          <a:xfrm>
            <a:off x="680152" y="795912"/>
            <a:ext cx="374237" cy="276999"/>
          </a:xfrm>
          <a:prstGeom prst="rect">
            <a:avLst/>
          </a:prstGeom>
          <a:noFill/>
        </p:spPr>
        <p:txBody>
          <a:bodyPr wrap="square" rtlCol="0">
            <a:spAutoFit/>
          </a:bodyPr>
          <a:lstStyle/>
          <a:p>
            <a:r>
              <a:rPr lang="en-AU" sz="1200" b="1" spc="-50" dirty="0">
                <a:solidFill>
                  <a:srgbClr val="231F20"/>
                </a:solidFill>
                <a:latin typeface="Arial"/>
                <a:cs typeface="Arial"/>
              </a:rPr>
              <a:t>11</a:t>
            </a:r>
            <a:endParaRPr lang="en-AU" sz="1200" dirty="0"/>
          </a:p>
        </p:txBody>
      </p:sp>
      <p:sp>
        <p:nvSpPr>
          <p:cNvPr id="22" name="Rectangle: Top Corners Snipped 21">
            <a:extLst>
              <a:ext uri="{FF2B5EF4-FFF2-40B4-BE49-F238E27FC236}">
                <a16:creationId xmlns:a16="http://schemas.microsoft.com/office/drawing/2014/main" id="{7897BC34-5223-4FDC-D615-F5C9DCE85D47}"/>
              </a:ext>
            </a:extLst>
          </p:cNvPr>
          <p:cNvSpPr/>
          <p:nvPr/>
        </p:nvSpPr>
        <p:spPr>
          <a:xfrm rot="5400000">
            <a:off x="716034" y="574750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3" name="Rectangle: Top Corners Snipped 22">
            <a:extLst>
              <a:ext uri="{FF2B5EF4-FFF2-40B4-BE49-F238E27FC236}">
                <a16:creationId xmlns:a16="http://schemas.microsoft.com/office/drawing/2014/main" id="{CDEF179D-0B26-CE3D-0B35-BCA6D80AF4B8}"/>
              </a:ext>
            </a:extLst>
          </p:cNvPr>
          <p:cNvSpPr/>
          <p:nvPr/>
        </p:nvSpPr>
        <p:spPr>
          <a:xfrm rot="5400000">
            <a:off x="700438" y="2872180"/>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TextBox 24">
            <a:extLst>
              <a:ext uri="{FF2B5EF4-FFF2-40B4-BE49-F238E27FC236}">
                <a16:creationId xmlns:a16="http://schemas.microsoft.com/office/drawing/2014/main" id="{19A23441-1607-E421-2B81-31CB17465456}"/>
              </a:ext>
            </a:extLst>
          </p:cNvPr>
          <p:cNvSpPr txBox="1"/>
          <p:nvPr/>
        </p:nvSpPr>
        <p:spPr>
          <a:xfrm>
            <a:off x="672152" y="193696"/>
            <a:ext cx="6434418" cy="471476"/>
          </a:xfrm>
          <a:prstGeom prst="rect">
            <a:avLst/>
          </a:prstGeom>
          <a:noFill/>
        </p:spPr>
        <p:txBody>
          <a:bodyPr wrap="square">
            <a:spAutoFit/>
          </a:bodyPr>
          <a:lstStyle/>
          <a:p>
            <a:pPr algn="just">
              <a:lnSpc>
                <a:spcPct val="105000"/>
              </a:lnSpc>
              <a:spcAft>
                <a:spcPts val="800"/>
              </a:spcAft>
            </a:pPr>
            <a:r>
              <a:rPr lang="en-AU" sz="1200" b="1" kern="100" dirty="0">
                <a:effectLst/>
                <a:latin typeface="Book Antiqua" panose="02040602050305030304" pitchFamily="18" charset="0"/>
                <a:ea typeface="Yu Gothic" panose="020B0400000000000000" pitchFamily="34" charset="-128"/>
                <a:cs typeface="Times New Roman" panose="02020603050405020304" pitchFamily="18" charset="0"/>
              </a:rPr>
              <a:t>Each sentence has one word with incorrect grammar. Underline the error and write only the correct word below. </a:t>
            </a:r>
            <a:endParaRPr lang="en-AU" sz="1200" kern="100" dirty="0">
              <a:effectLst/>
              <a:latin typeface="Arial" panose="020B0604020202020204" pitchFamily="34" charset="0"/>
              <a:ea typeface="Yu Gothic" panose="020B0400000000000000" pitchFamily="34" charset="-128"/>
              <a:cs typeface="Times New Roman" panose="02020603050405020304" pitchFamily="18" charset="0"/>
            </a:endParaRPr>
          </a:p>
        </p:txBody>
      </p:sp>
      <p:sp>
        <p:nvSpPr>
          <p:cNvPr id="26" name="Rectangle: Top Corners Snipped 25">
            <a:extLst>
              <a:ext uri="{FF2B5EF4-FFF2-40B4-BE49-F238E27FC236}">
                <a16:creationId xmlns:a16="http://schemas.microsoft.com/office/drawing/2014/main" id="{9F8C5AF8-FA2B-281F-7385-6DAD3779E035}"/>
              </a:ext>
            </a:extLst>
          </p:cNvPr>
          <p:cNvSpPr/>
          <p:nvPr/>
        </p:nvSpPr>
        <p:spPr>
          <a:xfrm rot="5400000">
            <a:off x="716510" y="473899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 name="object 34">
            <a:extLst>
              <a:ext uri="{FF2B5EF4-FFF2-40B4-BE49-F238E27FC236}">
                <a16:creationId xmlns:a16="http://schemas.microsoft.com/office/drawing/2014/main" id="{39E4F1EE-4F23-7D81-7AE1-1E649CFC4BCA}"/>
              </a:ext>
            </a:extLst>
          </p:cNvPr>
          <p:cNvSpPr txBox="1"/>
          <p:nvPr/>
        </p:nvSpPr>
        <p:spPr>
          <a:xfrm>
            <a:off x="1380943" y="824212"/>
            <a:ext cx="5684706"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By the time the rescue helicopter arrived, the trawler had sank beneath the swell.</a:t>
            </a:r>
          </a:p>
        </p:txBody>
      </p:sp>
      <p:sp>
        <p:nvSpPr>
          <p:cNvPr id="28" name="object 34">
            <a:extLst>
              <a:ext uri="{FF2B5EF4-FFF2-40B4-BE49-F238E27FC236}">
                <a16:creationId xmlns:a16="http://schemas.microsoft.com/office/drawing/2014/main" id="{4DE003D9-0BD9-223D-E5A9-C587A5B3A653}"/>
              </a:ext>
            </a:extLst>
          </p:cNvPr>
          <p:cNvSpPr txBox="1"/>
          <p:nvPr/>
        </p:nvSpPr>
        <p:spPr>
          <a:xfrm>
            <a:off x="1380943" y="2997342"/>
            <a:ext cx="6089904"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Despite the crowd's relentless jeering, the young goalkeeper remained remarkably calmly.</a:t>
            </a:r>
            <a:endParaRPr lang="en-AU" sz="1200" spc="-20" dirty="0">
              <a:solidFill>
                <a:srgbClr val="231F20"/>
              </a:solidFill>
              <a:latin typeface="Book Antiqua" panose="02040602050305030304" pitchFamily="18" charset="0"/>
              <a:cs typeface="Cambria"/>
            </a:endParaRPr>
          </a:p>
        </p:txBody>
      </p:sp>
      <p:sp>
        <p:nvSpPr>
          <p:cNvPr id="30" name="object 34">
            <a:extLst>
              <a:ext uri="{FF2B5EF4-FFF2-40B4-BE49-F238E27FC236}">
                <a16:creationId xmlns:a16="http://schemas.microsoft.com/office/drawing/2014/main" id="{72221E73-FE3F-A967-BF28-40860554D1B8}"/>
              </a:ext>
            </a:extLst>
          </p:cNvPr>
          <p:cNvSpPr txBox="1"/>
          <p:nvPr/>
        </p:nvSpPr>
        <p:spPr>
          <a:xfrm>
            <a:off x="1399844" y="2149794"/>
            <a:ext cx="6035015"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Of the two phones I was considering, the refurbished one was the cheapest.</a:t>
            </a:r>
            <a:endParaRPr lang="en-AU" sz="1200" spc="-20" dirty="0">
              <a:solidFill>
                <a:srgbClr val="231F20"/>
              </a:solidFill>
              <a:latin typeface="Book Antiqua" panose="02040602050305030304" pitchFamily="18" charset="0"/>
              <a:cs typeface="Cambria"/>
            </a:endParaRPr>
          </a:p>
        </p:txBody>
      </p:sp>
      <p:sp>
        <p:nvSpPr>
          <p:cNvPr id="31" name="object 34">
            <a:extLst>
              <a:ext uri="{FF2B5EF4-FFF2-40B4-BE49-F238E27FC236}">
                <a16:creationId xmlns:a16="http://schemas.microsoft.com/office/drawing/2014/main" id="{839DDD11-C9D7-975E-D491-1257340EBA02}"/>
              </a:ext>
            </a:extLst>
          </p:cNvPr>
          <p:cNvSpPr txBox="1"/>
          <p:nvPr/>
        </p:nvSpPr>
        <p:spPr>
          <a:xfrm>
            <a:off x="1367786" y="1501987"/>
            <a:ext cx="6067074" cy="197490"/>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After a brief court martial, the three mutineers were hung at dawn.</a:t>
            </a:r>
            <a:endParaRPr lang="en-US" sz="1200" dirty="0">
              <a:latin typeface="Book Antiqua" panose="02040602050305030304" pitchFamily="18" charset="0"/>
              <a:cs typeface="Cambria"/>
            </a:endParaRPr>
          </a:p>
        </p:txBody>
      </p:sp>
      <p:sp>
        <p:nvSpPr>
          <p:cNvPr id="32" name="TextBox 31">
            <a:extLst>
              <a:ext uri="{FF2B5EF4-FFF2-40B4-BE49-F238E27FC236}">
                <a16:creationId xmlns:a16="http://schemas.microsoft.com/office/drawing/2014/main" id="{D9D17DAF-67FC-8F90-2BFE-28C08D40394D}"/>
              </a:ext>
            </a:extLst>
          </p:cNvPr>
          <p:cNvSpPr txBox="1"/>
          <p:nvPr/>
        </p:nvSpPr>
        <p:spPr>
          <a:xfrm>
            <a:off x="658319" y="2966561"/>
            <a:ext cx="374237" cy="276999"/>
          </a:xfrm>
          <a:prstGeom prst="rect">
            <a:avLst/>
          </a:prstGeom>
          <a:noFill/>
        </p:spPr>
        <p:txBody>
          <a:bodyPr wrap="square" rtlCol="0">
            <a:spAutoFit/>
          </a:bodyPr>
          <a:lstStyle/>
          <a:p>
            <a:r>
              <a:rPr lang="en-AU" sz="1200" b="1" spc="-50" dirty="0">
                <a:solidFill>
                  <a:srgbClr val="231F20"/>
                </a:solidFill>
                <a:latin typeface="Arial"/>
                <a:cs typeface="Arial"/>
              </a:rPr>
              <a:t>14</a:t>
            </a:r>
            <a:endParaRPr lang="en-AU" sz="1200" dirty="0"/>
          </a:p>
        </p:txBody>
      </p:sp>
      <p:sp>
        <p:nvSpPr>
          <p:cNvPr id="34" name="TextBox 33">
            <a:extLst>
              <a:ext uri="{FF2B5EF4-FFF2-40B4-BE49-F238E27FC236}">
                <a16:creationId xmlns:a16="http://schemas.microsoft.com/office/drawing/2014/main" id="{51D3D48B-26C8-785C-E2DC-B1AE7C719873}"/>
              </a:ext>
            </a:extLst>
          </p:cNvPr>
          <p:cNvSpPr txBox="1"/>
          <p:nvPr/>
        </p:nvSpPr>
        <p:spPr>
          <a:xfrm>
            <a:off x="693206" y="4834510"/>
            <a:ext cx="374237" cy="276999"/>
          </a:xfrm>
          <a:prstGeom prst="rect">
            <a:avLst/>
          </a:prstGeom>
          <a:noFill/>
        </p:spPr>
        <p:txBody>
          <a:bodyPr wrap="square" rtlCol="0">
            <a:spAutoFit/>
          </a:bodyPr>
          <a:lstStyle/>
          <a:p>
            <a:r>
              <a:rPr lang="en-AU" sz="1200" b="1" spc="-50" dirty="0">
                <a:solidFill>
                  <a:srgbClr val="231F20"/>
                </a:solidFill>
                <a:latin typeface="Arial"/>
                <a:cs typeface="Arial"/>
              </a:rPr>
              <a:t>16</a:t>
            </a:r>
            <a:endParaRPr lang="en-AU" sz="1200" dirty="0"/>
          </a:p>
        </p:txBody>
      </p:sp>
      <p:sp>
        <p:nvSpPr>
          <p:cNvPr id="35" name="TextBox 34">
            <a:extLst>
              <a:ext uri="{FF2B5EF4-FFF2-40B4-BE49-F238E27FC236}">
                <a16:creationId xmlns:a16="http://schemas.microsoft.com/office/drawing/2014/main" id="{26A14B38-5297-D8B8-C165-263BBCED6DAC}"/>
              </a:ext>
            </a:extLst>
          </p:cNvPr>
          <p:cNvSpPr txBox="1"/>
          <p:nvPr/>
        </p:nvSpPr>
        <p:spPr>
          <a:xfrm>
            <a:off x="679815" y="5846651"/>
            <a:ext cx="364280" cy="276999"/>
          </a:xfrm>
          <a:prstGeom prst="rect">
            <a:avLst/>
          </a:prstGeom>
          <a:noFill/>
        </p:spPr>
        <p:txBody>
          <a:bodyPr wrap="square" rtlCol="0">
            <a:spAutoFit/>
          </a:bodyPr>
          <a:lstStyle/>
          <a:p>
            <a:r>
              <a:rPr lang="en-AU" sz="1200" b="1" spc="-50" dirty="0">
                <a:solidFill>
                  <a:srgbClr val="231F20"/>
                </a:solidFill>
                <a:latin typeface="Arial"/>
                <a:cs typeface="Arial"/>
              </a:rPr>
              <a:t>17</a:t>
            </a:r>
            <a:endParaRPr lang="en-AU" sz="1200" dirty="0"/>
          </a:p>
        </p:txBody>
      </p:sp>
      <p:sp>
        <p:nvSpPr>
          <p:cNvPr id="36" name="object 34">
            <a:extLst>
              <a:ext uri="{FF2B5EF4-FFF2-40B4-BE49-F238E27FC236}">
                <a16:creationId xmlns:a16="http://schemas.microsoft.com/office/drawing/2014/main" id="{C3E10353-95E2-6EDD-2574-4BCBFB8639A3}"/>
              </a:ext>
            </a:extLst>
          </p:cNvPr>
          <p:cNvSpPr txBox="1"/>
          <p:nvPr/>
        </p:nvSpPr>
        <p:spPr>
          <a:xfrm>
            <a:off x="1393298" y="1207498"/>
            <a:ext cx="5540235"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a:t>
            </a:r>
          </a:p>
        </p:txBody>
      </p:sp>
      <p:sp>
        <p:nvSpPr>
          <p:cNvPr id="37" name="object 34">
            <a:extLst>
              <a:ext uri="{FF2B5EF4-FFF2-40B4-BE49-F238E27FC236}">
                <a16:creationId xmlns:a16="http://schemas.microsoft.com/office/drawing/2014/main" id="{9120CE43-ED4F-3627-1C38-3471C723547C}"/>
              </a:ext>
            </a:extLst>
          </p:cNvPr>
          <p:cNvSpPr txBox="1"/>
          <p:nvPr/>
        </p:nvSpPr>
        <p:spPr>
          <a:xfrm>
            <a:off x="1373529" y="1932079"/>
            <a:ext cx="5540235"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a:t>
            </a:r>
          </a:p>
        </p:txBody>
      </p:sp>
      <p:sp>
        <p:nvSpPr>
          <p:cNvPr id="38" name="object 34">
            <a:extLst>
              <a:ext uri="{FF2B5EF4-FFF2-40B4-BE49-F238E27FC236}">
                <a16:creationId xmlns:a16="http://schemas.microsoft.com/office/drawing/2014/main" id="{91FC8F2D-7B2B-B6BD-CE7B-C5AAC911151F}"/>
              </a:ext>
            </a:extLst>
          </p:cNvPr>
          <p:cNvSpPr txBox="1"/>
          <p:nvPr/>
        </p:nvSpPr>
        <p:spPr>
          <a:xfrm>
            <a:off x="1373529" y="2655878"/>
            <a:ext cx="5540235"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a:t>
            </a:r>
          </a:p>
        </p:txBody>
      </p:sp>
      <p:sp>
        <p:nvSpPr>
          <p:cNvPr id="39" name="object 34">
            <a:extLst>
              <a:ext uri="{FF2B5EF4-FFF2-40B4-BE49-F238E27FC236}">
                <a16:creationId xmlns:a16="http://schemas.microsoft.com/office/drawing/2014/main" id="{E4A90A71-51C0-94F2-BFB2-B0502E17E86C}"/>
              </a:ext>
            </a:extLst>
          </p:cNvPr>
          <p:cNvSpPr txBox="1"/>
          <p:nvPr/>
        </p:nvSpPr>
        <p:spPr>
          <a:xfrm>
            <a:off x="1373530" y="3382498"/>
            <a:ext cx="5540235"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a:t>
            </a:r>
          </a:p>
        </p:txBody>
      </p:sp>
      <p:sp>
        <p:nvSpPr>
          <p:cNvPr id="40" name="object 34">
            <a:extLst>
              <a:ext uri="{FF2B5EF4-FFF2-40B4-BE49-F238E27FC236}">
                <a16:creationId xmlns:a16="http://schemas.microsoft.com/office/drawing/2014/main" id="{290AE103-C53E-9D7C-7CA2-19AD7CB73E71}"/>
              </a:ext>
            </a:extLst>
          </p:cNvPr>
          <p:cNvSpPr txBox="1"/>
          <p:nvPr/>
        </p:nvSpPr>
        <p:spPr>
          <a:xfrm>
            <a:off x="851597" y="4420848"/>
            <a:ext cx="6474587" cy="198068"/>
          </a:xfrm>
          <a:prstGeom prst="rect">
            <a:avLst/>
          </a:prstGeom>
        </p:spPr>
        <p:txBody>
          <a:bodyPr vert="horz" wrap="square" lIns="0" tIns="12700" rIns="0" bIns="0" rtlCol="0">
            <a:spAutoFit/>
          </a:bodyPr>
          <a:lstStyle/>
          <a:p>
            <a:pPr algn="just">
              <a:lnSpc>
                <a:spcPct val="105000"/>
              </a:lnSpc>
              <a:spcAft>
                <a:spcPts val="800"/>
              </a:spcAft>
            </a:pPr>
            <a:r>
              <a:rPr lang="en-AU" sz="1200" b="1" kern="100" dirty="0">
                <a:effectLst/>
                <a:latin typeface="Book Antiqua" panose="02040602050305030304" pitchFamily="18" charset="0"/>
                <a:ea typeface="Yu Gothic" panose="020B0400000000000000" pitchFamily="34" charset="-128"/>
                <a:cs typeface="Times New Roman" panose="02020603050405020304" pitchFamily="18" charset="0"/>
              </a:rPr>
              <a:t>Write the simple meaning of the idioms below.</a:t>
            </a:r>
            <a:endParaRPr lang="en-AU" sz="1200" kern="100" dirty="0">
              <a:effectLst/>
              <a:latin typeface="Arial" panose="020B0604020202020204" pitchFamily="34" charset="0"/>
              <a:ea typeface="Yu Gothic" panose="020B0400000000000000" pitchFamily="34" charset="-128"/>
              <a:cs typeface="Times New Roman" panose="02020603050405020304" pitchFamily="18" charset="0"/>
            </a:endParaRPr>
          </a:p>
        </p:txBody>
      </p:sp>
      <p:sp>
        <p:nvSpPr>
          <p:cNvPr id="45" name="object 34">
            <a:extLst>
              <a:ext uri="{FF2B5EF4-FFF2-40B4-BE49-F238E27FC236}">
                <a16:creationId xmlns:a16="http://schemas.microsoft.com/office/drawing/2014/main" id="{44202CB1-409A-8DC2-E4E5-2F9FFE3E99FC}"/>
              </a:ext>
            </a:extLst>
          </p:cNvPr>
          <p:cNvSpPr txBox="1"/>
          <p:nvPr/>
        </p:nvSpPr>
        <p:spPr>
          <a:xfrm>
            <a:off x="1321776" y="5803360"/>
            <a:ext cx="5835584" cy="394082"/>
          </a:xfrm>
          <a:prstGeom prst="rect">
            <a:avLst/>
          </a:prstGeom>
        </p:spPr>
        <p:txBody>
          <a:bodyPr vert="horz" wrap="square" lIns="0" tIns="12700" rIns="0" bIns="0" rtlCol="0">
            <a:spAutoFit/>
          </a:bodyPr>
          <a:lstStyle/>
          <a:p>
            <a:pPr algn="just">
              <a:lnSpc>
                <a:spcPct val="105000"/>
              </a:lnSpc>
              <a:spcAft>
                <a:spcPts val="800"/>
              </a:spcAft>
            </a:pPr>
            <a:r>
              <a:rPr lang="en-AU" sz="1200" dirty="0">
                <a:latin typeface="Book Antiqua" panose="02040602050305030304" pitchFamily="18" charset="0"/>
              </a:rPr>
              <a:t>Every time I finished the chores Mum had set, she moved the goalposts and added three more before I could go out.</a:t>
            </a:r>
            <a:endParaRPr lang="en-AU" sz="1200" kern="100" dirty="0">
              <a:effectLst/>
              <a:latin typeface="Book Antiqua" panose="02040602050305030304" pitchFamily="18" charset="0"/>
              <a:ea typeface="Yu Mincho" panose="02020400000000000000" pitchFamily="18" charset="-128"/>
              <a:cs typeface="Times New Roman" panose="02020603050405020304" pitchFamily="18" charset="0"/>
            </a:endParaRPr>
          </a:p>
        </p:txBody>
      </p:sp>
      <p:sp>
        <p:nvSpPr>
          <p:cNvPr id="49" name="object 34">
            <a:extLst>
              <a:ext uri="{FF2B5EF4-FFF2-40B4-BE49-F238E27FC236}">
                <a16:creationId xmlns:a16="http://schemas.microsoft.com/office/drawing/2014/main" id="{FA43F635-B6F5-723E-7D50-1A0628966E6B}"/>
              </a:ext>
            </a:extLst>
          </p:cNvPr>
          <p:cNvSpPr txBox="1"/>
          <p:nvPr/>
        </p:nvSpPr>
        <p:spPr>
          <a:xfrm>
            <a:off x="736619" y="5234644"/>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50" name="object 34">
            <a:extLst>
              <a:ext uri="{FF2B5EF4-FFF2-40B4-BE49-F238E27FC236}">
                <a16:creationId xmlns:a16="http://schemas.microsoft.com/office/drawing/2014/main" id="{726542A3-B607-15ED-4ACC-34CC0E157283}"/>
              </a:ext>
            </a:extLst>
          </p:cNvPr>
          <p:cNvSpPr txBox="1"/>
          <p:nvPr/>
        </p:nvSpPr>
        <p:spPr>
          <a:xfrm>
            <a:off x="730661" y="6260374"/>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51" name="object 34">
            <a:extLst>
              <a:ext uri="{FF2B5EF4-FFF2-40B4-BE49-F238E27FC236}">
                <a16:creationId xmlns:a16="http://schemas.microsoft.com/office/drawing/2014/main" id="{3A2363E0-4429-A6C2-BD85-04686392540D}"/>
              </a:ext>
            </a:extLst>
          </p:cNvPr>
          <p:cNvSpPr txBox="1"/>
          <p:nvPr/>
        </p:nvSpPr>
        <p:spPr>
          <a:xfrm>
            <a:off x="1321776" y="6784472"/>
            <a:ext cx="5746323" cy="394082"/>
          </a:xfrm>
          <a:prstGeom prst="rect">
            <a:avLst/>
          </a:prstGeom>
        </p:spPr>
        <p:txBody>
          <a:bodyPr vert="horz" wrap="square" lIns="0" tIns="12700" rIns="0" bIns="0" rtlCol="0">
            <a:spAutoFit/>
          </a:bodyPr>
          <a:lstStyle/>
          <a:p>
            <a:pPr algn="just">
              <a:lnSpc>
                <a:spcPct val="105000"/>
              </a:lnSpc>
              <a:spcAft>
                <a:spcPts val="800"/>
              </a:spcAft>
            </a:pPr>
            <a:r>
              <a:rPr lang="en-AU" sz="1200" dirty="0">
                <a:latin typeface="Book Antiqua" panose="02040602050305030304" pitchFamily="18" charset="0"/>
              </a:rPr>
              <a:t>The reviewer damned the debut novel with faint praise, calling it "competent" and "perfectly adequate for a long flight".</a:t>
            </a:r>
            <a:endParaRPr lang="en-AU" sz="1200" kern="100" dirty="0">
              <a:effectLst/>
              <a:latin typeface="Book Antiqua" panose="02040602050305030304" pitchFamily="18" charset="0"/>
              <a:ea typeface="Yu Mincho" panose="02020400000000000000" pitchFamily="18" charset="-128"/>
              <a:cs typeface="Times New Roman" panose="02020603050405020304" pitchFamily="18" charset="0"/>
            </a:endParaRPr>
          </a:p>
        </p:txBody>
      </p:sp>
      <p:sp>
        <p:nvSpPr>
          <p:cNvPr id="52" name="object 34">
            <a:extLst>
              <a:ext uri="{FF2B5EF4-FFF2-40B4-BE49-F238E27FC236}">
                <a16:creationId xmlns:a16="http://schemas.microsoft.com/office/drawing/2014/main" id="{5DAEE054-C685-33D2-6AA5-DD577FE1A4EA}"/>
              </a:ext>
            </a:extLst>
          </p:cNvPr>
          <p:cNvSpPr txBox="1"/>
          <p:nvPr/>
        </p:nvSpPr>
        <p:spPr>
          <a:xfrm>
            <a:off x="736016" y="7286012"/>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pic>
        <p:nvPicPr>
          <p:cNvPr id="10" name="object 41">
            <a:extLst>
              <a:ext uri="{FF2B5EF4-FFF2-40B4-BE49-F238E27FC236}">
                <a16:creationId xmlns:a16="http://schemas.microsoft.com/office/drawing/2014/main" id="{7F41F897-99A9-6FA7-1C56-F64452CBB35A}"/>
              </a:ext>
            </a:extLst>
          </p:cNvPr>
          <p:cNvPicPr/>
          <p:nvPr/>
        </p:nvPicPr>
        <p:blipFill>
          <a:blip r:embed="rId2" cstate="print"/>
          <a:stretch>
            <a:fillRect/>
          </a:stretch>
        </p:blipFill>
        <p:spPr>
          <a:xfrm>
            <a:off x="1245037" y="8244586"/>
            <a:ext cx="179997" cy="108000"/>
          </a:xfrm>
          <a:prstGeom prst="rect">
            <a:avLst/>
          </a:prstGeom>
        </p:spPr>
      </p:pic>
      <p:pic>
        <p:nvPicPr>
          <p:cNvPr id="12" name="object 41">
            <a:extLst>
              <a:ext uri="{FF2B5EF4-FFF2-40B4-BE49-F238E27FC236}">
                <a16:creationId xmlns:a16="http://schemas.microsoft.com/office/drawing/2014/main" id="{7D87669B-D4ED-FC2B-AC8E-E838CFA317CE}"/>
              </a:ext>
            </a:extLst>
          </p:cNvPr>
          <p:cNvPicPr/>
          <p:nvPr/>
        </p:nvPicPr>
        <p:blipFill>
          <a:blip r:embed="rId2" cstate="print"/>
          <a:stretch>
            <a:fillRect/>
          </a:stretch>
        </p:blipFill>
        <p:spPr>
          <a:xfrm>
            <a:off x="1253382" y="8505190"/>
            <a:ext cx="179997" cy="108000"/>
          </a:xfrm>
          <a:prstGeom prst="rect">
            <a:avLst/>
          </a:prstGeom>
        </p:spPr>
      </p:pic>
      <p:pic>
        <p:nvPicPr>
          <p:cNvPr id="24" name="object 41">
            <a:extLst>
              <a:ext uri="{FF2B5EF4-FFF2-40B4-BE49-F238E27FC236}">
                <a16:creationId xmlns:a16="http://schemas.microsoft.com/office/drawing/2014/main" id="{1ABEF0B8-A15E-490A-3D7C-8F56F754C8A6}"/>
              </a:ext>
            </a:extLst>
          </p:cNvPr>
          <p:cNvPicPr/>
          <p:nvPr/>
        </p:nvPicPr>
        <p:blipFill>
          <a:blip r:embed="rId2" cstate="print"/>
          <a:stretch>
            <a:fillRect/>
          </a:stretch>
        </p:blipFill>
        <p:spPr>
          <a:xfrm>
            <a:off x="1253382" y="8765794"/>
            <a:ext cx="179997" cy="108000"/>
          </a:xfrm>
          <a:prstGeom prst="rect">
            <a:avLst/>
          </a:prstGeom>
        </p:spPr>
      </p:pic>
      <p:pic>
        <p:nvPicPr>
          <p:cNvPr id="42" name="object 41">
            <a:extLst>
              <a:ext uri="{FF2B5EF4-FFF2-40B4-BE49-F238E27FC236}">
                <a16:creationId xmlns:a16="http://schemas.microsoft.com/office/drawing/2014/main" id="{CCC3C72F-1153-FAC7-DEAB-B03AC6140DCF}"/>
              </a:ext>
            </a:extLst>
          </p:cNvPr>
          <p:cNvPicPr/>
          <p:nvPr/>
        </p:nvPicPr>
        <p:blipFill>
          <a:blip r:embed="rId2" cstate="print"/>
          <a:stretch>
            <a:fillRect/>
          </a:stretch>
        </p:blipFill>
        <p:spPr>
          <a:xfrm>
            <a:off x="1247744" y="9136126"/>
            <a:ext cx="179997" cy="108000"/>
          </a:xfrm>
          <a:prstGeom prst="rect">
            <a:avLst/>
          </a:prstGeom>
        </p:spPr>
      </p:pic>
      <p:pic>
        <p:nvPicPr>
          <p:cNvPr id="43" name="object 41">
            <a:extLst>
              <a:ext uri="{FF2B5EF4-FFF2-40B4-BE49-F238E27FC236}">
                <a16:creationId xmlns:a16="http://schemas.microsoft.com/office/drawing/2014/main" id="{B323C780-E000-5C80-F6DC-3D30591A55B6}"/>
              </a:ext>
            </a:extLst>
          </p:cNvPr>
          <p:cNvPicPr/>
          <p:nvPr/>
        </p:nvPicPr>
        <p:blipFill>
          <a:blip r:embed="rId2" cstate="print"/>
          <a:stretch>
            <a:fillRect/>
          </a:stretch>
        </p:blipFill>
        <p:spPr>
          <a:xfrm>
            <a:off x="1253382" y="9396730"/>
            <a:ext cx="179997" cy="108000"/>
          </a:xfrm>
          <a:prstGeom prst="rect">
            <a:avLst/>
          </a:prstGeom>
        </p:spPr>
      </p:pic>
      <p:pic>
        <p:nvPicPr>
          <p:cNvPr id="44" name="object 41">
            <a:extLst>
              <a:ext uri="{FF2B5EF4-FFF2-40B4-BE49-F238E27FC236}">
                <a16:creationId xmlns:a16="http://schemas.microsoft.com/office/drawing/2014/main" id="{31F10DCA-C91F-CC1C-D717-6769B71488FC}"/>
              </a:ext>
            </a:extLst>
          </p:cNvPr>
          <p:cNvPicPr/>
          <p:nvPr/>
        </p:nvPicPr>
        <p:blipFill>
          <a:blip r:embed="rId2" cstate="print"/>
          <a:stretch>
            <a:fillRect/>
          </a:stretch>
        </p:blipFill>
        <p:spPr>
          <a:xfrm>
            <a:off x="1253382" y="9657334"/>
            <a:ext cx="179997" cy="108000"/>
          </a:xfrm>
          <a:prstGeom prst="rect">
            <a:avLst/>
          </a:prstGeom>
        </p:spPr>
      </p:pic>
      <p:sp>
        <p:nvSpPr>
          <p:cNvPr id="46" name="Rectangle: Top Corners Snipped 22">
            <a:extLst>
              <a:ext uri="{FF2B5EF4-FFF2-40B4-BE49-F238E27FC236}">
                <a16:creationId xmlns:a16="http://schemas.microsoft.com/office/drawing/2014/main" id="{8737049C-2999-DE46-C844-F3D10B781B81}"/>
              </a:ext>
            </a:extLst>
          </p:cNvPr>
          <p:cNvSpPr/>
          <p:nvPr/>
        </p:nvSpPr>
        <p:spPr>
          <a:xfrm rot="5400000">
            <a:off x="700438" y="359359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7" name="TextBox 46">
            <a:extLst>
              <a:ext uri="{FF2B5EF4-FFF2-40B4-BE49-F238E27FC236}">
                <a16:creationId xmlns:a16="http://schemas.microsoft.com/office/drawing/2014/main" id="{03C4F94E-FE04-ED03-FDCA-DE7125921FC9}"/>
              </a:ext>
            </a:extLst>
          </p:cNvPr>
          <p:cNvSpPr txBox="1"/>
          <p:nvPr/>
        </p:nvSpPr>
        <p:spPr>
          <a:xfrm>
            <a:off x="658319" y="3689604"/>
            <a:ext cx="374237" cy="276999"/>
          </a:xfrm>
          <a:prstGeom prst="rect">
            <a:avLst/>
          </a:prstGeom>
          <a:noFill/>
        </p:spPr>
        <p:txBody>
          <a:bodyPr wrap="square" rtlCol="0">
            <a:spAutoFit/>
          </a:bodyPr>
          <a:lstStyle/>
          <a:p>
            <a:r>
              <a:rPr lang="en-AU" sz="1200" b="1" spc="-50" dirty="0">
                <a:solidFill>
                  <a:srgbClr val="231F20"/>
                </a:solidFill>
                <a:latin typeface="Arial"/>
                <a:cs typeface="Arial"/>
              </a:rPr>
              <a:t>15</a:t>
            </a:r>
            <a:endParaRPr lang="en-AU" sz="1200" dirty="0"/>
          </a:p>
        </p:txBody>
      </p:sp>
      <p:sp>
        <p:nvSpPr>
          <p:cNvPr id="48" name="object 34">
            <a:extLst>
              <a:ext uri="{FF2B5EF4-FFF2-40B4-BE49-F238E27FC236}">
                <a16:creationId xmlns:a16="http://schemas.microsoft.com/office/drawing/2014/main" id="{833DFD6C-3833-DD5E-8299-8957E987EAF6}"/>
              </a:ext>
            </a:extLst>
          </p:cNvPr>
          <p:cNvSpPr txBox="1"/>
          <p:nvPr/>
        </p:nvSpPr>
        <p:spPr>
          <a:xfrm>
            <a:off x="1391573" y="3675887"/>
            <a:ext cx="6089904"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The cartographer, which had charted the northern coastline, died in poverty and obscurity.</a:t>
            </a:r>
            <a:endParaRPr lang="en-AU" sz="1200" spc="-20" dirty="0">
              <a:solidFill>
                <a:srgbClr val="231F20"/>
              </a:solidFill>
              <a:latin typeface="Book Antiqua" panose="02040602050305030304" pitchFamily="18" charset="0"/>
              <a:cs typeface="Cambria"/>
            </a:endParaRPr>
          </a:p>
        </p:txBody>
      </p:sp>
      <p:sp>
        <p:nvSpPr>
          <p:cNvPr id="53" name="object 34">
            <a:extLst>
              <a:ext uri="{FF2B5EF4-FFF2-40B4-BE49-F238E27FC236}">
                <a16:creationId xmlns:a16="http://schemas.microsoft.com/office/drawing/2014/main" id="{C355CE94-FC13-4D04-E017-EECD3A97A834}"/>
              </a:ext>
            </a:extLst>
          </p:cNvPr>
          <p:cNvSpPr txBox="1"/>
          <p:nvPr/>
        </p:nvSpPr>
        <p:spPr>
          <a:xfrm>
            <a:off x="1359682" y="4114800"/>
            <a:ext cx="5540235"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a:t>
            </a:r>
          </a:p>
        </p:txBody>
      </p:sp>
      <p:sp>
        <p:nvSpPr>
          <p:cNvPr id="54" name="object 34">
            <a:extLst>
              <a:ext uri="{FF2B5EF4-FFF2-40B4-BE49-F238E27FC236}">
                <a16:creationId xmlns:a16="http://schemas.microsoft.com/office/drawing/2014/main" id="{444B71C3-5758-8517-D1D5-A200DB21CDB2}"/>
              </a:ext>
            </a:extLst>
          </p:cNvPr>
          <p:cNvSpPr txBox="1"/>
          <p:nvPr/>
        </p:nvSpPr>
        <p:spPr>
          <a:xfrm>
            <a:off x="1282983" y="4789556"/>
            <a:ext cx="5663445"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Taking over a club that had lost fourteen straight games, the new coach soon realised the job was a poisoned chalice.</a:t>
            </a:r>
            <a:endParaRPr lang="en-AU" sz="1200" spc="-20" dirty="0">
              <a:solidFill>
                <a:srgbClr val="231F20"/>
              </a:solidFill>
              <a:latin typeface="Book Antiqua" panose="02040602050305030304" pitchFamily="18" charset="0"/>
              <a:cs typeface="Cambria"/>
            </a:endParaRPr>
          </a:p>
        </p:txBody>
      </p:sp>
    </p:spTree>
    <p:extLst>
      <p:ext uri="{BB962C8B-B14F-4D97-AF65-F5344CB8AC3E}">
        <p14:creationId xmlns:p14="http://schemas.microsoft.com/office/powerpoint/2010/main" val="30482427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623688"/>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flipH="1">
            <a:off x="643853" y="630141"/>
            <a:ext cx="2099" cy="9456469"/>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8402" y="10086610"/>
            <a:ext cx="7559675" cy="0"/>
          </a:xfrm>
          <a:prstGeom prst="line">
            <a:avLst/>
          </a:prstGeom>
          <a:ln w="9525"/>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73D5ED79-14F3-6497-01A8-89CAB0A55D34}"/>
              </a:ext>
            </a:extLst>
          </p:cNvPr>
          <p:cNvSpPr/>
          <p:nvPr/>
        </p:nvSpPr>
        <p:spPr>
          <a:xfrm>
            <a:off x="442602" y="60991"/>
            <a:ext cx="523110"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AF820375-8CC4-2A64-AD14-3BDF00344283}"/>
              </a:ext>
            </a:extLst>
          </p:cNvPr>
          <p:cNvSpPr/>
          <p:nvPr/>
        </p:nvSpPr>
        <p:spPr>
          <a:xfrm>
            <a:off x="1073174" y="60991"/>
            <a:ext cx="5973059" cy="5179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TextBox 18">
            <a:extLst>
              <a:ext uri="{FF2B5EF4-FFF2-40B4-BE49-F238E27FC236}">
                <a16:creationId xmlns:a16="http://schemas.microsoft.com/office/drawing/2014/main" id="{5F6E1B24-EA49-6768-EC9D-9AFC54DC2086}"/>
              </a:ext>
            </a:extLst>
          </p:cNvPr>
          <p:cNvSpPr txBox="1"/>
          <p:nvPr/>
        </p:nvSpPr>
        <p:spPr>
          <a:xfrm>
            <a:off x="379950" y="12176"/>
            <a:ext cx="639493" cy="307777"/>
          </a:xfrm>
          <a:prstGeom prst="rect">
            <a:avLst/>
          </a:prstGeom>
          <a:noFill/>
          <a:ln>
            <a:noFill/>
          </a:ln>
        </p:spPr>
        <p:txBody>
          <a:bodyPr wrap="square" rtlCol="0">
            <a:spAutoFit/>
          </a:bodyPr>
          <a:lstStyle/>
          <a:p>
            <a:pPr algn="ctr"/>
            <a:r>
              <a:rPr lang="en-AU" sz="1400" b="1" dirty="0">
                <a:latin typeface="Candara" panose="020E0502030303020204" pitchFamily="34" charset="0"/>
                <a:cs typeface="Aharoni" panose="02010803020104030203" pitchFamily="2" charset="-79"/>
              </a:rPr>
              <a:t>TEST</a:t>
            </a:r>
            <a:endParaRPr lang="en-AU" sz="2000" dirty="0">
              <a:latin typeface="Candara" panose="020E0502030303020204" pitchFamily="34" charset="0"/>
            </a:endParaRPr>
          </a:p>
        </p:txBody>
      </p:sp>
      <p:sp>
        <p:nvSpPr>
          <p:cNvPr id="20" name="TextBox 19">
            <a:extLst>
              <a:ext uri="{FF2B5EF4-FFF2-40B4-BE49-F238E27FC236}">
                <a16:creationId xmlns:a16="http://schemas.microsoft.com/office/drawing/2014/main" id="{3B69BAF7-66A1-3E93-2677-09BA3D09A9F4}"/>
              </a:ext>
            </a:extLst>
          </p:cNvPr>
          <p:cNvSpPr txBox="1"/>
          <p:nvPr/>
        </p:nvSpPr>
        <p:spPr>
          <a:xfrm>
            <a:off x="491160" y="155571"/>
            <a:ext cx="417072" cy="461665"/>
          </a:xfrm>
          <a:prstGeom prst="rect">
            <a:avLst/>
          </a:prstGeom>
          <a:noFill/>
          <a:ln>
            <a:noFill/>
          </a:ln>
        </p:spPr>
        <p:txBody>
          <a:bodyPr wrap="square" rtlCol="0">
            <a:spAutoFit/>
          </a:bodyPr>
          <a:lstStyle/>
          <a:p>
            <a:pPr algn="ctr"/>
            <a:r>
              <a:rPr lang="en-AU" sz="2400" b="1" dirty="0">
                <a:latin typeface="Candara" panose="020E0502030303020204" pitchFamily="34" charset="0"/>
                <a:cs typeface="Aharoni" panose="02010803020104030203" pitchFamily="2" charset="-79"/>
              </a:rPr>
              <a:t>3</a:t>
            </a:r>
            <a:endParaRPr lang="en-AU" sz="2400" dirty="0">
              <a:latin typeface="Candara" panose="020E0502030303020204" pitchFamily="34" charset="0"/>
            </a:endParaRPr>
          </a:p>
        </p:txBody>
      </p:sp>
      <p:sp>
        <p:nvSpPr>
          <p:cNvPr id="21" name="TextBox 20">
            <a:extLst>
              <a:ext uri="{FF2B5EF4-FFF2-40B4-BE49-F238E27FC236}">
                <a16:creationId xmlns:a16="http://schemas.microsoft.com/office/drawing/2014/main" id="{34A2D083-A4F2-EEBF-7D48-ECC0C5433CF6}"/>
              </a:ext>
            </a:extLst>
          </p:cNvPr>
          <p:cNvSpPr txBox="1"/>
          <p:nvPr/>
        </p:nvSpPr>
        <p:spPr>
          <a:xfrm>
            <a:off x="1068001" y="62937"/>
            <a:ext cx="5429644" cy="307777"/>
          </a:xfrm>
          <a:prstGeom prst="rect">
            <a:avLst/>
          </a:prstGeom>
          <a:noFill/>
        </p:spPr>
        <p:txBody>
          <a:bodyPr wrap="square" rtlCol="0">
            <a:spAutoFit/>
          </a:bodyPr>
          <a:lstStyle/>
          <a:p>
            <a:r>
              <a:rPr lang="en-AU" sz="1400" dirty="0">
                <a:latin typeface="Candara" panose="020E0502030303020204" pitchFamily="34" charset="0"/>
              </a:rPr>
              <a:t>NOTES                                                                                  DUE</a:t>
            </a:r>
          </a:p>
        </p:txBody>
      </p:sp>
      <p:sp>
        <p:nvSpPr>
          <p:cNvPr id="2" name="TextBox 1">
            <a:extLst>
              <a:ext uri="{FF2B5EF4-FFF2-40B4-BE49-F238E27FC236}">
                <a16:creationId xmlns:a16="http://schemas.microsoft.com/office/drawing/2014/main" id="{AABA0DE0-3353-0957-01FE-7A51A76E202E}"/>
              </a:ext>
            </a:extLst>
          </p:cNvPr>
          <p:cNvSpPr txBox="1"/>
          <p:nvPr/>
        </p:nvSpPr>
        <p:spPr>
          <a:xfrm>
            <a:off x="91650" y="648020"/>
            <a:ext cx="461665" cy="2702455"/>
          </a:xfrm>
          <a:prstGeom prst="rect">
            <a:avLst/>
          </a:prstGeom>
          <a:noFill/>
        </p:spPr>
        <p:txBody>
          <a:bodyPr vert="eaVert" wrap="square" rtlCol="0">
            <a:spAutoFit/>
          </a:bodyPr>
          <a:lstStyle/>
          <a:p>
            <a:r>
              <a:rPr lang="en-AU" dirty="0">
                <a:latin typeface="Candara" panose="020E0502030303020204" pitchFamily="34" charset="0"/>
              </a:rPr>
              <a:t>Spelling and Vocabulary</a:t>
            </a:r>
          </a:p>
        </p:txBody>
      </p:sp>
      <p:sp>
        <p:nvSpPr>
          <p:cNvPr id="9" name="TextBox 8">
            <a:extLst>
              <a:ext uri="{FF2B5EF4-FFF2-40B4-BE49-F238E27FC236}">
                <a16:creationId xmlns:a16="http://schemas.microsoft.com/office/drawing/2014/main" id="{B14A693B-EF79-6467-C843-E5C21DA4A616}"/>
              </a:ext>
            </a:extLst>
          </p:cNvPr>
          <p:cNvSpPr txBox="1"/>
          <p:nvPr/>
        </p:nvSpPr>
        <p:spPr>
          <a:xfrm>
            <a:off x="75391" y="4312967"/>
            <a:ext cx="461665" cy="2763986"/>
          </a:xfrm>
          <a:prstGeom prst="rect">
            <a:avLst/>
          </a:prstGeom>
          <a:noFill/>
        </p:spPr>
        <p:txBody>
          <a:bodyPr vert="eaVert" wrap="square" rtlCol="0">
            <a:spAutoFit/>
          </a:bodyPr>
          <a:lstStyle/>
          <a:p>
            <a:r>
              <a:rPr lang="en-AU" dirty="0">
                <a:latin typeface="Candara" panose="020E0502030303020204" pitchFamily="34" charset="0"/>
              </a:rPr>
              <a:t>Grammar</a:t>
            </a:r>
          </a:p>
        </p:txBody>
      </p:sp>
      <p:sp>
        <p:nvSpPr>
          <p:cNvPr id="3" name="object 34">
            <a:extLst>
              <a:ext uri="{FF2B5EF4-FFF2-40B4-BE49-F238E27FC236}">
                <a16:creationId xmlns:a16="http://schemas.microsoft.com/office/drawing/2014/main" id="{9215D004-6F90-647D-C3A9-E1D77FD6C0E3}"/>
              </a:ext>
            </a:extLst>
          </p:cNvPr>
          <p:cNvSpPr txBox="1"/>
          <p:nvPr/>
        </p:nvSpPr>
        <p:spPr>
          <a:xfrm>
            <a:off x="1221148" y="1021097"/>
            <a:ext cx="4027020"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The latest update will supercede every patch released since the game first launched.</a:t>
            </a:r>
            <a:endParaRPr lang="en-AU" sz="1200" spc="-20" dirty="0">
              <a:solidFill>
                <a:srgbClr val="231F20"/>
              </a:solidFill>
              <a:latin typeface="Book Antiqua" panose="02040602050305030304" pitchFamily="18" charset="0"/>
              <a:cs typeface="Cambria"/>
            </a:endParaRPr>
          </a:p>
        </p:txBody>
      </p:sp>
      <p:sp>
        <p:nvSpPr>
          <p:cNvPr id="7" name="object 34">
            <a:extLst>
              <a:ext uri="{FF2B5EF4-FFF2-40B4-BE49-F238E27FC236}">
                <a16:creationId xmlns:a16="http://schemas.microsoft.com/office/drawing/2014/main" id="{31644DDD-E0B3-3E79-436F-49EB906585A9}"/>
              </a:ext>
            </a:extLst>
          </p:cNvPr>
          <p:cNvSpPr txBox="1"/>
          <p:nvPr/>
        </p:nvSpPr>
        <p:spPr>
          <a:xfrm>
            <a:off x="734037" y="695900"/>
            <a:ext cx="6594868" cy="197490"/>
          </a:xfrm>
          <a:prstGeom prst="rect">
            <a:avLst/>
          </a:prstGeom>
        </p:spPr>
        <p:txBody>
          <a:bodyPr vert="horz" wrap="square" lIns="0" tIns="12700" rIns="0" bIns="0" rtlCol="0">
            <a:spAutoFit/>
          </a:bodyPr>
          <a:lstStyle/>
          <a:p>
            <a:pPr marL="12700">
              <a:lnSpc>
                <a:spcPct val="100000"/>
              </a:lnSpc>
              <a:spcBef>
                <a:spcPts val="100"/>
              </a:spcBef>
            </a:pPr>
            <a:r>
              <a:rPr lang="en-AU" sz="1200" b="1" spc="-20" dirty="0">
                <a:solidFill>
                  <a:srgbClr val="231F20"/>
                </a:solidFill>
                <a:latin typeface="Book Antiqua" panose="02040602050305030304" pitchFamily="18" charset="0"/>
                <a:cs typeface="Cambria"/>
              </a:rPr>
              <a:t>Each sentence has one word that is incorrect. Write the correct spelling of the word in the box. </a:t>
            </a:r>
            <a:endParaRPr sz="1200" b="1" dirty="0">
              <a:latin typeface="Book Antiqua" panose="02040602050305030304" pitchFamily="18" charset="0"/>
              <a:cs typeface="Cambria"/>
            </a:endParaRPr>
          </a:p>
        </p:txBody>
      </p:sp>
      <p:sp>
        <p:nvSpPr>
          <p:cNvPr id="8" name="Rectangle: Top Corners Snipped 7">
            <a:extLst>
              <a:ext uri="{FF2B5EF4-FFF2-40B4-BE49-F238E27FC236}">
                <a16:creationId xmlns:a16="http://schemas.microsoft.com/office/drawing/2014/main" id="{7CDBA501-AC22-F90C-DF88-0EFE60B6ACD5}"/>
              </a:ext>
            </a:extLst>
          </p:cNvPr>
          <p:cNvSpPr/>
          <p:nvPr/>
        </p:nvSpPr>
        <p:spPr>
          <a:xfrm rot="5400000">
            <a:off x="718845" y="969970"/>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Rectangle: Top Corners Snipped 28">
            <a:extLst>
              <a:ext uri="{FF2B5EF4-FFF2-40B4-BE49-F238E27FC236}">
                <a16:creationId xmlns:a16="http://schemas.microsoft.com/office/drawing/2014/main" id="{201FF9E0-979D-C27F-3C67-8B5FDE93AE68}"/>
              </a:ext>
            </a:extLst>
          </p:cNvPr>
          <p:cNvSpPr/>
          <p:nvPr/>
        </p:nvSpPr>
        <p:spPr>
          <a:xfrm rot="5400000">
            <a:off x="712451" y="1568150"/>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4" name="Rectangle: Top Corners Snipped 53">
            <a:extLst>
              <a:ext uri="{FF2B5EF4-FFF2-40B4-BE49-F238E27FC236}">
                <a16:creationId xmlns:a16="http://schemas.microsoft.com/office/drawing/2014/main" id="{64A52355-3457-3E34-DE17-F602B02148DB}"/>
              </a:ext>
            </a:extLst>
          </p:cNvPr>
          <p:cNvSpPr/>
          <p:nvPr/>
        </p:nvSpPr>
        <p:spPr>
          <a:xfrm rot="5400000">
            <a:off x="717990" y="211675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5" name="Rectangle: Top Corners Snipped 54">
            <a:extLst>
              <a:ext uri="{FF2B5EF4-FFF2-40B4-BE49-F238E27FC236}">
                <a16:creationId xmlns:a16="http://schemas.microsoft.com/office/drawing/2014/main" id="{72831FA6-5694-4D1B-41E3-891F5D7A0D49}"/>
              </a:ext>
            </a:extLst>
          </p:cNvPr>
          <p:cNvSpPr/>
          <p:nvPr/>
        </p:nvSpPr>
        <p:spPr>
          <a:xfrm rot="5400000">
            <a:off x="720134" y="267489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6" name="object 34">
            <a:extLst>
              <a:ext uri="{FF2B5EF4-FFF2-40B4-BE49-F238E27FC236}">
                <a16:creationId xmlns:a16="http://schemas.microsoft.com/office/drawing/2014/main" id="{2EA3A069-DDDA-B515-E4FE-92299B204C6B}"/>
              </a:ext>
            </a:extLst>
          </p:cNvPr>
          <p:cNvSpPr txBox="1"/>
          <p:nvPr/>
        </p:nvSpPr>
        <p:spPr>
          <a:xfrm>
            <a:off x="1221148" y="1600109"/>
            <a:ext cx="3939639"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She acted as the liason between the rescue teams and the families waiting at the mine.</a:t>
            </a:r>
            <a:endParaRPr sz="1200" dirty="0">
              <a:latin typeface="Book Antiqua" panose="02040602050305030304" pitchFamily="18" charset="0"/>
              <a:cs typeface="Cambria"/>
            </a:endParaRPr>
          </a:p>
        </p:txBody>
      </p:sp>
      <p:sp>
        <p:nvSpPr>
          <p:cNvPr id="57" name="object 34">
            <a:extLst>
              <a:ext uri="{FF2B5EF4-FFF2-40B4-BE49-F238E27FC236}">
                <a16:creationId xmlns:a16="http://schemas.microsoft.com/office/drawing/2014/main" id="{4947E13A-43D7-FA0B-5B0C-C375A18D8B78}"/>
              </a:ext>
            </a:extLst>
          </p:cNvPr>
          <p:cNvSpPr txBox="1"/>
          <p:nvPr/>
        </p:nvSpPr>
        <p:spPr>
          <a:xfrm>
            <a:off x="1199268" y="2163185"/>
            <a:ext cx="4177305"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Paramedics worked for forty minutes to resusitate the swimmer pulled from the rip.</a:t>
            </a:r>
            <a:endParaRPr sz="1200" dirty="0">
              <a:latin typeface="Book Antiqua" panose="02040602050305030304" pitchFamily="18" charset="0"/>
              <a:cs typeface="Cambria"/>
            </a:endParaRPr>
          </a:p>
        </p:txBody>
      </p:sp>
      <p:sp>
        <p:nvSpPr>
          <p:cNvPr id="58" name="object 34">
            <a:extLst>
              <a:ext uri="{FF2B5EF4-FFF2-40B4-BE49-F238E27FC236}">
                <a16:creationId xmlns:a16="http://schemas.microsoft.com/office/drawing/2014/main" id="{244EA883-C7DB-39AA-5C22-66978C8376A7}"/>
              </a:ext>
            </a:extLst>
          </p:cNvPr>
          <p:cNvSpPr txBox="1"/>
          <p:nvPr/>
        </p:nvSpPr>
        <p:spPr>
          <a:xfrm>
            <a:off x="1237102" y="2709353"/>
            <a:ext cx="4035034"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My friends continued to vaccilate between two movies until every session had sold out.</a:t>
            </a:r>
            <a:endParaRPr sz="1200" dirty="0">
              <a:latin typeface="Book Antiqua" panose="02040602050305030304" pitchFamily="18" charset="0"/>
              <a:cs typeface="Cambria"/>
            </a:endParaRPr>
          </a:p>
        </p:txBody>
      </p:sp>
      <p:sp>
        <p:nvSpPr>
          <p:cNvPr id="59" name="docshape84">
            <a:extLst>
              <a:ext uri="{FF2B5EF4-FFF2-40B4-BE49-F238E27FC236}">
                <a16:creationId xmlns:a16="http://schemas.microsoft.com/office/drawing/2014/main" id="{407D6AE4-38FD-BDE5-D967-50FA12A9E7CF}"/>
              </a:ext>
            </a:extLst>
          </p:cNvPr>
          <p:cNvSpPr>
            <a:spLocks noChangeArrowheads="1"/>
          </p:cNvSpPr>
          <p:nvPr/>
        </p:nvSpPr>
        <p:spPr bwMode="auto">
          <a:xfrm>
            <a:off x="5508136" y="1026106"/>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60" name="docshape84">
            <a:extLst>
              <a:ext uri="{FF2B5EF4-FFF2-40B4-BE49-F238E27FC236}">
                <a16:creationId xmlns:a16="http://schemas.microsoft.com/office/drawing/2014/main" id="{43543AEF-0D1B-31B7-860D-420FE133189F}"/>
              </a:ext>
            </a:extLst>
          </p:cNvPr>
          <p:cNvSpPr>
            <a:spLocks noChangeArrowheads="1"/>
          </p:cNvSpPr>
          <p:nvPr/>
        </p:nvSpPr>
        <p:spPr bwMode="auto">
          <a:xfrm>
            <a:off x="5508136" y="1591450"/>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61" name="docshape84">
            <a:extLst>
              <a:ext uri="{FF2B5EF4-FFF2-40B4-BE49-F238E27FC236}">
                <a16:creationId xmlns:a16="http://schemas.microsoft.com/office/drawing/2014/main" id="{D69FC3A0-B547-DFF4-C847-BDAFABB159EE}"/>
              </a:ext>
            </a:extLst>
          </p:cNvPr>
          <p:cNvSpPr>
            <a:spLocks noChangeArrowheads="1"/>
          </p:cNvSpPr>
          <p:nvPr/>
        </p:nvSpPr>
        <p:spPr bwMode="auto">
          <a:xfrm>
            <a:off x="5508136" y="2088954"/>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62" name="docshape84">
            <a:extLst>
              <a:ext uri="{FF2B5EF4-FFF2-40B4-BE49-F238E27FC236}">
                <a16:creationId xmlns:a16="http://schemas.microsoft.com/office/drawing/2014/main" id="{DFBADC1A-1DF0-637F-AAA5-1E8677A87488}"/>
              </a:ext>
            </a:extLst>
          </p:cNvPr>
          <p:cNvSpPr>
            <a:spLocks noChangeArrowheads="1"/>
          </p:cNvSpPr>
          <p:nvPr/>
        </p:nvSpPr>
        <p:spPr bwMode="auto">
          <a:xfrm>
            <a:off x="5514103" y="2683214"/>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63" name="TextBox 62">
            <a:extLst>
              <a:ext uri="{FF2B5EF4-FFF2-40B4-BE49-F238E27FC236}">
                <a16:creationId xmlns:a16="http://schemas.microsoft.com/office/drawing/2014/main" id="{5C566FDD-9979-2AB1-A571-20DA69122175}"/>
              </a:ext>
            </a:extLst>
          </p:cNvPr>
          <p:cNvSpPr txBox="1"/>
          <p:nvPr/>
        </p:nvSpPr>
        <p:spPr>
          <a:xfrm>
            <a:off x="740297" y="1080906"/>
            <a:ext cx="374237" cy="276999"/>
          </a:xfrm>
          <a:prstGeom prst="rect">
            <a:avLst/>
          </a:prstGeom>
          <a:noFill/>
        </p:spPr>
        <p:txBody>
          <a:bodyPr wrap="square" rtlCol="0">
            <a:spAutoFit/>
          </a:bodyPr>
          <a:lstStyle/>
          <a:p>
            <a:r>
              <a:rPr lang="en-US" sz="1200" b="1" spc="-50" dirty="0">
                <a:solidFill>
                  <a:srgbClr val="231F20"/>
                </a:solidFill>
                <a:latin typeface="Arial"/>
                <a:cs typeface="Arial"/>
              </a:rPr>
              <a:t>1</a:t>
            </a:r>
            <a:endParaRPr lang="en-AU" sz="1200" dirty="0"/>
          </a:p>
        </p:txBody>
      </p:sp>
      <p:sp>
        <p:nvSpPr>
          <p:cNvPr id="64" name="TextBox 63">
            <a:extLst>
              <a:ext uri="{FF2B5EF4-FFF2-40B4-BE49-F238E27FC236}">
                <a16:creationId xmlns:a16="http://schemas.microsoft.com/office/drawing/2014/main" id="{2541D311-7F44-9D6C-FC38-D575FAF8E7A5}"/>
              </a:ext>
            </a:extLst>
          </p:cNvPr>
          <p:cNvSpPr txBox="1"/>
          <p:nvPr/>
        </p:nvSpPr>
        <p:spPr>
          <a:xfrm>
            <a:off x="711870" y="1664287"/>
            <a:ext cx="374237" cy="276999"/>
          </a:xfrm>
          <a:prstGeom prst="rect">
            <a:avLst/>
          </a:prstGeom>
          <a:noFill/>
        </p:spPr>
        <p:txBody>
          <a:bodyPr wrap="square" rtlCol="0">
            <a:spAutoFit/>
          </a:bodyPr>
          <a:lstStyle/>
          <a:p>
            <a:r>
              <a:rPr lang="en-US" sz="1200" b="1" spc="-50" dirty="0">
                <a:solidFill>
                  <a:srgbClr val="231F20"/>
                </a:solidFill>
                <a:latin typeface="Arial"/>
                <a:cs typeface="Arial"/>
              </a:rPr>
              <a:t>2</a:t>
            </a:r>
            <a:endParaRPr lang="en-AU" sz="1200" dirty="0"/>
          </a:p>
        </p:txBody>
      </p:sp>
      <p:sp>
        <p:nvSpPr>
          <p:cNvPr id="65" name="TextBox 64">
            <a:extLst>
              <a:ext uri="{FF2B5EF4-FFF2-40B4-BE49-F238E27FC236}">
                <a16:creationId xmlns:a16="http://schemas.microsoft.com/office/drawing/2014/main" id="{D51D3379-E4CF-25AC-257F-EF129F73894E}"/>
              </a:ext>
            </a:extLst>
          </p:cNvPr>
          <p:cNvSpPr txBox="1"/>
          <p:nvPr/>
        </p:nvSpPr>
        <p:spPr>
          <a:xfrm>
            <a:off x="732171" y="2215764"/>
            <a:ext cx="374237" cy="276999"/>
          </a:xfrm>
          <a:prstGeom prst="rect">
            <a:avLst/>
          </a:prstGeom>
          <a:noFill/>
        </p:spPr>
        <p:txBody>
          <a:bodyPr wrap="square" rtlCol="0">
            <a:spAutoFit/>
          </a:bodyPr>
          <a:lstStyle/>
          <a:p>
            <a:r>
              <a:rPr lang="en-US" sz="1200" b="1" spc="-50" dirty="0">
                <a:solidFill>
                  <a:srgbClr val="231F20"/>
                </a:solidFill>
                <a:latin typeface="Arial"/>
                <a:cs typeface="Arial"/>
              </a:rPr>
              <a:t>3</a:t>
            </a:r>
            <a:endParaRPr lang="en-AU" sz="1200" dirty="0"/>
          </a:p>
        </p:txBody>
      </p:sp>
      <p:sp>
        <p:nvSpPr>
          <p:cNvPr id="66" name="TextBox 65">
            <a:extLst>
              <a:ext uri="{FF2B5EF4-FFF2-40B4-BE49-F238E27FC236}">
                <a16:creationId xmlns:a16="http://schemas.microsoft.com/office/drawing/2014/main" id="{F8A08EB0-42C8-CF62-9C25-2D6ED3363B0E}"/>
              </a:ext>
            </a:extLst>
          </p:cNvPr>
          <p:cNvSpPr txBox="1"/>
          <p:nvPr/>
        </p:nvSpPr>
        <p:spPr>
          <a:xfrm>
            <a:off x="735029" y="2771803"/>
            <a:ext cx="374237" cy="276999"/>
          </a:xfrm>
          <a:prstGeom prst="rect">
            <a:avLst/>
          </a:prstGeom>
          <a:noFill/>
        </p:spPr>
        <p:txBody>
          <a:bodyPr wrap="square" rtlCol="0">
            <a:spAutoFit/>
          </a:bodyPr>
          <a:lstStyle/>
          <a:p>
            <a:r>
              <a:rPr lang="en-US" sz="1200" b="1" spc="-50" dirty="0">
                <a:solidFill>
                  <a:srgbClr val="231F20"/>
                </a:solidFill>
                <a:latin typeface="Arial"/>
                <a:cs typeface="Arial"/>
              </a:rPr>
              <a:t>4</a:t>
            </a:r>
            <a:endParaRPr lang="en-AU" sz="1200" dirty="0"/>
          </a:p>
        </p:txBody>
      </p:sp>
      <p:sp>
        <p:nvSpPr>
          <p:cNvPr id="67" name="docshape84">
            <a:extLst>
              <a:ext uri="{FF2B5EF4-FFF2-40B4-BE49-F238E27FC236}">
                <a16:creationId xmlns:a16="http://schemas.microsoft.com/office/drawing/2014/main" id="{8EF2E1A4-B1A8-CCEC-2555-36777FAA2E1E}"/>
              </a:ext>
            </a:extLst>
          </p:cNvPr>
          <p:cNvSpPr>
            <a:spLocks noChangeArrowheads="1"/>
          </p:cNvSpPr>
          <p:nvPr/>
        </p:nvSpPr>
        <p:spPr bwMode="auto">
          <a:xfrm>
            <a:off x="5508136" y="3742065"/>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68" name="Rectangle: Top Corners Snipped 67">
            <a:extLst>
              <a:ext uri="{FF2B5EF4-FFF2-40B4-BE49-F238E27FC236}">
                <a16:creationId xmlns:a16="http://schemas.microsoft.com/office/drawing/2014/main" id="{BF8E935C-4EB4-DBB0-5D13-E53EDFDC130D}"/>
              </a:ext>
            </a:extLst>
          </p:cNvPr>
          <p:cNvSpPr/>
          <p:nvPr/>
        </p:nvSpPr>
        <p:spPr>
          <a:xfrm rot="5400000">
            <a:off x="717884" y="315947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9" name="TextBox 68">
            <a:extLst>
              <a:ext uri="{FF2B5EF4-FFF2-40B4-BE49-F238E27FC236}">
                <a16:creationId xmlns:a16="http://schemas.microsoft.com/office/drawing/2014/main" id="{5457F167-58A6-14AF-CFDB-6C6132FF9F56}"/>
              </a:ext>
            </a:extLst>
          </p:cNvPr>
          <p:cNvSpPr txBox="1"/>
          <p:nvPr/>
        </p:nvSpPr>
        <p:spPr>
          <a:xfrm>
            <a:off x="730736" y="3248899"/>
            <a:ext cx="374237" cy="276999"/>
          </a:xfrm>
          <a:prstGeom prst="rect">
            <a:avLst/>
          </a:prstGeom>
          <a:noFill/>
        </p:spPr>
        <p:txBody>
          <a:bodyPr wrap="square" rtlCol="0">
            <a:spAutoFit/>
          </a:bodyPr>
          <a:lstStyle/>
          <a:p>
            <a:r>
              <a:rPr lang="en-US" sz="1200" b="1" spc="-50" dirty="0">
                <a:solidFill>
                  <a:srgbClr val="231F20"/>
                </a:solidFill>
                <a:latin typeface="Arial"/>
                <a:cs typeface="Arial"/>
              </a:rPr>
              <a:t>5</a:t>
            </a:r>
            <a:endParaRPr lang="en-AU" sz="1200" dirty="0"/>
          </a:p>
        </p:txBody>
      </p:sp>
      <p:sp>
        <p:nvSpPr>
          <p:cNvPr id="70" name="object 34">
            <a:extLst>
              <a:ext uri="{FF2B5EF4-FFF2-40B4-BE49-F238E27FC236}">
                <a16:creationId xmlns:a16="http://schemas.microsoft.com/office/drawing/2014/main" id="{62579A70-9399-1E0F-7BA3-076847CC17C8}"/>
              </a:ext>
            </a:extLst>
          </p:cNvPr>
          <p:cNvSpPr txBox="1"/>
          <p:nvPr/>
        </p:nvSpPr>
        <p:spPr>
          <a:xfrm>
            <a:off x="1237101" y="3206770"/>
            <a:ext cx="4184361"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Many locals considered the plan to build a fast-food outlet beside the war memorial sacreligious.</a:t>
            </a:r>
            <a:endParaRPr sz="1200" dirty="0">
              <a:latin typeface="Book Antiqua" panose="02040602050305030304" pitchFamily="18" charset="0"/>
              <a:cs typeface="Cambria"/>
            </a:endParaRPr>
          </a:p>
        </p:txBody>
      </p:sp>
      <p:sp>
        <p:nvSpPr>
          <p:cNvPr id="52" name="docshape84">
            <a:extLst>
              <a:ext uri="{FF2B5EF4-FFF2-40B4-BE49-F238E27FC236}">
                <a16:creationId xmlns:a16="http://schemas.microsoft.com/office/drawing/2014/main" id="{AED5C657-1772-42C5-7CFA-79EAC61E586B}"/>
              </a:ext>
            </a:extLst>
          </p:cNvPr>
          <p:cNvSpPr>
            <a:spLocks noChangeArrowheads="1"/>
          </p:cNvSpPr>
          <p:nvPr/>
        </p:nvSpPr>
        <p:spPr bwMode="auto">
          <a:xfrm>
            <a:off x="5508136" y="3244927"/>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53" name="Rectangle: Top Corners Snipped 52">
            <a:extLst>
              <a:ext uri="{FF2B5EF4-FFF2-40B4-BE49-F238E27FC236}">
                <a16:creationId xmlns:a16="http://schemas.microsoft.com/office/drawing/2014/main" id="{D9C2BDC2-4AED-9F01-EFD8-F83295923242}"/>
              </a:ext>
            </a:extLst>
          </p:cNvPr>
          <p:cNvSpPr/>
          <p:nvPr/>
        </p:nvSpPr>
        <p:spPr>
          <a:xfrm rot="5400000">
            <a:off x="717884" y="368886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2" name="TextBox 71">
            <a:extLst>
              <a:ext uri="{FF2B5EF4-FFF2-40B4-BE49-F238E27FC236}">
                <a16:creationId xmlns:a16="http://schemas.microsoft.com/office/drawing/2014/main" id="{444CD1D9-11CA-5870-58FF-4DAB90685CC2}"/>
              </a:ext>
            </a:extLst>
          </p:cNvPr>
          <p:cNvSpPr txBox="1"/>
          <p:nvPr/>
        </p:nvSpPr>
        <p:spPr>
          <a:xfrm>
            <a:off x="722738" y="3778289"/>
            <a:ext cx="374237" cy="276999"/>
          </a:xfrm>
          <a:prstGeom prst="rect">
            <a:avLst/>
          </a:prstGeom>
          <a:noFill/>
        </p:spPr>
        <p:txBody>
          <a:bodyPr wrap="square" rtlCol="0">
            <a:spAutoFit/>
          </a:bodyPr>
          <a:lstStyle/>
          <a:p>
            <a:r>
              <a:rPr lang="en-US" sz="1200" b="1" spc="-50" dirty="0">
                <a:solidFill>
                  <a:srgbClr val="231F20"/>
                </a:solidFill>
                <a:latin typeface="Arial"/>
                <a:cs typeface="Arial"/>
              </a:rPr>
              <a:t>6</a:t>
            </a:r>
            <a:endParaRPr lang="en-AU" sz="1200" dirty="0"/>
          </a:p>
        </p:txBody>
      </p:sp>
      <p:sp>
        <p:nvSpPr>
          <p:cNvPr id="73" name="object 34">
            <a:extLst>
              <a:ext uri="{FF2B5EF4-FFF2-40B4-BE49-F238E27FC236}">
                <a16:creationId xmlns:a16="http://schemas.microsoft.com/office/drawing/2014/main" id="{B3A4F925-2AD5-38E6-DBC8-B37A040CEEE9}"/>
              </a:ext>
            </a:extLst>
          </p:cNvPr>
          <p:cNvSpPr txBox="1"/>
          <p:nvPr/>
        </p:nvSpPr>
        <p:spPr>
          <a:xfrm>
            <a:off x="1237101" y="3728179"/>
            <a:ext cx="3964239" cy="566822"/>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After weeks of debate, the scientists finally reached a concensus on the cause of the fish kill.</a:t>
            </a:r>
            <a:endParaRPr sz="1200" dirty="0">
              <a:latin typeface="Book Antiqua" panose="02040602050305030304" pitchFamily="18" charset="0"/>
              <a:cs typeface="Cambria"/>
            </a:endParaRPr>
          </a:p>
        </p:txBody>
      </p:sp>
      <p:cxnSp>
        <p:nvCxnSpPr>
          <p:cNvPr id="16" name="Straight Connector 15">
            <a:extLst>
              <a:ext uri="{FF2B5EF4-FFF2-40B4-BE49-F238E27FC236}">
                <a16:creationId xmlns:a16="http://schemas.microsoft.com/office/drawing/2014/main" id="{EB49FB29-0DC8-AEAF-3175-13341A00BC3E}"/>
              </a:ext>
            </a:extLst>
          </p:cNvPr>
          <p:cNvCxnSpPr>
            <a:cxnSpLocks/>
          </p:cNvCxnSpPr>
          <p:nvPr/>
        </p:nvCxnSpPr>
        <p:spPr>
          <a:xfrm>
            <a:off x="654354" y="4312967"/>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44" name="Rectangle: Top Corners Snipped 43">
            <a:extLst>
              <a:ext uri="{FF2B5EF4-FFF2-40B4-BE49-F238E27FC236}">
                <a16:creationId xmlns:a16="http://schemas.microsoft.com/office/drawing/2014/main" id="{F7921792-EA7C-F3F5-4C4E-49FA7D5F8178}"/>
              </a:ext>
            </a:extLst>
          </p:cNvPr>
          <p:cNvSpPr/>
          <p:nvPr/>
        </p:nvSpPr>
        <p:spPr>
          <a:xfrm rot="5400000">
            <a:off x="711917" y="8758567"/>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8" name="TextBox 47">
            <a:extLst>
              <a:ext uri="{FF2B5EF4-FFF2-40B4-BE49-F238E27FC236}">
                <a16:creationId xmlns:a16="http://schemas.microsoft.com/office/drawing/2014/main" id="{4DEEA21D-0524-DFD0-4F05-7C593C748A47}"/>
              </a:ext>
            </a:extLst>
          </p:cNvPr>
          <p:cNvSpPr txBox="1"/>
          <p:nvPr/>
        </p:nvSpPr>
        <p:spPr>
          <a:xfrm>
            <a:off x="715626" y="6501597"/>
            <a:ext cx="6776437" cy="276999"/>
          </a:xfrm>
          <a:prstGeom prst="rect">
            <a:avLst/>
          </a:prstGeom>
          <a:noFill/>
        </p:spPr>
        <p:txBody>
          <a:bodyPr wrap="square">
            <a:spAutoFit/>
          </a:bodyPr>
          <a:lstStyle/>
          <a:p>
            <a:r>
              <a:rPr lang="en-US" sz="1200" dirty="0" b="1">
                <a:solidFill>
                  <a:srgbClr val="231F20"/>
                </a:solidFill>
                <a:latin typeface="Book Antiqua" panose="02040602050305030304" pitchFamily="18" charset="0"/>
                <a:ea typeface="Cambria" panose="02040503050406030204" pitchFamily="18" charset="0"/>
              </a:rPr>
              <a:t>Underline the participial phrase in each sentence.</a:t>
            </a:r>
            <a:endParaRPr lang="en-AU" sz="1200" dirty="0"/>
          </a:p>
        </p:txBody>
      </p:sp>
      <p:sp>
        <p:nvSpPr>
          <p:cNvPr id="71" name="TextBox 70">
            <a:extLst>
              <a:ext uri="{FF2B5EF4-FFF2-40B4-BE49-F238E27FC236}">
                <a16:creationId xmlns:a16="http://schemas.microsoft.com/office/drawing/2014/main" id="{61096039-E9E5-60F5-8155-5508FFC988A8}"/>
              </a:ext>
            </a:extLst>
          </p:cNvPr>
          <p:cNvSpPr txBox="1"/>
          <p:nvPr/>
        </p:nvSpPr>
        <p:spPr>
          <a:xfrm>
            <a:off x="729062" y="4478702"/>
            <a:ext cx="6681154" cy="1910736"/>
          </a:xfrm>
          <a:prstGeom prst="roundRect">
            <a:avLst/>
          </a:prstGeom>
          <a:solidFill>
            <a:schemeClr val="bg2"/>
          </a:solidFill>
        </p:spPr>
        <p:txBody>
          <a:bodyPr wrap="square">
            <a:spAutoFit/>
          </a:bodyPr>
          <a:lstStyle/>
          <a:p>
            <a:pPr>
              <a:lnSpc>
                <a:spcPct val="150000"/>
              </a:lnSpc>
            </a:pPr>
            <a:r>
              <a:rPr lang="en-US" sz="1200" dirty="0">
                <a:solidFill>
                  <a:srgbClr val="231F20"/>
                </a:solidFill>
                <a:latin typeface="Book Antiqua" panose="02040602050305030304" pitchFamily="18" charset="0"/>
                <a:ea typeface="Cambria" panose="02040503050406030204" pitchFamily="18" charset="0"/>
              </a:rPr>
              <a:t xml:space="preserve">A </a:t>
            </a:r>
            <a:r>
              <a:rPr lang="en-US" sz="1200" dirty="0" b="1">
                <a:solidFill>
                  <a:srgbClr val="231F20"/>
                </a:solidFill>
                <a:latin typeface="Book Antiqua" panose="02040602050305030304" pitchFamily="18" charset="0"/>
                <a:ea typeface="Cambria" panose="02040503050406030204" pitchFamily="18" charset="0"/>
              </a:rPr>
              <a:t>participial phrase</a:t>
            </a:r>
            <a:r>
              <a:rPr lang="en-US" sz="1200" dirty="0">
                <a:solidFill>
                  <a:srgbClr val="231F20"/>
                </a:solidFill>
                <a:latin typeface="Book Antiqua" panose="02040602050305030304" pitchFamily="18" charset="0"/>
                <a:ea typeface="Cambria" panose="02040503050406030204" pitchFamily="18" charset="0"/>
              </a:rPr>
              <a:t xml:space="preserve"> begins with a present participle (-ing) or a past participle (-ed, -en, etc.) and works like an adjective, describing a noun.</a:t>
            </a:r>
          </a:p>
          <a:p>
            <a:pPr>
              <a:lnSpc>
                <a:spcPct val="150000"/>
              </a:lnSpc>
            </a:pPr>
            <a:r>
              <a:rPr lang="en-US" sz="1200" dirty="0" b="1">
                <a:solidFill>
                  <a:srgbClr val="231F20"/>
                </a:solidFill>
                <a:latin typeface="Book Antiqua" panose="02040602050305030304" pitchFamily="18" charset="0"/>
                <a:ea typeface="Cambria" panose="02040503050406030204" pitchFamily="18" charset="0"/>
              </a:rPr>
              <a:t>Examples:</a:t>
            </a:r>
            <a:r>
              <a:rPr lang="en-US" sz="1200" dirty="0">
                <a:solidFill>
                  <a:srgbClr val="231F20"/>
                </a:solidFill>
                <a:latin typeface="Book Antiqua" panose="02040602050305030304" pitchFamily="18" charset="0"/>
                <a:ea typeface="Cambria" panose="02040503050406030204" pitchFamily="18" charset="0"/>
              </a:rPr>
              <a:t xml:space="preserve"> "Exhausted by the climb, the hikers rested." / "The woman sitting by the window is a detective."</a:t>
            </a:r>
            <a:endParaRPr lang="en-US" sz="1200" b="1" dirty="0">
              <a:solidFill>
                <a:srgbClr val="231F20"/>
              </a:solidFill>
              <a:latin typeface="Book Antiqua" panose="02040602050305030304" pitchFamily="18" charset="0"/>
              <a:ea typeface="Cambria" panose="02040503050406030204" pitchFamily="18" charset="0"/>
            </a:endParaRPr>
          </a:p>
          <a:p>
            <a:pPr>
              <a:lnSpc>
                <a:spcPct val="150000"/>
              </a:lnSpc>
            </a:pPr>
            <a:r>
              <a:rPr lang="en-US" sz="1200" dirty="0">
                <a:solidFill>
                  <a:srgbClr val="231F20"/>
                </a:solidFill>
                <a:latin typeface="Book Antiqua" panose="02040602050305030304" pitchFamily="18" charset="0"/>
                <a:ea typeface="Cambria" panose="02040503050406030204" pitchFamily="18" charset="0"/>
              </a:rPr>
              <a:t>Do not confuse it with a gerund phrase, which works as a noun ("Climbing Everest was her dream"), or with part of a verb ("She was climbing").</a:t>
            </a:r>
          </a:p>
        </p:txBody>
      </p:sp>
      <p:sp>
        <p:nvSpPr>
          <p:cNvPr id="74" name="Rectangle: Top Corners Snipped 73">
            <a:extLst>
              <a:ext uri="{FF2B5EF4-FFF2-40B4-BE49-F238E27FC236}">
                <a16:creationId xmlns:a16="http://schemas.microsoft.com/office/drawing/2014/main" id="{9A8F8084-45EF-594F-4B9A-647932DDBE4B}"/>
              </a:ext>
            </a:extLst>
          </p:cNvPr>
          <p:cNvSpPr/>
          <p:nvPr/>
        </p:nvSpPr>
        <p:spPr>
          <a:xfrm rot="5400000">
            <a:off x="710574" y="751556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5" name="Rectangle: Top Corners Snipped 74">
            <a:extLst>
              <a:ext uri="{FF2B5EF4-FFF2-40B4-BE49-F238E27FC236}">
                <a16:creationId xmlns:a16="http://schemas.microsoft.com/office/drawing/2014/main" id="{183BD432-E4D9-4CC3-1975-FD758F86C3DC}"/>
              </a:ext>
            </a:extLst>
          </p:cNvPr>
          <p:cNvSpPr/>
          <p:nvPr/>
        </p:nvSpPr>
        <p:spPr>
          <a:xfrm rot="5400000">
            <a:off x="718101" y="692711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aphicFrame>
        <p:nvGraphicFramePr>
          <p:cNvPr id="78" name="Table 13">
            <a:extLst>
              <a:ext uri="{FF2B5EF4-FFF2-40B4-BE49-F238E27FC236}">
                <a16:creationId xmlns:a16="http://schemas.microsoft.com/office/drawing/2014/main" id="{D5949E2E-CCA0-7992-090E-DB77D82C6013}"/>
              </a:ext>
            </a:extLst>
          </p:cNvPr>
          <p:cNvGraphicFramePr>
            <a:graphicFrameLocks noGrp="1"/>
          </p:cNvGraphicFramePr>
          <p:nvPr>
            <p:extLst>
              <p:ext uri="{D42A27DB-BD31-4B8C-83A1-F6EECF244321}">
                <p14:modId xmlns:p14="http://schemas.microsoft.com/office/powerpoint/2010/main" val="1135116762"/>
              </p:ext>
            </p:extLst>
          </p:nvPr>
        </p:nvGraphicFramePr>
        <p:xfrm>
          <a:off x="1165988" y="6835018"/>
          <a:ext cx="6308635" cy="3067891"/>
        </p:xfrm>
        <a:graphic>
          <a:graphicData uri="http://schemas.openxmlformats.org/drawingml/2006/table">
            <a:tbl>
              <a:tblPr firstRow="1" bandRow="1">
                <a:tableStyleId>{5940675A-B579-460E-94D1-54222C63F5DA}</a:tableStyleId>
              </a:tblPr>
              <a:tblGrid>
                <a:gridCol w="6308635">
                  <a:extLst>
                    <a:ext uri="{9D8B030D-6E8A-4147-A177-3AD203B41FA5}">
                      <a16:colId xmlns:a16="http://schemas.microsoft.com/office/drawing/2014/main" val="3661105598"/>
                    </a:ext>
                  </a:extLst>
                </a:gridCol>
              </a:tblGrid>
              <a:tr h="593708">
                <a:tc>
                  <a:txBody>
                    <a:bodyPr/>
                    <a:lstStyle/>
                    <a:p>
                      <a:pPr>
                        <a:lnSpc>
                          <a:spcPct val="150000"/>
                        </a:lnSpc>
                      </a:pPr>
                      <a:r>
                        <a:rPr lang="en-AU" sz="1200" kern="1200" dirty="0">
                          <a:solidFill>
                            <a:schemeClr val="tx1"/>
                          </a:solidFill>
                          <a:effectLst/>
                          <a:latin typeface="Book Antiqua" panose="02040602050305030304" pitchFamily="18" charset="0"/>
                          <a:ea typeface="+mn-ea"/>
                          <a:cs typeface="+mn-cs"/>
                        </a:rPr>
                        <a:t>For three long weekends, rebuilding the old treehouse occupied a crew led by my grandfather.</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15441180"/>
                  </a:ext>
                </a:extLst>
              </a:tr>
              <a:tr h="620695">
                <a:tc>
                  <a:txBody>
                    <a:bodyPr/>
                    <a:lstStyle/>
                    <a:p>
                      <a:pPr>
                        <a:lnSpc>
                          <a:spcPct val="150000"/>
                        </a:lnSpc>
                      </a:pPr>
                      <a:r>
                        <a:rPr lang="en-AU" sz="1200" kern="1200" dirty="0">
                          <a:solidFill>
                            <a:schemeClr val="tx1"/>
                          </a:solidFill>
                          <a:effectLst/>
                          <a:latin typeface="Book Antiqua" panose="02040602050305030304" pitchFamily="18" charset="0"/>
                          <a:ea typeface="+mn-ea"/>
                          <a:cs typeface="+mn-cs"/>
                        </a:rPr>
                        <a:t>Scientists were monitoring the volcano when a plume of ash, rising faster than predicted, forced an evacuation.</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93186194"/>
                  </a:ext>
                </a:extLst>
              </a:tr>
              <a:tr h="582142">
                <a:tc>
                  <a:txBody>
                    <a:bodyPr/>
                    <a:lstStyle/>
                    <a:p>
                      <a:pPr>
                        <a:lnSpc>
                          <a:spcPct val="150000"/>
                        </a:lnSpc>
                      </a:pPr>
                      <a:r>
                        <a:rPr lang="en-AU" sz="1200" kern="1200" dirty="0">
                          <a:solidFill>
                            <a:schemeClr val="tx1"/>
                          </a:solidFill>
                          <a:effectLst/>
                          <a:latin typeface="Book Antiqua" panose="02040602050305030304" pitchFamily="18" charset="0"/>
                          <a:ea typeface="+mn-ea"/>
                          <a:cs typeface="+mn-cs"/>
                        </a:rPr>
                        <a:t>Trained in secret by a retired champion, the young boxer loved sparring with anyone in the gym.</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60620579"/>
                  </a:ext>
                </a:extLst>
              </a:tr>
              <a:tr h="650651">
                <a:tc>
                  <a:txBody>
                    <a:bodyPr/>
                    <a:lstStyle/>
                    <a:p>
                      <a:pPr>
                        <a:lnSpc>
                          <a:spcPct val="150000"/>
                        </a:lnSpc>
                      </a:pPr>
                      <a:r>
                        <a:rPr lang="en-AU" sz="1200" kern="1200" dirty="0">
                          <a:solidFill>
                            <a:schemeClr val="tx1"/>
                          </a:solidFill>
                          <a:effectLst/>
                          <a:latin typeface="Book Antiqua" panose="02040602050305030304" pitchFamily="18" charset="0"/>
                          <a:ea typeface="+mn-ea"/>
                          <a:cs typeface="+mn-cs"/>
                        </a:rPr>
                        <a:t>Hoping to avoid a scandal, the influencer delayed posting the apology until late on Friday.</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5178039"/>
                  </a:ext>
                </a:extLst>
              </a:tr>
              <a:tr h="620695">
                <a:tc>
                  <a:txBody>
                    <a:bodyPr/>
                    <a:lstStyle/>
                    <a:p>
                      <a:pPr marL="0" marR="0" lvl="0" indent="0" algn="l" defTabSz="755934" rtl="0" eaLnBrk="1" fontAlgn="auto" latinLnBrk="0" hangingPunct="1">
                        <a:lnSpc>
                          <a:spcPct val="150000"/>
                        </a:lnSpc>
                        <a:spcBef>
                          <a:spcPts val="0"/>
                        </a:spcBef>
                        <a:spcAft>
                          <a:spcPts val="0"/>
                        </a:spcAft>
                        <a:buClrTx/>
                        <a:buSzTx/>
                        <a:buFontTx/>
                        <a:buNone/>
                        <a:tabLst/>
                        <a:defRPr/>
                      </a:pPr>
                      <a:r>
                        <a:rPr lang="en-AU" sz="1200" dirty="0">
                          <a:latin typeface="Book Antiqua" panose="02040602050305030304" pitchFamily="18" charset="0"/>
                        </a:rPr>
                        <a:t>Collectors are now paying record sums for first-edition novels signed by their authors.</a:t>
                      </a:r>
                      <a:endParaRPr lang="en-AU" sz="1200" kern="1200" dirty="0">
                        <a:solidFill>
                          <a:schemeClr val="tx1"/>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0200470"/>
                  </a:ext>
                </a:extLst>
              </a:tr>
            </a:tbl>
          </a:graphicData>
        </a:graphic>
      </p:graphicFrame>
      <p:sp>
        <p:nvSpPr>
          <p:cNvPr id="79" name="Rectangle: Top Corners Snipped 78">
            <a:extLst>
              <a:ext uri="{FF2B5EF4-FFF2-40B4-BE49-F238E27FC236}">
                <a16:creationId xmlns:a16="http://schemas.microsoft.com/office/drawing/2014/main" id="{1910A880-F4D1-AEEE-1807-5E0ACAAC6BCC}"/>
              </a:ext>
            </a:extLst>
          </p:cNvPr>
          <p:cNvSpPr/>
          <p:nvPr/>
        </p:nvSpPr>
        <p:spPr>
          <a:xfrm rot="5400000">
            <a:off x="708049" y="809565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44A495B9-68EE-C8CD-A620-61CECC5D0309}"/>
              </a:ext>
            </a:extLst>
          </p:cNvPr>
          <p:cNvSpPr txBox="1"/>
          <p:nvPr/>
        </p:nvSpPr>
        <p:spPr>
          <a:xfrm>
            <a:off x="728432" y="7029359"/>
            <a:ext cx="374237" cy="276999"/>
          </a:xfrm>
          <a:prstGeom prst="rect">
            <a:avLst/>
          </a:prstGeom>
          <a:noFill/>
        </p:spPr>
        <p:txBody>
          <a:bodyPr wrap="square" rtlCol="0">
            <a:spAutoFit/>
          </a:bodyPr>
          <a:lstStyle/>
          <a:p>
            <a:r>
              <a:rPr lang="en-US" sz="1200" b="1" spc="-50" dirty="0">
                <a:solidFill>
                  <a:srgbClr val="231F20"/>
                </a:solidFill>
                <a:latin typeface="Arial"/>
                <a:cs typeface="Arial"/>
              </a:rPr>
              <a:t>7</a:t>
            </a:r>
            <a:endParaRPr lang="en-AU" sz="1200" dirty="0"/>
          </a:p>
        </p:txBody>
      </p:sp>
      <p:sp>
        <p:nvSpPr>
          <p:cNvPr id="10" name="TextBox 9">
            <a:extLst>
              <a:ext uri="{FF2B5EF4-FFF2-40B4-BE49-F238E27FC236}">
                <a16:creationId xmlns:a16="http://schemas.microsoft.com/office/drawing/2014/main" id="{5A4A0F2C-23F1-4777-5D14-99F4D0C9268C}"/>
              </a:ext>
            </a:extLst>
          </p:cNvPr>
          <p:cNvSpPr txBox="1"/>
          <p:nvPr/>
        </p:nvSpPr>
        <p:spPr>
          <a:xfrm>
            <a:off x="731040" y="7626502"/>
            <a:ext cx="374237" cy="276999"/>
          </a:xfrm>
          <a:prstGeom prst="rect">
            <a:avLst/>
          </a:prstGeom>
          <a:noFill/>
        </p:spPr>
        <p:txBody>
          <a:bodyPr wrap="square" rtlCol="0">
            <a:spAutoFit/>
          </a:bodyPr>
          <a:lstStyle/>
          <a:p>
            <a:r>
              <a:rPr lang="en-US" sz="1200" b="1" spc="-50" dirty="0">
                <a:solidFill>
                  <a:srgbClr val="231F20"/>
                </a:solidFill>
                <a:latin typeface="Arial"/>
                <a:cs typeface="Arial"/>
              </a:rPr>
              <a:t>8</a:t>
            </a:r>
            <a:endParaRPr lang="en-AU" sz="1200" dirty="0"/>
          </a:p>
        </p:txBody>
      </p:sp>
      <p:sp>
        <p:nvSpPr>
          <p:cNvPr id="12" name="TextBox 11">
            <a:extLst>
              <a:ext uri="{FF2B5EF4-FFF2-40B4-BE49-F238E27FC236}">
                <a16:creationId xmlns:a16="http://schemas.microsoft.com/office/drawing/2014/main" id="{6B1E0FF6-846E-4EA6-7012-793285461D2F}"/>
              </a:ext>
            </a:extLst>
          </p:cNvPr>
          <p:cNvSpPr txBox="1"/>
          <p:nvPr/>
        </p:nvSpPr>
        <p:spPr>
          <a:xfrm>
            <a:off x="717802" y="8195698"/>
            <a:ext cx="374237" cy="276999"/>
          </a:xfrm>
          <a:prstGeom prst="rect">
            <a:avLst/>
          </a:prstGeom>
          <a:noFill/>
        </p:spPr>
        <p:txBody>
          <a:bodyPr wrap="square" rtlCol="0">
            <a:spAutoFit/>
          </a:bodyPr>
          <a:lstStyle/>
          <a:p>
            <a:r>
              <a:rPr lang="en-US" sz="1200" b="1" spc="-50" dirty="0">
                <a:solidFill>
                  <a:srgbClr val="231F20"/>
                </a:solidFill>
                <a:latin typeface="Arial"/>
                <a:cs typeface="Arial"/>
              </a:rPr>
              <a:t>9</a:t>
            </a:r>
            <a:endParaRPr lang="en-AU" sz="1200" dirty="0"/>
          </a:p>
        </p:txBody>
      </p:sp>
      <p:sp>
        <p:nvSpPr>
          <p:cNvPr id="15" name="TextBox 14">
            <a:extLst>
              <a:ext uri="{FF2B5EF4-FFF2-40B4-BE49-F238E27FC236}">
                <a16:creationId xmlns:a16="http://schemas.microsoft.com/office/drawing/2014/main" id="{FD1A0FA1-A540-BA18-B7E4-C946AFF1B1E4}"/>
              </a:ext>
            </a:extLst>
          </p:cNvPr>
          <p:cNvSpPr txBox="1"/>
          <p:nvPr/>
        </p:nvSpPr>
        <p:spPr>
          <a:xfrm>
            <a:off x="684733" y="8855330"/>
            <a:ext cx="374237" cy="276999"/>
          </a:xfrm>
          <a:prstGeom prst="rect">
            <a:avLst/>
          </a:prstGeom>
          <a:noFill/>
        </p:spPr>
        <p:txBody>
          <a:bodyPr wrap="square" rtlCol="0">
            <a:spAutoFit/>
          </a:bodyPr>
          <a:lstStyle/>
          <a:p>
            <a:r>
              <a:rPr lang="en-US" sz="1200" b="1" spc="-50" dirty="0">
                <a:solidFill>
                  <a:srgbClr val="231F20"/>
                </a:solidFill>
                <a:latin typeface="Arial"/>
                <a:cs typeface="Arial"/>
              </a:rPr>
              <a:t>10</a:t>
            </a:r>
            <a:endParaRPr lang="en-AU" sz="1200" dirty="0"/>
          </a:p>
        </p:txBody>
      </p:sp>
      <p:sp>
        <p:nvSpPr>
          <p:cNvPr id="17" name="Rectangle: Top Corners Snipped 16">
            <a:extLst>
              <a:ext uri="{FF2B5EF4-FFF2-40B4-BE49-F238E27FC236}">
                <a16:creationId xmlns:a16="http://schemas.microsoft.com/office/drawing/2014/main" id="{1A11B0E0-DDDB-4A68-2A2A-66B23D92706B}"/>
              </a:ext>
            </a:extLst>
          </p:cNvPr>
          <p:cNvSpPr/>
          <p:nvPr/>
        </p:nvSpPr>
        <p:spPr>
          <a:xfrm rot="5400000">
            <a:off x="718845" y="936170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TextBox 17">
            <a:extLst>
              <a:ext uri="{FF2B5EF4-FFF2-40B4-BE49-F238E27FC236}">
                <a16:creationId xmlns:a16="http://schemas.microsoft.com/office/drawing/2014/main" id="{F98DFE49-0458-F2E6-DC5F-AC9B528E2E44}"/>
              </a:ext>
            </a:extLst>
          </p:cNvPr>
          <p:cNvSpPr txBox="1"/>
          <p:nvPr/>
        </p:nvSpPr>
        <p:spPr>
          <a:xfrm>
            <a:off x="703221" y="9457002"/>
            <a:ext cx="374237" cy="276999"/>
          </a:xfrm>
          <a:prstGeom prst="rect">
            <a:avLst/>
          </a:prstGeom>
          <a:noFill/>
        </p:spPr>
        <p:txBody>
          <a:bodyPr wrap="square" rtlCol="0">
            <a:spAutoFit/>
          </a:bodyPr>
          <a:lstStyle/>
          <a:p>
            <a:r>
              <a:rPr lang="en-US" sz="1200" b="1" spc="-50" dirty="0">
                <a:solidFill>
                  <a:srgbClr val="231F20"/>
                </a:solidFill>
                <a:latin typeface="Arial"/>
                <a:cs typeface="Arial"/>
              </a:rPr>
              <a:t>1</a:t>
            </a:r>
            <a:r>
              <a:rPr lang="en-AU" sz="1200" b="1" spc="-50" dirty="0">
                <a:solidFill>
                  <a:srgbClr val="231F20"/>
                </a:solidFill>
                <a:latin typeface="Arial"/>
                <a:cs typeface="Arial"/>
              </a:rPr>
              <a:t>1</a:t>
            </a:r>
            <a:endParaRPr lang="en-AU" sz="1200" dirty="0"/>
          </a:p>
        </p:txBody>
      </p:sp>
    </p:spTree>
    <p:extLst>
      <p:ext uri="{BB962C8B-B14F-4D97-AF65-F5344CB8AC3E}">
        <p14:creationId xmlns:p14="http://schemas.microsoft.com/office/powerpoint/2010/main" val="407038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310602"/>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flipH="1">
            <a:off x="635802" y="310602"/>
            <a:ext cx="4531" cy="9291098"/>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0" y="9601700"/>
            <a:ext cx="7559675" cy="0"/>
          </a:xfrm>
          <a:prstGeom prst="line">
            <a:avLst/>
          </a:prstGeom>
          <a:ln w="9525"/>
        </p:spPr>
        <p:style>
          <a:lnRef idx="1">
            <a:schemeClr val="dk1"/>
          </a:lnRef>
          <a:fillRef idx="0">
            <a:schemeClr val="dk1"/>
          </a:fillRef>
          <a:effectRef idx="0">
            <a:schemeClr val="dk1"/>
          </a:effectRef>
          <a:fontRef idx="minor">
            <a:schemeClr val="tx1"/>
          </a:fontRef>
        </p:style>
      </p:cxnSp>
      <p:sp>
        <p:nvSpPr>
          <p:cNvPr id="4" name="object 34">
            <a:extLst>
              <a:ext uri="{FF2B5EF4-FFF2-40B4-BE49-F238E27FC236}">
                <a16:creationId xmlns:a16="http://schemas.microsoft.com/office/drawing/2014/main" id="{95DF739C-3192-6132-5E9B-AD827E1821F7}"/>
              </a:ext>
            </a:extLst>
          </p:cNvPr>
          <p:cNvSpPr txBox="1"/>
          <p:nvPr/>
        </p:nvSpPr>
        <p:spPr>
          <a:xfrm>
            <a:off x="696835" y="10144659"/>
            <a:ext cx="3671806"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NUMBER OF CORRECT ANSWERS</a:t>
            </a:r>
            <a:endParaRPr b="1" dirty="0">
              <a:latin typeface="Candara" panose="020E0502030303020204" pitchFamily="34" charset="0"/>
              <a:cs typeface="Cambria"/>
            </a:endParaRPr>
          </a:p>
        </p:txBody>
      </p:sp>
      <p:sp>
        <p:nvSpPr>
          <p:cNvPr id="7" name="Rectangle 6">
            <a:extLst>
              <a:ext uri="{FF2B5EF4-FFF2-40B4-BE49-F238E27FC236}">
                <a16:creationId xmlns:a16="http://schemas.microsoft.com/office/drawing/2014/main" id="{69E24734-DF31-3A7F-D61D-63424D5D73F8}"/>
              </a:ext>
            </a:extLst>
          </p:cNvPr>
          <p:cNvSpPr/>
          <p:nvPr/>
        </p:nvSpPr>
        <p:spPr>
          <a:xfrm>
            <a:off x="5064072" y="10018269"/>
            <a:ext cx="1136755"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bject 34">
            <a:extLst>
              <a:ext uri="{FF2B5EF4-FFF2-40B4-BE49-F238E27FC236}">
                <a16:creationId xmlns:a16="http://schemas.microsoft.com/office/drawing/2014/main" id="{5E469678-8223-2EE8-7E84-BA974DF12FDB}"/>
              </a:ext>
            </a:extLst>
          </p:cNvPr>
          <p:cNvSpPr txBox="1"/>
          <p:nvPr/>
        </p:nvSpPr>
        <p:spPr>
          <a:xfrm>
            <a:off x="5632449" y="10107321"/>
            <a:ext cx="761833"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/20</a:t>
            </a:r>
            <a:endParaRPr b="1" dirty="0">
              <a:latin typeface="Candara" panose="020E0502030303020204" pitchFamily="34" charset="0"/>
              <a:cs typeface="Cambria"/>
            </a:endParaRPr>
          </a:p>
        </p:txBody>
      </p:sp>
      <p:sp>
        <p:nvSpPr>
          <p:cNvPr id="2" name="TextBox 1">
            <a:extLst>
              <a:ext uri="{FF2B5EF4-FFF2-40B4-BE49-F238E27FC236}">
                <a16:creationId xmlns:a16="http://schemas.microsoft.com/office/drawing/2014/main" id="{7AE1700C-8B86-ECEB-C982-5F8EBE57E0D7}"/>
              </a:ext>
            </a:extLst>
          </p:cNvPr>
          <p:cNvSpPr txBox="1"/>
          <p:nvPr/>
        </p:nvSpPr>
        <p:spPr>
          <a:xfrm>
            <a:off x="61563" y="3936674"/>
            <a:ext cx="461665" cy="1400538"/>
          </a:xfrm>
          <a:prstGeom prst="rect">
            <a:avLst/>
          </a:prstGeom>
          <a:noFill/>
        </p:spPr>
        <p:txBody>
          <a:bodyPr vert="eaVert" wrap="square" rtlCol="0">
            <a:spAutoFit/>
          </a:bodyPr>
          <a:lstStyle/>
          <a:p>
            <a:r>
              <a:rPr lang="en-AU" dirty="0">
                <a:latin typeface="Candara" panose="020E0502030303020204" pitchFamily="34" charset="0"/>
              </a:rPr>
              <a:t>Techniques</a:t>
            </a:r>
          </a:p>
        </p:txBody>
      </p:sp>
      <p:sp>
        <p:nvSpPr>
          <p:cNvPr id="29" name="TextBox 28">
            <a:extLst>
              <a:ext uri="{FF2B5EF4-FFF2-40B4-BE49-F238E27FC236}">
                <a16:creationId xmlns:a16="http://schemas.microsoft.com/office/drawing/2014/main" id="{E0555ABB-4D28-2DB0-1665-B324E444ABAF}"/>
              </a:ext>
            </a:extLst>
          </p:cNvPr>
          <p:cNvSpPr txBox="1"/>
          <p:nvPr/>
        </p:nvSpPr>
        <p:spPr>
          <a:xfrm>
            <a:off x="116442" y="362027"/>
            <a:ext cx="461665" cy="1786601"/>
          </a:xfrm>
          <a:prstGeom prst="rect">
            <a:avLst/>
          </a:prstGeom>
          <a:noFill/>
        </p:spPr>
        <p:txBody>
          <a:bodyPr vert="eaVert" wrap="square" rtlCol="0">
            <a:spAutoFit/>
          </a:bodyPr>
          <a:lstStyle/>
          <a:p>
            <a:r>
              <a:rPr lang="en-AU" dirty="0">
                <a:latin typeface="Candara" panose="020E0502030303020204" pitchFamily="34" charset="0"/>
              </a:rPr>
              <a:t>Grammar</a:t>
            </a:r>
          </a:p>
        </p:txBody>
      </p:sp>
      <p:cxnSp>
        <p:nvCxnSpPr>
          <p:cNvPr id="111" name="Straight Connector 110">
            <a:extLst>
              <a:ext uri="{FF2B5EF4-FFF2-40B4-BE49-F238E27FC236}">
                <a16:creationId xmlns:a16="http://schemas.microsoft.com/office/drawing/2014/main" id="{A0DBBF4D-CF44-AE3F-6480-E0177AAE8149}"/>
              </a:ext>
            </a:extLst>
          </p:cNvPr>
          <p:cNvCxnSpPr>
            <a:cxnSpLocks/>
          </p:cNvCxnSpPr>
          <p:nvPr/>
        </p:nvCxnSpPr>
        <p:spPr>
          <a:xfrm>
            <a:off x="636305" y="3918386"/>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115" name="Rectangle: Top Corners Snipped 114">
            <a:extLst>
              <a:ext uri="{FF2B5EF4-FFF2-40B4-BE49-F238E27FC236}">
                <a16:creationId xmlns:a16="http://schemas.microsoft.com/office/drawing/2014/main" id="{9D4C4F2C-9179-B2EB-8D9E-693CB0F3EF6A}"/>
              </a:ext>
            </a:extLst>
          </p:cNvPr>
          <p:cNvSpPr/>
          <p:nvPr/>
        </p:nvSpPr>
        <p:spPr>
          <a:xfrm rot="5400000">
            <a:off x="709716" y="841247"/>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7" name="TextBox 116">
            <a:extLst>
              <a:ext uri="{FF2B5EF4-FFF2-40B4-BE49-F238E27FC236}">
                <a16:creationId xmlns:a16="http://schemas.microsoft.com/office/drawing/2014/main" id="{842E2E29-50C6-7E82-BCFE-196E1F875265}"/>
              </a:ext>
            </a:extLst>
          </p:cNvPr>
          <p:cNvSpPr txBox="1"/>
          <p:nvPr/>
        </p:nvSpPr>
        <p:spPr>
          <a:xfrm>
            <a:off x="692580" y="937259"/>
            <a:ext cx="374237" cy="276999"/>
          </a:xfrm>
          <a:prstGeom prst="rect">
            <a:avLst/>
          </a:prstGeom>
          <a:noFill/>
        </p:spPr>
        <p:txBody>
          <a:bodyPr wrap="square" rtlCol="0">
            <a:spAutoFit/>
          </a:bodyPr>
          <a:lstStyle/>
          <a:p>
            <a:r>
              <a:rPr lang="en-AU" sz="1200" b="1" spc="-50" dirty="0">
                <a:solidFill>
                  <a:srgbClr val="231F20"/>
                </a:solidFill>
                <a:latin typeface="Arial"/>
                <a:cs typeface="Arial"/>
              </a:rPr>
              <a:t>12</a:t>
            </a:r>
            <a:endParaRPr lang="en-AU" sz="1200" dirty="0"/>
          </a:p>
        </p:txBody>
      </p:sp>
      <p:sp>
        <p:nvSpPr>
          <p:cNvPr id="15" name="object 34">
            <a:extLst>
              <a:ext uri="{FF2B5EF4-FFF2-40B4-BE49-F238E27FC236}">
                <a16:creationId xmlns:a16="http://schemas.microsoft.com/office/drawing/2014/main" id="{0CAC6DCC-393F-271C-8705-BF289519E32B}"/>
              </a:ext>
            </a:extLst>
          </p:cNvPr>
          <p:cNvSpPr txBox="1"/>
          <p:nvPr/>
        </p:nvSpPr>
        <p:spPr>
          <a:xfrm>
            <a:off x="748290" y="403181"/>
            <a:ext cx="6124824" cy="382156"/>
          </a:xfrm>
          <a:prstGeom prst="rect">
            <a:avLst/>
          </a:prstGeom>
        </p:spPr>
        <p:txBody>
          <a:bodyPr vert="horz" wrap="square" lIns="0" tIns="12700" rIns="0" bIns="0" rtlCol="0">
            <a:spAutoFit/>
          </a:bodyPr>
          <a:lstStyle/>
          <a:p>
            <a:pPr marL="12700">
              <a:lnSpc>
                <a:spcPct val="100000"/>
              </a:lnSpc>
              <a:spcBef>
                <a:spcPts val="100"/>
              </a:spcBef>
            </a:pPr>
            <a:r>
              <a:rPr lang="en-AU" sz="1200" b="1" spc="-20" dirty="0">
                <a:solidFill>
                  <a:srgbClr val="231F20"/>
                </a:solidFill>
                <a:latin typeface="Book Antiqua" panose="02040602050305030304" pitchFamily="18" charset="0"/>
                <a:cs typeface="Cambria"/>
              </a:rPr>
              <a:t>Choose the word or phrase that best completes each sentence. Consider tense, aspect, mood and subject-verb agreement (1/2 mark per answer).</a:t>
            </a:r>
          </a:p>
        </p:txBody>
      </p:sp>
      <p:sp>
        <p:nvSpPr>
          <p:cNvPr id="24" name="TextBox 23">
            <a:extLst>
              <a:ext uri="{FF2B5EF4-FFF2-40B4-BE49-F238E27FC236}">
                <a16:creationId xmlns:a16="http://schemas.microsoft.com/office/drawing/2014/main" id="{B3E1D085-F953-E055-4E2D-347EB7FC11B7}"/>
              </a:ext>
            </a:extLst>
          </p:cNvPr>
          <p:cNvSpPr txBox="1"/>
          <p:nvPr/>
        </p:nvSpPr>
        <p:spPr>
          <a:xfrm>
            <a:off x="714670" y="3991538"/>
            <a:ext cx="6675120" cy="471476"/>
          </a:xfrm>
          <a:prstGeom prst="rect">
            <a:avLst/>
          </a:prstGeom>
          <a:noFill/>
        </p:spPr>
        <p:txBody>
          <a:bodyPr wrap="square">
            <a:spAutoFit/>
          </a:bodyPr>
          <a:lstStyle/>
          <a:p>
            <a:pPr algn="just">
              <a:lnSpc>
                <a:spcPct val="105000"/>
              </a:lnSpc>
              <a:spcAft>
                <a:spcPts val="800"/>
              </a:spcAft>
            </a:pPr>
            <a:r>
              <a:rPr lang="en-AU" sz="1200" kern="100" dirty="0" b="1">
                <a:effectLst/>
                <a:latin typeface="Book Antiqua" panose="02040602050305030304" pitchFamily="18" charset="0"/>
                <a:ea typeface="Yu Gothic" panose="020B0400000000000000" pitchFamily="34" charset="-128"/>
                <a:cs typeface="Times New Roman" panose="02020603050405020304" pitchFamily="18" charset="0"/>
              </a:rPr>
              <a:t>Identify the rhetorical device used in each sentence: Anaphora (A), Epistrophe (E), Zeugma (Z) or Hypophora (H).</a:t>
            </a:r>
            <a:endParaRPr lang="en-AU" sz="1200" kern="100" dirty="0">
              <a:effectLst/>
              <a:latin typeface="Arial" panose="020B0604020202020204" pitchFamily="34" charset="0"/>
              <a:ea typeface="Yu Gothic" panose="020B0400000000000000" pitchFamily="34" charset="-128"/>
              <a:cs typeface="Times New Roman" panose="02020603050405020304" pitchFamily="18" charset="0"/>
            </a:endParaRPr>
          </a:p>
        </p:txBody>
      </p:sp>
      <p:sp>
        <p:nvSpPr>
          <p:cNvPr id="14" name="Rectangle: Top Corners Snipped 13">
            <a:extLst>
              <a:ext uri="{FF2B5EF4-FFF2-40B4-BE49-F238E27FC236}">
                <a16:creationId xmlns:a16="http://schemas.microsoft.com/office/drawing/2014/main" id="{7BA36138-2E0C-067D-A186-8F27DA697772}"/>
              </a:ext>
            </a:extLst>
          </p:cNvPr>
          <p:cNvSpPr/>
          <p:nvPr/>
        </p:nvSpPr>
        <p:spPr>
          <a:xfrm rot="5400000">
            <a:off x="710852" y="7661940"/>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Rectangle: Top Corners Snipped 15">
            <a:extLst>
              <a:ext uri="{FF2B5EF4-FFF2-40B4-BE49-F238E27FC236}">
                <a16:creationId xmlns:a16="http://schemas.microsoft.com/office/drawing/2014/main" id="{ED62D995-8A8E-2446-0516-DF1DFD477446}"/>
              </a:ext>
            </a:extLst>
          </p:cNvPr>
          <p:cNvSpPr/>
          <p:nvPr/>
        </p:nvSpPr>
        <p:spPr>
          <a:xfrm rot="5400000">
            <a:off x="710852" y="674022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Rectangle: Top Corners Snipped 22">
            <a:extLst>
              <a:ext uri="{FF2B5EF4-FFF2-40B4-BE49-F238E27FC236}">
                <a16:creationId xmlns:a16="http://schemas.microsoft.com/office/drawing/2014/main" id="{93B53A55-B4BE-812E-247F-6755986FCBCB}"/>
              </a:ext>
            </a:extLst>
          </p:cNvPr>
          <p:cNvSpPr/>
          <p:nvPr/>
        </p:nvSpPr>
        <p:spPr>
          <a:xfrm rot="5400000">
            <a:off x="710852" y="6279367"/>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aphicFrame>
        <p:nvGraphicFramePr>
          <p:cNvPr id="25" name="Table 13">
            <a:extLst>
              <a:ext uri="{FF2B5EF4-FFF2-40B4-BE49-F238E27FC236}">
                <a16:creationId xmlns:a16="http://schemas.microsoft.com/office/drawing/2014/main" id="{2323B3C8-1D7B-272B-007D-CE62B7AA4BF0}"/>
              </a:ext>
            </a:extLst>
          </p:cNvPr>
          <p:cNvGraphicFramePr>
            <a:graphicFrameLocks noGrp="1"/>
          </p:cNvGraphicFramePr>
          <p:nvPr>
            <p:extLst>
              <p:ext uri="{D42A27DB-BD31-4B8C-83A1-F6EECF244321}">
                <p14:modId xmlns:p14="http://schemas.microsoft.com/office/powerpoint/2010/main" val="4186646777"/>
              </p:ext>
            </p:extLst>
          </p:nvPr>
        </p:nvGraphicFramePr>
        <p:xfrm>
          <a:off x="1128616" y="6286682"/>
          <a:ext cx="6391655" cy="3226003"/>
        </p:xfrm>
        <a:graphic>
          <a:graphicData uri="http://schemas.openxmlformats.org/drawingml/2006/table">
            <a:tbl>
              <a:tblPr firstRow="1" bandRow="1">
                <a:tableStyleId>{5940675A-B579-460E-94D1-54222C63F5DA}</a:tableStyleId>
              </a:tblPr>
              <a:tblGrid>
                <a:gridCol w="5349240">
                  <a:extLst>
                    <a:ext uri="{9D8B030D-6E8A-4147-A177-3AD203B41FA5}">
                      <a16:colId xmlns:a16="http://schemas.microsoft.com/office/drawing/2014/main" val="3661105598"/>
                    </a:ext>
                  </a:extLst>
                </a:gridCol>
                <a:gridCol w="1042415">
                  <a:extLst>
                    <a:ext uri="{9D8B030D-6E8A-4147-A177-3AD203B41FA5}">
                      <a16:colId xmlns:a16="http://schemas.microsoft.com/office/drawing/2014/main" val="2385878221"/>
                    </a:ext>
                  </a:extLst>
                </a:gridCol>
              </a:tblGrid>
              <a:tr h="460857">
                <a:tc>
                  <a:txBody>
                    <a:bodyPr/>
                    <a:lstStyle/>
                    <a:p>
                      <a:r>
                        <a:rPr lang="en-US" sz="1200" dirty="0">
                          <a:latin typeface="Book Antiqua" panose="02040602050305030304" pitchFamily="18" charset="0"/>
                        </a:rPr>
                        <a:t>Scientists warned about the drought, farmers warned about the drought, and even our geography teacher warned about the drought.</a:t>
                      </a:r>
                      <a:endParaRPr lang="en-AU" sz="1200" b="1" kern="1200" dirty="0">
                        <a:solidFill>
                          <a:schemeClr val="tx1"/>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cs typeface="Book Antiqua"/>
                        </a:rPr>
                        <a:t>A | E | Z | H</a:t>
                      </a:r>
                    </a:p>
                  </a:txBody>
                  <a:tcPr anchor="ctr" marL="27432" marR="27432">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15441180"/>
                  </a:ext>
                </a:extLst>
              </a:tr>
              <a:tr h="460857">
                <a:tc>
                  <a:txBody>
                    <a:bodyPr/>
                    <a:lstStyle/>
                    <a:p>
                      <a:r>
                        <a:rPr lang="en-US" sz="1200" dirty="0">
                          <a:latin typeface="Book Antiqua" panose="02040602050305030304" pitchFamily="18" charset="0"/>
                        </a:rPr>
                        <a:t>The detective broke the lock and the suspect's confidence in the same afternoon.</a:t>
                      </a:r>
                      <a:endParaRPr lang="en-AU" sz="1200" b="1" kern="1200" dirty="0">
                        <a:solidFill>
                          <a:schemeClr val="tx1"/>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cs typeface="Book Antiqua"/>
                        </a:rPr>
                        <a:t>A | E | Z | H</a:t>
                      </a:r>
                    </a:p>
                  </a:txBody>
                  <a:tcPr anchor="ctr" marL="27432" marR="27432">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93186194"/>
                  </a:ext>
                </a:extLst>
              </a:tr>
              <a:tr h="460857">
                <a:tc>
                  <a:txBody>
                    <a:bodyPr/>
                    <a:lstStyle/>
                    <a:p>
                      <a:r>
                        <a:rPr lang="en-US" sz="1200" dirty="0">
                          <a:latin typeface="Book Antiqua" panose="02040602050305030304" pitchFamily="18" charset="0"/>
                        </a:rPr>
                        <a:t>Not a single witness came forward, not a single camera caught the theft, not a single alarm sounded.</a:t>
                      </a:r>
                      <a:endParaRPr lang="en-AU" sz="1200" kern="1200" dirty="0">
                        <a:solidFill>
                          <a:schemeClr val="tx1"/>
                        </a:solidFill>
                        <a:effectLst/>
                        <a:latin typeface="Book Antiqua" panose="0204060205030503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cs typeface="Book Antiqua"/>
                        </a:rPr>
                        <a:t>A | E | Z | H</a:t>
                      </a:r>
                    </a:p>
                  </a:txBody>
                  <a:tcPr anchor="ctr" marL="27432" marR="27432">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60620579"/>
                  </a:ext>
                </a:extLst>
              </a:tr>
              <a:tr h="460857">
                <a:tc>
                  <a:txBody>
                    <a:bodyPr/>
                    <a:lstStyle/>
                    <a:p>
                      <a:r>
                        <a:rPr lang="en-US" sz="1200" dirty="0">
                          <a:latin typeface="Book Antiqua" panose="02040602050305030304" pitchFamily="18" charset="0"/>
                        </a:rPr>
                        <a:t>Why did the rescue mission fail so disastrously? Its leaders ignored every warning the local guides gave them.</a:t>
                      </a:r>
                      <a:endParaRPr lang="en-AU" sz="1200" kern="1200" dirty="0">
                        <a:solidFill>
                          <a:schemeClr val="tx1"/>
                        </a:solidFill>
                        <a:effectLst/>
                        <a:latin typeface="Book Antiqua" panose="0204060205030503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cs typeface="Book Antiqua"/>
                        </a:rPr>
                        <a:t>A | E | Z | H</a:t>
                      </a:r>
                    </a:p>
                  </a:txBody>
                  <a:tcPr anchor="ctr" marL="27432" marR="27432">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5178039"/>
                  </a:ext>
                </a:extLst>
              </a:tr>
              <a:tr h="460857">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dirty="0">
                          <a:latin typeface="Book Antiqua" panose="02040602050305030304" pitchFamily="18" charset="0"/>
                        </a:rPr>
                        <a:t>Visiting his grandmother, Leo swallowed his pride and a plate of overcooked Brussels sprouts.</a:t>
                      </a:r>
                      <a:endParaRPr lang="en-AU" sz="1200" kern="1200" dirty="0">
                        <a:solidFill>
                          <a:schemeClr val="tx1"/>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cs typeface="Book Antiqua"/>
                        </a:rPr>
                        <a:t>A | E | Z | H</a:t>
                      </a:r>
                    </a:p>
                  </a:txBody>
                  <a:tcPr anchor="ctr" marL="27432" marR="27432">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90200470"/>
                  </a:ext>
                </a:extLst>
              </a:tr>
              <a:tr h="460857">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dirty="0">
                          <a:latin typeface="Book Antiqua" panose="02040602050305030304" pitchFamily="18" charset="0"/>
                        </a:rPr>
                        <a:t>Ask the villagers who were robbed, ask the soldiers who were abandoned, ask the children who were forgotten.</a:t>
                      </a:r>
                      <a:endParaRPr lang="en-AU" sz="1200" kern="1200" dirty="0">
                        <a:solidFill>
                          <a:schemeClr val="tx1"/>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cs typeface="Book Antiqua"/>
                        </a:rPr>
                        <a:t>A | E | Z | H</a:t>
                      </a:r>
                    </a:p>
                  </a:txBody>
                  <a:tcPr anchor="ctr" marL="27432" marR="27432">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92851628"/>
                  </a:ext>
                </a:extLst>
              </a:tr>
              <a:tr h="460857">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dirty="0">
                          <a:latin typeface="Book Antiqua" panose="02040602050305030304" pitchFamily="18" charset="0"/>
                        </a:rPr>
                        <a:t>In the city he felt invisible; at work he felt invisible; even at home, among his own children, he felt invisible.</a:t>
                      </a:r>
                      <a:endParaRPr lang="en-AU" sz="1200" kern="1200" dirty="0">
                        <a:solidFill>
                          <a:schemeClr val="tx1"/>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AU" sz="1200" kern="1200" spc="-20" dirty="0">
                          <a:solidFill>
                            <a:srgbClr val="231F20"/>
                          </a:solidFill>
                          <a:latin typeface="Book Antiqua" panose="02040602050305030304" pitchFamily="18" charset="0"/>
                          <a:ea typeface="+mn-ea"/>
                          <a:cs typeface="Book Antiqua"/>
                        </a:rPr>
                        <a:t>A | E | Z | H</a:t>
                      </a:r>
                    </a:p>
                  </a:txBody>
                  <a:tcPr anchor="ctr" marL="27432" marR="27432">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25160012"/>
                  </a:ext>
                </a:extLst>
              </a:tr>
            </a:tbl>
          </a:graphicData>
        </a:graphic>
      </p:graphicFrame>
      <p:sp>
        <p:nvSpPr>
          <p:cNvPr id="27" name="Rectangle: Top Corners Snipped 26">
            <a:extLst>
              <a:ext uri="{FF2B5EF4-FFF2-40B4-BE49-F238E27FC236}">
                <a16:creationId xmlns:a16="http://schemas.microsoft.com/office/drawing/2014/main" id="{4FE07DF9-E632-CCF9-2455-BF82A06D472D}"/>
              </a:ext>
            </a:extLst>
          </p:cNvPr>
          <p:cNvSpPr/>
          <p:nvPr/>
        </p:nvSpPr>
        <p:spPr>
          <a:xfrm rot="5400000">
            <a:off x="710852" y="720108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TextBox 29">
            <a:extLst>
              <a:ext uri="{FF2B5EF4-FFF2-40B4-BE49-F238E27FC236}">
                <a16:creationId xmlns:a16="http://schemas.microsoft.com/office/drawing/2014/main" id="{9695C99B-E730-9F93-1CE1-C269AD7BAB6A}"/>
              </a:ext>
            </a:extLst>
          </p:cNvPr>
          <p:cNvSpPr txBox="1"/>
          <p:nvPr/>
        </p:nvSpPr>
        <p:spPr>
          <a:xfrm>
            <a:off x="678137" y="6375379"/>
            <a:ext cx="374237" cy="276999"/>
          </a:xfrm>
          <a:prstGeom prst="rect">
            <a:avLst/>
          </a:prstGeom>
          <a:noFill/>
        </p:spPr>
        <p:txBody>
          <a:bodyPr wrap="square" rtlCol="0">
            <a:spAutoFit/>
          </a:bodyPr>
          <a:lstStyle/>
          <a:p>
            <a:r>
              <a:rPr lang="en-US" sz="1200" b="1" spc="-50" dirty="0">
                <a:solidFill>
                  <a:srgbClr val="231F20"/>
                </a:solidFill>
                <a:latin typeface="Arial"/>
                <a:cs typeface="Arial"/>
              </a:rPr>
              <a:t>14</a:t>
            </a:r>
            <a:endParaRPr lang="en-AU" sz="1200" dirty="0"/>
          </a:p>
        </p:txBody>
      </p:sp>
      <p:sp>
        <p:nvSpPr>
          <p:cNvPr id="32" name="TextBox 31">
            <a:extLst>
              <a:ext uri="{FF2B5EF4-FFF2-40B4-BE49-F238E27FC236}">
                <a16:creationId xmlns:a16="http://schemas.microsoft.com/office/drawing/2014/main" id="{2ED5EF68-72C9-8349-E0E1-26AFFB08AC4B}"/>
              </a:ext>
            </a:extLst>
          </p:cNvPr>
          <p:cNvSpPr txBox="1"/>
          <p:nvPr/>
        </p:nvSpPr>
        <p:spPr>
          <a:xfrm>
            <a:off x="673861" y="6836237"/>
            <a:ext cx="374237" cy="276999"/>
          </a:xfrm>
          <a:prstGeom prst="rect">
            <a:avLst/>
          </a:prstGeom>
          <a:noFill/>
        </p:spPr>
        <p:txBody>
          <a:bodyPr wrap="square" rtlCol="0">
            <a:spAutoFit/>
          </a:bodyPr>
          <a:lstStyle/>
          <a:p>
            <a:r>
              <a:rPr lang="en-US" sz="1200" b="1" spc="-50" dirty="0">
                <a:solidFill>
                  <a:srgbClr val="231F20"/>
                </a:solidFill>
                <a:latin typeface="Arial"/>
                <a:cs typeface="Arial"/>
              </a:rPr>
              <a:t>15</a:t>
            </a:r>
            <a:endParaRPr lang="en-AU" sz="1200" dirty="0"/>
          </a:p>
        </p:txBody>
      </p:sp>
      <p:sp>
        <p:nvSpPr>
          <p:cNvPr id="34" name="TextBox 33">
            <a:extLst>
              <a:ext uri="{FF2B5EF4-FFF2-40B4-BE49-F238E27FC236}">
                <a16:creationId xmlns:a16="http://schemas.microsoft.com/office/drawing/2014/main" id="{3AC0A916-D075-32FA-DF00-D3C8B3BA98F2}"/>
              </a:ext>
            </a:extLst>
          </p:cNvPr>
          <p:cNvSpPr txBox="1"/>
          <p:nvPr/>
        </p:nvSpPr>
        <p:spPr>
          <a:xfrm>
            <a:off x="683668" y="7297094"/>
            <a:ext cx="374237" cy="276999"/>
          </a:xfrm>
          <a:prstGeom prst="rect">
            <a:avLst/>
          </a:prstGeom>
          <a:noFill/>
        </p:spPr>
        <p:txBody>
          <a:bodyPr wrap="square" rtlCol="0">
            <a:spAutoFit/>
          </a:bodyPr>
          <a:lstStyle/>
          <a:p>
            <a:r>
              <a:rPr lang="en-US" sz="1200" b="1" spc="-50" dirty="0">
                <a:solidFill>
                  <a:srgbClr val="231F20"/>
                </a:solidFill>
                <a:latin typeface="Arial"/>
                <a:cs typeface="Arial"/>
              </a:rPr>
              <a:t>16</a:t>
            </a:r>
            <a:endParaRPr lang="en-AU" sz="1200" dirty="0"/>
          </a:p>
        </p:txBody>
      </p:sp>
      <p:sp>
        <p:nvSpPr>
          <p:cNvPr id="36" name="TextBox 35">
            <a:extLst>
              <a:ext uri="{FF2B5EF4-FFF2-40B4-BE49-F238E27FC236}">
                <a16:creationId xmlns:a16="http://schemas.microsoft.com/office/drawing/2014/main" id="{BBE75361-776E-E4A0-C4B5-F944C683DAE6}"/>
              </a:ext>
            </a:extLst>
          </p:cNvPr>
          <p:cNvSpPr txBox="1"/>
          <p:nvPr/>
        </p:nvSpPr>
        <p:spPr>
          <a:xfrm>
            <a:off x="683668" y="7757952"/>
            <a:ext cx="374237" cy="276999"/>
          </a:xfrm>
          <a:prstGeom prst="rect">
            <a:avLst/>
          </a:prstGeom>
          <a:noFill/>
        </p:spPr>
        <p:txBody>
          <a:bodyPr wrap="square" rtlCol="0">
            <a:spAutoFit/>
          </a:bodyPr>
          <a:lstStyle/>
          <a:p>
            <a:r>
              <a:rPr lang="en-US" sz="1200" b="1" spc="-50" dirty="0">
                <a:solidFill>
                  <a:srgbClr val="231F20"/>
                </a:solidFill>
                <a:latin typeface="Arial"/>
                <a:cs typeface="Arial"/>
              </a:rPr>
              <a:t>17</a:t>
            </a:r>
            <a:endParaRPr lang="en-AU" sz="1200" dirty="0"/>
          </a:p>
        </p:txBody>
      </p:sp>
      <p:sp>
        <p:nvSpPr>
          <p:cNvPr id="38" name="Rectangle: Top Corners Snipped 37">
            <a:extLst>
              <a:ext uri="{FF2B5EF4-FFF2-40B4-BE49-F238E27FC236}">
                <a16:creationId xmlns:a16="http://schemas.microsoft.com/office/drawing/2014/main" id="{9E673872-0BDE-FC0C-9F1A-56059CD58C1C}"/>
              </a:ext>
            </a:extLst>
          </p:cNvPr>
          <p:cNvSpPr/>
          <p:nvPr/>
        </p:nvSpPr>
        <p:spPr>
          <a:xfrm rot="5400000">
            <a:off x="703866" y="812279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3" name="TextBox 42">
            <a:extLst>
              <a:ext uri="{FF2B5EF4-FFF2-40B4-BE49-F238E27FC236}">
                <a16:creationId xmlns:a16="http://schemas.microsoft.com/office/drawing/2014/main" id="{C6FBC85B-BB09-5375-370D-03D3B40BF94D}"/>
              </a:ext>
            </a:extLst>
          </p:cNvPr>
          <p:cNvSpPr txBox="1"/>
          <p:nvPr/>
        </p:nvSpPr>
        <p:spPr>
          <a:xfrm>
            <a:off x="678137" y="8218810"/>
            <a:ext cx="374237" cy="276999"/>
          </a:xfrm>
          <a:prstGeom prst="rect">
            <a:avLst/>
          </a:prstGeom>
          <a:noFill/>
        </p:spPr>
        <p:txBody>
          <a:bodyPr wrap="square" rtlCol="0">
            <a:spAutoFit/>
          </a:bodyPr>
          <a:lstStyle/>
          <a:p>
            <a:r>
              <a:rPr lang="en-US" sz="1200" b="1" spc="-50" dirty="0">
                <a:solidFill>
                  <a:srgbClr val="231F20"/>
                </a:solidFill>
                <a:latin typeface="Arial"/>
                <a:cs typeface="Arial"/>
              </a:rPr>
              <a:t>1</a:t>
            </a:r>
            <a:r>
              <a:rPr lang="en-AU" sz="1200" b="1" spc="-50" dirty="0">
                <a:solidFill>
                  <a:srgbClr val="231F20"/>
                </a:solidFill>
                <a:latin typeface="Arial"/>
                <a:cs typeface="Arial"/>
              </a:rPr>
              <a:t>8</a:t>
            </a:r>
            <a:endParaRPr lang="en-AU" sz="1200" dirty="0"/>
          </a:p>
        </p:txBody>
      </p:sp>
      <p:sp>
        <p:nvSpPr>
          <p:cNvPr id="44" name="Rectangle: Top Corners Snipped 43">
            <a:extLst>
              <a:ext uri="{FF2B5EF4-FFF2-40B4-BE49-F238E27FC236}">
                <a16:creationId xmlns:a16="http://schemas.microsoft.com/office/drawing/2014/main" id="{07A8F2BC-0FB7-1212-68DF-6C91F42641CD}"/>
              </a:ext>
            </a:extLst>
          </p:cNvPr>
          <p:cNvSpPr/>
          <p:nvPr/>
        </p:nvSpPr>
        <p:spPr>
          <a:xfrm rot="5400000">
            <a:off x="709835" y="904451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8" name="Rectangle: Top Corners Snipped 47">
            <a:extLst>
              <a:ext uri="{FF2B5EF4-FFF2-40B4-BE49-F238E27FC236}">
                <a16:creationId xmlns:a16="http://schemas.microsoft.com/office/drawing/2014/main" id="{CA8C9C85-6A7F-B1DA-6FC8-65D9DC442346}"/>
              </a:ext>
            </a:extLst>
          </p:cNvPr>
          <p:cNvSpPr/>
          <p:nvPr/>
        </p:nvSpPr>
        <p:spPr>
          <a:xfrm rot="5400000">
            <a:off x="710289" y="858365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2" name="TextBox 51">
            <a:extLst>
              <a:ext uri="{FF2B5EF4-FFF2-40B4-BE49-F238E27FC236}">
                <a16:creationId xmlns:a16="http://schemas.microsoft.com/office/drawing/2014/main" id="{7D261DCA-869B-584B-1048-89DA461DA509}"/>
              </a:ext>
            </a:extLst>
          </p:cNvPr>
          <p:cNvSpPr txBox="1"/>
          <p:nvPr/>
        </p:nvSpPr>
        <p:spPr>
          <a:xfrm>
            <a:off x="692686" y="8679667"/>
            <a:ext cx="374237" cy="276999"/>
          </a:xfrm>
          <a:prstGeom prst="rect">
            <a:avLst/>
          </a:prstGeom>
          <a:noFill/>
        </p:spPr>
        <p:txBody>
          <a:bodyPr wrap="square" rtlCol="0">
            <a:spAutoFit/>
          </a:bodyPr>
          <a:lstStyle/>
          <a:p>
            <a:r>
              <a:rPr lang="en-US" sz="1200" b="1" spc="-50" dirty="0">
                <a:solidFill>
                  <a:srgbClr val="231F20"/>
                </a:solidFill>
                <a:latin typeface="Arial"/>
                <a:cs typeface="Arial"/>
              </a:rPr>
              <a:t>19</a:t>
            </a:r>
            <a:endParaRPr lang="en-AU" sz="1200" dirty="0"/>
          </a:p>
        </p:txBody>
      </p:sp>
      <p:sp>
        <p:nvSpPr>
          <p:cNvPr id="53" name="TextBox 52">
            <a:extLst>
              <a:ext uri="{FF2B5EF4-FFF2-40B4-BE49-F238E27FC236}">
                <a16:creationId xmlns:a16="http://schemas.microsoft.com/office/drawing/2014/main" id="{335D0822-3BD8-17D5-169F-DDDC0A088413}"/>
              </a:ext>
            </a:extLst>
          </p:cNvPr>
          <p:cNvSpPr txBox="1"/>
          <p:nvPr/>
        </p:nvSpPr>
        <p:spPr>
          <a:xfrm>
            <a:off x="682651" y="9140525"/>
            <a:ext cx="374237" cy="276999"/>
          </a:xfrm>
          <a:prstGeom prst="rect">
            <a:avLst/>
          </a:prstGeom>
          <a:noFill/>
        </p:spPr>
        <p:txBody>
          <a:bodyPr wrap="square" rtlCol="0">
            <a:spAutoFit/>
          </a:bodyPr>
          <a:lstStyle/>
          <a:p>
            <a:r>
              <a:rPr lang="en-US" sz="1200" b="1" spc="-50" dirty="0">
                <a:solidFill>
                  <a:srgbClr val="231F20"/>
                </a:solidFill>
                <a:latin typeface="Arial"/>
                <a:cs typeface="Arial"/>
              </a:rPr>
              <a:t>20</a:t>
            </a:r>
            <a:endParaRPr lang="en-AU" sz="1200" dirty="0"/>
          </a:p>
        </p:txBody>
      </p:sp>
      <p:sp>
        <p:nvSpPr>
          <p:cNvPr id="19" name="Rectangle: Top Corners Snipped 114">
            <a:extLst>
              <a:ext uri="{FF2B5EF4-FFF2-40B4-BE49-F238E27FC236}">
                <a16:creationId xmlns:a16="http://schemas.microsoft.com/office/drawing/2014/main" id="{93B804B6-F70A-BCD3-CC0C-8638CC36451D}"/>
              </a:ext>
            </a:extLst>
          </p:cNvPr>
          <p:cNvSpPr/>
          <p:nvPr/>
        </p:nvSpPr>
        <p:spPr>
          <a:xfrm rot="5400000">
            <a:off x="708397" y="244245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 name="TextBox 27">
            <a:extLst>
              <a:ext uri="{FF2B5EF4-FFF2-40B4-BE49-F238E27FC236}">
                <a16:creationId xmlns:a16="http://schemas.microsoft.com/office/drawing/2014/main" id="{8F1E72FC-1D41-4020-1F59-71AACB02FAD2}"/>
              </a:ext>
            </a:extLst>
          </p:cNvPr>
          <p:cNvSpPr txBox="1"/>
          <p:nvPr/>
        </p:nvSpPr>
        <p:spPr>
          <a:xfrm>
            <a:off x="646850" y="2538465"/>
            <a:ext cx="374237" cy="276999"/>
          </a:xfrm>
          <a:prstGeom prst="rect">
            <a:avLst/>
          </a:prstGeom>
          <a:noFill/>
        </p:spPr>
        <p:txBody>
          <a:bodyPr wrap="square" rtlCol="0">
            <a:spAutoFit/>
          </a:bodyPr>
          <a:lstStyle/>
          <a:p>
            <a:r>
              <a:rPr lang="en-AU" sz="1200" b="1" spc="-50" dirty="0">
                <a:solidFill>
                  <a:srgbClr val="231F20"/>
                </a:solidFill>
                <a:latin typeface="Arial"/>
                <a:cs typeface="Arial"/>
              </a:rPr>
              <a:t>13</a:t>
            </a:r>
            <a:endParaRPr lang="en-AU" sz="1200" dirty="0"/>
          </a:p>
        </p:txBody>
      </p:sp>
      <p:sp>
        <p:nvSpPr>
          <p:cNvPr id="31" name="object 34">
            <a:extLst>
              <a:ext uri="{FF2B5EF4-FFF2-40B4-BE49-F238E27FC236}">
                <a16:creationId xmlns:a16="http://schemas.microsoft.com/office/drawing/2014/main" id="{E48896E1-8F93-EF16-3F2F-854458F18460}"/>
              </a:ext>
            </a:extLst>
          </p:cNvPr>
          <p:cNvSpPr txBox="1"/>
          <p:nvPr/>
        </p:nvSpPr>
        <p:spPr>
          <a:xfrm>
            <a:off x="1152144" y="886968"/>
            <a:ext cx="6355080" cy="831235"/>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If the levee had been reinforced in 2019, the town __________________ during last year's flood.</a:t>
            </a:r>
          </a:p>
          <a:p>
            <a:pPr marL="12700">
              <a:lnSpc>
                <a:spcPct val="100000"/>
              </a:lnSpc>
              <a:spcBef>
                <a:spcPts val="600"/>
              </a:spcBef>
            </a:pPr>
            <a:r>
              <a:rPr lang="en-AU" sz="1200" spc="-20" dirty="0" b="1">
                <a:solidFill>
                  <a:srgbClr val="231F20"/>
                </a:solidFill>
                <a:latin typeface="Book Antiqua" panose="02040602050305030304" pitchFamily="18" charset="0"/>
                <a:cs typeface="Cambria"/>
              </a:rPr>
              <a:t>A.</a:t>
            </a:r>
            <a:r>
              <a:rPr lang="en-AU" sz="1200" spc="-20" dirty="0">
                <a:solidFill>
                  <a:srgbClr val="231F20"/>
                </a:solidFill>
                <a:latin typeface="Book Antiqua" panose="02040602050305030304" pitchFamily="18" charset="0"/>
                <a:cs typeface="Cambria"/>
              </a:rPr>
              <a:t xml:space="preserve"> would be spared   </a:t>
            </a:r>
            <a:r>
              <a:rPr lang="en-AU" sz="1200" spc="-20" dirty="0" b="1">
                <a:solidFill>
                  <a:srgbClr val="231F20"/>
                </a:solidFill>
                <a:latin typeface="Book Antiqua" panose="02040602050305030304" pitchFamily="18" charset="0"/>
                <a:cs typeface="Cambria"/>
              </a:rPr>
              <a:t>B.</a:t>
            </a:r>
            <a:r>
              <a:rPr lang="en-AU" sz="1200" spc="-20" dirty="0">
                <a:solidFill>
                  <a:srgbClr val="231F20"/>
                </a:solidFill>
                <a:latin typeface="Book Antiqua" panose="02040602050305030304" pitchFamily="18" charset="0"/>
                <a:cs typeface="Cambria"/>
              </a:rPr>
              <a:t xml:space="preserve"> will have been spared</a:t>
            </a:r>
            <a:br>
              <a:rPr lang="en-AU" sz="1200" spc="-20" dirty="0">
                <a:solidFill>
                  <a:srgbClr val="231F20"/>
                </a:solidFill>
                <a:latin typeface="Book Antiqua" panose="02040602050305030304" pitchFamily="18" charset="0"/>
                <a:cs typeface="Cambria"/>
              </a:rPr>
            </a:br>
            <a:r>
              <a:rPr lang="en-AU" sz="1200" spc="-20" dirty="0" b="1">
                <a:solidFill>
                  <a:srgbClr val="231F20"/>
                </a:solidFill>
                <a:latin typeface="Book Antiqua" panose="02040602050305030304" pitchFamily="18" charset="0"/>
                <a:cs typeface="Cambria"/>
              </a:rPr>
              <a:t>C.</a:t>
            </a:r>
            <a:r>
              <a:rPr lang="en-AU" sz="1200" spc="-20" dirty="0">
                <a:solidFill>
                  <a:srgbClr val="231F20"/>
                </a:solidFill>
                <a:latin typeface="Book Antiqua" panose="02040602050305030304" pitchFamily="18" charset="0"/>
                <a:cs typeface="Cambria"/>
              </a:rPr>
              <a:t xml:space="preserve"> would have been spared   </a:t>
            </a:r>
            <a:r>
              <a:rPr lang="en-AU" sz="1200" spc="-20" dirty="0" b="1">
                <a:solidFill>
                  <a:srgbClr val="231F20"/>
                </a:solidFill>
                <a:latin typeface="Book Antiqua" panose="02040602050305030304" pitchFamily="18" charset="0"/>
                <a:cs typeface="Cambria"/>
              </a:rPr>
              <a:t>D.</a:t>
            </a:r>
            <a:r>
              <a:rPr lang="en-AU" sz="1200" spc="-20" dirty="0">
                <a:solidFill>
                  <a:srgbClr val="231F20"/>
                </a:solidFill>
                <a:latin typeface="Book Antiqua" panose="02040602050305030304" pitchFamily="18" charset="0"/>
                <a:cs typeface="Cambria"/>
              </a:rPr>
              <a:t xml:space="preserve"> had been spared</a:t>
            </a:r>
            <a:endParaRPr lang="en-AU" sz="1200" spc="-20" dirty="0">
              <a:solidFill>
                <a:srgbClr val="231F20"/>
              </a:solidFill>
              <a:latin typeface="Book Antiqua" panose="02040602050305030304" pitchFamily="18" charset="0"/>
              <a:cs typeface="Cambria"/>
            </a:endParaRPr>
          </a:p>
        </p:txBody>
      </p:sp>
      <p:sp>
        <p:nvSpPr>
          <p:cNvPr id="3" name="object 34">
            <a:extLst>
              <a:ext uri="{FF2B5EF4-FFF2-40B4-BE49-F238E27FC236}">
                <a16:creationId xmlns:a16="http://schemas.microsoft.com/office/drawing/2014/main" id="{88946EDA-1133-CBB5-019B-EB283277774F}"/>
              </a:ext>
            </a:extLst>
          </p:cNvPr>
          <p:cNvSpPr txBox="1"/>
          <p:nvPr/>
        </p:nvSpPr>
        <p:spPr>
          <a:xfrm>
            <a:off x="1152144" y="1782211"/>
            <a:ext cx="6355080" cy="641954"/>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If our school had installed air-conditioning a decade ago, students __________________ February afternoons sweltering in class now.</a:t>
            </a:r>
          </a:p>
          <a:p>
            <a:pPr marL="12700">
              <a:lnSpc>
                <a:spcPct val="100000"/>
              </a:lnSpc>
              <a:spcBef>
                <a:spcPts val="600"/>
              </a:spcBef>
            </a:pPr>
            <a:r>
              <a:rPr lang="en-AU" sz="1200" spc="-20" dirty="0" b="1">
                <a:solidFill>
                  <a:srgbClr val="231F20"/>
                </a:solidFill>
                <a:latin typeface="Book Antiqua" panose="02040602050305030304" pitchFamily="18" charset="0"/>
                <a:cs typeface="Cambria"/>
              </a:rPr>
              <a:t>A.</a:t>
            </a:r>
            <a:r>
              <a:rPr lang="en-AU" sz="1200" spc="-20" dirty="0">
                <a:solidFill>
                  <a:srgbClr val="231F20"/>
                </a:solidFill>
                <a:latin typeface="Book Antiqua" panose="02040602050305030304" pitchFamily="18" charset="0"/>
                <a:cs typeface="Cambria"/>
              </a:rPr>
              <a:t xml:space="preserve"> would not have spent   </a:t>
            </a:r>
            <a:r>
              <a:rPr lang="en-AU" sz="1200" spc="-20" dirty="0" b="1">
                <a:solidFill>
                  <a:srgbClr val="231F20"/>
                </a:solidFill>
                <a:latin typeface="Book Antiqua" panose="02040602050305030304" pitchFamily="18" charset="0"/>
                <a:cs typeface="Cambria"/>
              </a:rPr>
              <a:t>B.</a:t>
            </a:r>
            <a:r>
              <a:rPr lang="en-AU" sz="1200" spc="-20" dirty="0">
                <a:solidFill>
                  <a:srgbClr val="231F20"/>
                </a:solidFill>
                <a:latin typeface="Book Antiqua" panose="02040602050305030304" pitchFamily="18" charset="0"/>
                <a:cs typeface="Cambria"/>
              </a:rPr>
              <a:t xml:space="preserve"> would not be spending   </a:t>
            </a:r>
            <a:r>
              <a:rPr lang="en-AU" sz="1200" spc="-20" dirty="0" b="1">
                <a:solidFill>
                  <a:srgbClr val="231F20"/>
                </a:solidFill>
                <a:latin typeface="Book Antiqua" panose="02040602050305030304" pitchFamily="18" charset="0"/>
                <a:cs typeface="Cambria"/>
              </a:rPr>
              <a:t>C.</a:t>
            </a:r>
            <a:r>
              <a:rPr lang="en-AU" sz="1200" spc="-20" dirty="0">
                <a:solidFill>
                  <a:srgbClr val="231F20"/>
                </a:solidFill>
                <a:latin typeface="Book Antiqua" panose="02040602050305030304" pitchFamily="18" charset="0"/>
                <a:cs typeface="Cambria"/>
              </a:rPr>
              <a:t xml:space="preserve"> will not spend   </a:t>
            </a:r>
            <a:r>
              <a:rPr lang="en-AU" sz="1200" spc="-20" dirty="0" b="1">
                <a:solidFill>
                  <a:srgbClr val="231F20"/>
                </a:solidFill>
                <a:latin typeface="Book Antiqua" panose="02040602050305030304" pitchFamily="18" charset="0"/>
                <a:cs typeface="Cambria"/>
              </a:rPr>
              <a:t>D.</a:t>
            </a:r>
            <a:r>
              <a:rPr lang="en-AU" sz="1200" spc="-20" dirty="0">
                <a:solidFill>
                  <a:srgbClr val="231F20"/>
                </a:solidFill>
                <a:latin typeface="Book Antiqua" panose="02040602050305030304" pitchFamily="18" charset="0"/>
                <a:cs typeface="Cambria"/>
              </a:rPr>
              <a:t xml:space="preserve"> did not spend</a:t>
            </a:r>
            <a:endParaRPr lang="en-AU" sz="1200" spc="-20" dirty="0">
              <a:solidFill>
                <a:srgbClr val="231F20"/>
              </a:solidFill>
              <a:latin typeface="Book Antiqua" panose="02040602050305030304" pitchFamily="18" charset="0"/>
              <a:cs typeface="Cambria"/>
            </a:endParaRPr>
          </a:p>
        </p:txBody>
      </p:sp>
      <p:sp>
        <p:nvSpPr>
          <p:cNvPr id="9" name="object 34">
            <a:extLst>
              <a:ext uri="{FF2B5EF4-FFF2-40B4-BE49-F238E27FC236}">
                <a16:creationId xmlns:a16="http://schemas.microsoft.com/office/drawing/2014/main" id="{B74BA4DD-188C-F6FE-E19E-54D7DF8E2F68}"/>
              </a:ext>
            </a:extLst>
          </p:cNvPr>
          <p:cNvSpPr txBox="1"/>
          <p:nvPr/>
        </p:nvSpPr>
        <p:spPr>
          <a:xfrm>
            <a:off x="1152144" y="2488173"/>
            <a:ext cx="6355080" cy="641954"/>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By the time the probe reaches Saturn, it __________________ more than a billion kilometres.</a:t>
            </a:r>
          </a:p>
          <a:p>
            <a:pPr marL="12700">
              <a:lnSpc>
                <a:spcPct val="100000"/>
              </a:lnSpc>
              <a:spcBef>
                <a:spcPts val="600"/>
              </a:spcBef>
            </a:pPr>
            <a:r>
              <a:rPr lang="en-AU" sz="1200" spc="-20" dirty="0" b="1">
                <a:solidFill>
                  <a:srgbClr val="231F20"/>
                </a:solidFill>
                <a:latin typeface="Book Antiqua" panose="02040602050305030304" pitchFamily="18" charset="0"/>
                <a:cs typeface="Cambria"/>
              </a:rPr>
              <a:t>A.</a:t>
            </a:r>
            <a:r>
              <a:rPr lang="en-AU" sz="1200" spc="-20" dirty="0">
                <a:solidFill>
                  <a:srgbClr val="231F20"/>
                </a:solidFill>
                <a:latin typeface="Book Antiqua" panose="02040602050305030304" pitchFamily="18" charset="0"/>
                <a:cs typeface="Cambria"/>
              </a:rPr>
              <a:t xml:space="preserve"> will travel   </a:t>
            </a:r>
            <a:r>
              <a:rPr lang="en-AU" sz="1200" spc="-20" dirty="0" b="1">
                <a:solidFill>
                  <a:srgbClr val="231F20"/>
                </a:solidFill>
                <a:latin typeface="Book Antiqua" panose="02040602050305030304" pitchFamily="18" charset="0"/>
                <a:cs typeface="Cambria"/>
              </a:rPr>
              <a:t>B.</a:t>
            </a:r>
            <a:r>
              <a:rPr lang="en-AU" sz="1200" spc="-20" dirty="0">
                <a:solidFill>
                  <a:srgbClr val="231F20"/>
                </a:solidFill>
                <a:latin typeface="Book Antiqua" panose="02040602050305030304" pitchFamily="18" charset="0"/>
                <a:cs typeface="Cambria"/>
              </a:rPr>
              <a:t xml:space="preserve"> will have travelled   </a:t>
            </a:r>
            <a:r>
              <a:rPr lang="en-AU" sz="1200" spc="-20" dirty="0" b="1">
                <a:solidFill>
                  <a:srgbClr val="231F20"/>
                </a:solidFill>
                <a:latin typeface="Book Antiqua" panose="02040602050305030304" pitchFamily="18" charset="0"/>
                <a:cs typeface="Cambria"/>
              </a:rPr>
              <a:t>C.</a:t>
            </a:r>
            <a:r>
              <a:rPr lang="en-AU" sz="1200" spc="-20" dirty="0">
                <a:solidFill>
                  <a:srgbClr val="231F20"/>
                </a:solidFill>
                <a:latin typeface="Book Antiqua" panose="02040602050305030304" pitchFamily="18" charset="0"/>
                <a:cs typeface="Cambria"/>
              </a:rPr>
              <a:t xml:space="preserve"> has travelled   </a:t>
            </a:r>
            <a:r>
              <a:rPr lang="en-AU" sz="1200" spc="-20" dirty="0" b="1">
                <a:solidFill>
                  <a:srgbClr val="231F20"/>
                </a:solidFill>
                <a:latin typeface="Book Antiqua" panose="02040602050305030304" pitchFamily="18" charset="0"/>
                <a:cs typeface="Cambria"/>
              </a:rPr>
              <a:t>D.</a:t>
            </a:r>
            <a:r>
              <a:rPr lang="en-AU" sz="1200" spc="-20" dirty="0">
                <a:solidFill>
                  <a:srgbClr val="231F20"/>
                </a:solidFill>
                <a:latin typeface="Book Antiqua" panose="02040602050305030304" pitchFamily="18" charset="0"/>
                <a:cs typeface="Cambria"/>
              </a:rPr>
              <a:t xml:space="preserve"> would have travelled</a:t>
            </a:r>
            <a:endParaRPr lang="en-AU" sz="1200" spc="-20" dirty="0">
              <a:solidFill>
                <a:srgbClr val="231F20"/>
              </a:solidFill>
              <a:latin typeface="Book Antiqua" panose="02040602050305030304" pitchFamily="18" charset="0"/>
              <a:cs typeface="Cambria"/>
            </a:endParaRPr>
          </a:p>
        </p:txBody>
      </p:sp>
      <p:sp>
        <p:nvSpPr>
          <p:cNvPr id="12" name="object 34">
            <a:extLst>
              <a:ext uri="{FF2B5EF4-FFF2-40B4-BE49-F238E27FC236}">
                <a16:creationId xmlns:a16="http://schemas.microsoft.com/office/drawing/2014/main" id="{FB267443-ACBD-AA42-D628-139F166FA948}"/>
              </a:ext>
            </a:extLst>
          </p:cNvPr>
          <p:cNvSpPr txBox="1"/>
          <p:nvPr/>
        </p:nvSpPr>
        <p:spPr>
          <a:xfrm>
            <a:off x="1152144" y="3194136"/>
            <a:ext cx="6355080" cy="641954"/>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Neither the captain nor her teammates __________________ willing to comment after the shock loss.</a:t>
            </a:r>
          </a:p>
          <a:p>
            <a:pPr marL="12700">
              <a:lnSpc>
                <a:spcPct val="100000"/>
              </a:lnSpc>
              <a:spcBef>
                <a:spcPts val="600"/>
              </a:spcBef>
            </a:pPr>
            <a:r>
              <a:rPr lang="en-AU" sz="1200" spc="-20" dirty="0" b="1">
                <a:solidFill>
                  <a:srgbClr val="231F20"/>
                </a:solidFill>
                <a:latin typeface="Book Antiqua" panose="02040602050305030304" pitchFamily="18" charset="0"/>
                <a:cs typeface="Cambria"/>
              </a:rPr>
              <a:t>A.</a:t>
            </a:r>
            <a:r>
              <a:rPr lang="en-AU" sz="1200" spc="-20" dirty="0">
                <a:solidFill>
                  <a:srgbClr val="231F20"/>
                </a:solidFill>
                <a:latin typeface="Book Antiqua" panose="02040602050305030304" pitchFamily="18" charset="0"/>
                <a:cs typeface="Cambria"/>
              </a:rPr>
              <a:t xml:space="preserve"> was   </a:t>
            </a:r>
            <a:r>
              <a:rPr lang="en-AU" sz="1200" spc="-20" dirty="0" b="1">
                <a:solidFill>
                  <a:srgbClr val="231F20"/>
                </a:solidFill>
                <a:latin typeface="Book Antiqua" panose="02040602050305030304" pitchFamily="18" charset="0"/>
                <a:cs typeface="Cambria"/>
              </a:rPr>
              <a:t>B.</a:t>
            </a:r>
            <a:r>
              <a:rPr lang="en-AU" sz="1200" spc="-20" dirty="0">
                <a:solidFill>
                  <a:srgbClr val="231F20"/>
                </a:solidFill>
                <a:latin typeface="Book Antiqua" panose="02040602050305030304" pitchFamily="18" charset="0"/>
                <a:cs typeface="Cambria"/>
              </a:rPr>
              <a:t xml:space="preserve"> is   </a:t>
            </a:r>
            <a:r>
              <a:rPr lang="en-AU" sz="1200" spc="-20" dirty="0" b="1">
                <a:solidFill>
                  <a:srgbClr val="231F20"/>
                </a:solidFill>
                <a:latin typeface="Book Antiqua" panose="02040602050305030304" pitchFamily="18" charset="0"/>
                <a:cs typeface="Cambria"/>
              </a:rPr>
              <a:t>C.</a:t>
            </a:r>
            <a:r>
              <a:rPr lang="en-AU" sz="1200" spc="-20" dirty="0">
                <a:solidFill>
                  <a:srgbClr val="231F20"/>
                </a:solidFill>
                <a:latin typeface="Book Antiqua" panose="02040602050305030304" pitchFamily="18" charset="0"/>
                <a:cs typeface="Cambria"/>
              </a:rPr>
              <a:t xml:space="preserve"> has been   </a:t>
            </a:r>
            <a:r>
              <a:rPr lang="en-AU" sz="1200" spc="-20" dirty="0" b="1">
                <a:solidFill>
                  <a:srgbClr val="231F20"/>
                </a:solidFill>
                <a:latin typeface="Book Antiqua" panose="02040602050305030304" pitchFamily="18" charset="0"/>
                <a:cs typeface="Cambria"/>
              </a:rPr>
              <a:t>D.</a:t>
            </a:r>
            <a:r>
              <a:rPr lang="en-AU" sz="1200" spc="-20" dirty="0">
                <a:solidFill>
                  <a:srgbClr val="231F20"/>
                </a:solidFill>
                <a:latin typeface="Book Antiqua" panose="02040602050305030304" pitchFamily="18" charset="0"/>
                <a:cs typeface="Cambria"/>
              </a:rPr>
              <a:t xml:space="preserve"> were</a:t>
            </a:r>
            <a:endParaRPr lang="en-AU" sz="1200" spc="-20" dirty="0">
              <a:solidFill>
                <a:srgbClr val="231F20"/>
              </a:solidFill>
              <a:latin typeface="Book Antiqua" panose="02040602050305030304" pitchFamily="18" charset="0"/>
              <a:cs typeface="Cambria"/>
            </a:endParaRPr>
          </a:p>
        </p:txBody>
      </p:sp>
      <p:sp>
        <p:nvSpPr>
          <p:cNvPr id="118" name="TextBox 62"/>
          <p:cNvSpPr txBox="1"/>
          <p:nvPr/>
        </p:nvSpPr>
        <p:spPr>
          <a:xfrm>
            <a:off x="786384" y="4479828"/>
            <a:ext cx="6675120" cy="1715414"/>
          </a:xfrm>
          <a:prstGeom prst="roundRect">
            <a:avLst/>
          </a:prstGeom>
          <a:solidFill>
            <a:schemeClr val="bg2"/>
          </a:solidFill>
        </p:spPr>
        <p:txBody>
          <a:bodyPr wrap="square">
            <a:spAutoFit/>
          </a:bodyPr>
          <a:lstStyle/>
          <a:p>
            <a:r>
              <a:rPr lang="en-US" sz="1200" dirty="0" b="1">
                <a:solidFill>
                  <a:srgbClr val="231F20"/>
                </a:solidFill>
                <a:latin typeface="Book Antiqua" panose="02040602050305030304" pitchFamily="18" charset="0"/>
                <a:ea typeface="Cambria" panose="02040503050406030204" pitchFamily="18" charset="0"/>
              </a:rPr>
              <a:t>Anaphora:</a:t>
            </a:r>
            <a:r>
              <a:rPr lang="en-US" sz="1200" dirty="0">
                <a:solidFill>
                  <a:srgbClr val="231F20"/>
                </a:solidFill>
                <a:latin typeface="Book Antiqua" panose="02040602050305030304" pitchFamily="18" charset="0"/>
                <a:ea typeface="Cambria" panose="02040503050406030204" pitchFamily="18" charset="0"/>
              </a:rPr>
              <a:t xml:space="preserve"> repeating a word or phrase at the start of successive clauses or phrases. e.g. "Every rehearsal, every injury, every sacrifice had led to this night."</a:t>
            </a:r>
          </a:p>
          <a:p>
            <a:pPr marL="12700">
              <a:spcBef>
                <a:spcPts val="130"/>
              </a:spcBef>
            </a:pPr>
            <a:r>
              <a:rPr lang="en-US" sz="1200" dirty="0" b="1">
                <a:solidFill>
                  <a:srgbClr val="231F20"/>
                </a:solidFill>
                <a:latin typeface="Book Antiqua" panose="02040602050305030304" pitchFamily="18" charset="0"/>
                <a:ea typeface="Cambria" panose="02040503050406030204" pitchFamily="18" charset="0"/>
              </a:rPr>
              <a:t>Epistrophe:</a:t>
            </a:r>
            <a:r>
              <a:rPr lang="en-US" sz="1200" dirty="0">
                <a:solidFill>
                  <a:srgbClr val="231F20"/>
                </a:solidFill>
                <a:latin typeface="Book Antiqua" panose="02040602050305030304" pitchFamily="18" charset="0"/>
                <a:ea typeface="Cambria" panose="02040503050406030204" pitchFamily="18" charset="0"/>
              </a:rPr>
              <a:t xml:space="preserve"> repeating a word or phrase at the end of successive clauses or phrases. e.g. "She was born in this valley, married in this valley and will be buried in this valley."</a:t>
            </a:r>
          </a:p>
          <a:p>
            <a:pPr marL="12700">
              <a:spcBef>
                <a:spcPts val="130"/>
              </a:spcBef>
            </a:pPr>
            <a:r>
              <a:rPr lang="en-US" sz="1200" dirty="0" b="1">
                <a:solidFill>
                  <a:srgbClr val="231F20"/>
                </a:solidFill>
                <a:latin typeface="Book Antiqua" panose="02040602050305030304" pitchFamily="18" charset="0"/>
                <a:ea typeface="Cambria" panose="02040503050406030204" pitchFamily="18" charset="0"/>
              </a:rPr>
              <a:t>Zeugma:</a:t>
            </a:r>
            <a:r>
              <a:rPr lang="en-US" sz="1200" dirty="0">
                <a:solidFill>
                  <a:srgbClr val="231F20"/>
                </a:solidFill>
                <a:latin typeface="Book Antiqua" panose="02040602050305030304" pitchFamily="18" charset="0"/>
                <a:ea typeface="Cambria" panose="02040503050406030204" pitchFamily="18" charset="0"/>
              </a:rPr>
              <a:t xml:space="preserve"> one word (usually a verb) governs two others in different senses. e.g. "She lost her keys and her temper."</a:t>
            </a:r>
            <a:endParaRPr lang="en-US" sz="1200" dirty="0">
              <a:solidFill>
                <a:srgbClr val="231F20"/>
              </a:solidFill>
              <a:latin typeface="Book Antiqua" panose="02040602050305030304" pitchFamily="18" charset="0"/>
              <a:ea typeface="Cambria" panose="02040503050406030204" pitchFamily="18" charset="0"/>
            </a:endParaRPr>
          </a:p>
          <a:p>
            <a:pPr marL="12700">
              <a:spcBef>
                <a:spcPts val="130"/>
              </a:spcBef>
            </a:pPr>
            <a:r>
              <a:rPr lang="en-US" sz="1200" dirty="0" b="1">
                <a:solidFill>
                  <a:srgbClr val="231F20"/>
                </a:solidFill>
                <a:latin typeface="Book Antiqua" panose="02040602050305030304" pitchFamily="18" charset="0"/>
                <a:ea typeface="Cambria" panose="02040503050406030204" pitchFamily="18" charset="0"/>
              </a:rPr>
              <a:t>Hypophora:</a:t>
            </a:r>
            <a:r>
              <a:rPr lang="en-US" sz="1200" dirty="0">
                <a:solidFill>
                  <a:srgbClr val="231F20"/>
                </a:solidFill>
                <a:latin typeface="Book Antiqua" panose="02040602050305030304" pitchFamily="18" charset="0"/>
                <a:ea typeface="Cambria" panose="02040503050406030204" pitchFamily="18" charset="0"/>
              </a:rPr>
              <a:t xml:space="preserve"> raising a question and immediately answering it. e.g. "Why did the heist fail? The getaway driver fell asleep."</a:t>
            </a:r>
          </a:p>
        </p:txBody>
      </p:sp>
    </p:spTree>
    <p:extLst>
      <p:ext uri="{BB962C8B-B14F-4D97-AF65-F5344CB8AC3E}">
        <p14:creationId xmlns:p14="http://schemas.microsoft.com/office/powerpoint/2010/main" val="23712223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697424"/>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45952" y="697424"/>
            <a:ext cx="3974" cy="9388942"/>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16287" y="10086366"/>
            <a:ext cx="7559675" cy="0"/>
          </a:xfrm>
          <a:prstGeom prst="line">
            <a:avLst/>
          </a:prstGeom>
          <a:ln w="9525"/>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73D5ED79-14F3-6497-01A8-89CAB0A55D34}"/>
              </a:ext>
            </a:extLst>
          </p:cNvPr>
          <p:cNvSpPr/>
          <p:nvPr/>
        </p:nvSpPr>
        <p:spPr>
          <a:xfrm>
            <a:off x="384397" y="102858"/>
            <a:ext cx="523110"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AF820375-8CC4-2A64-AD14-3BDF00344283}"/>
              </a:ext>
            </a:extLst>
          </p:cNvPr>
          <p:cNvSpPr/>
          <p:nvPr/>
        </p:nvSpPr>
        <p:spPr>
          <a:xfrm>
            <a:off x="1014969" y="102858"/>
            <a:ext cx="5973059" cy="5179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TextBox 18">
            <a:extLst>
              <a:ext uri="{FF2B5EF4-FFF2-40B4-BE49-F238E27FC236}">
                <a16:creationId xmlns:a16="http://schemas.microsoft.com/office/drawing/2014/main" id="{5F6E1B24-EA49-6768-EC9D-9AFC54DC2086}"/>
              </a:ext>
            </a:extLst>
          </p:cNvPr>
          <p:cNvSpPr txBox="1"/>
          <p:nvPr/>
        </p:nvSpPr>
        <p:spPr>
          <a:xfrm>
            <a:off x="321745" y="54043"/>
            <a:ext cx="639493" cy="307777"/>
          </a:xfrm>
          <a:prstGeom prst="rect">
            <a:avLst/>
          </a:prstGeom>
          <a:noFill/>
          <a:ln>
            <a:noFill/>
          </a:ln>
        </p:spPr>
        <p:txBody>
          <a:bodyPr wrap="square" rtlCol="0">
            <a:spAutoFit/>
          </a:bodyPr>
          <a:lstStyle/>
          <a:p>
            <a:pPr algn="ctr"/>
            <a:r>
              <a:rPr lang="en-AU" sz="1400" b="1" dirty="0">
                <a:latin typeface="Candara" panose="020E0502030303020204" pitchFamily="34" charset="0"/>
                <a:cs typeface="Aharoni" panose="02010803020104030203" pitchFamily="2" charset="-79"/>
              </a:rPr>
              <a:t>TEST</a:t>
            </a:r>
            <a:endParaRPr lang="en-AU" sz="2000" dirty="0">
              <a:latin typeface="Candara" panose="020E0502030303020204" pitchFamily="34" charset="0"/>
            </a:endParaRPr>
          </a:p>
        </p:txBody>
      </p:sp>
      <p:sp>
        <p:nvSpPr>
          <p:cNvPr id="20" name="TextBox 19">
            <a:extLst>
              <a:ext uri="{FF2B5EF4-FFF2-40B4-BE49-F238E27FC236}">
                <a16:creationId xmlns:a16="http://schemas.microsoft.com/office/drawing/2014/main" id="{3B69BAF7-66A1-3E93-2677-09BA3D09A9F4}"/>
              </a:ext>
            </a:extLst>
          </p:cNvPr>
          <p:cNvSpPr txBox="1"/>
          <p:nvPr/>
        </p:nvSpPr>
        <p:spPr>
          <a:xfrm>
            <a:off x="432955" y="197438"/>
            <a:ext cx="417072" cy="461665"/>
          </a:xfrm>
          <a:prstGeom prst="rect">
            <a:avLst/>
          </a:prstGeom>
          <a:noFill/>
          <a:ln>
            <a:noFill/>
          </a:ln>
        </p:spPr>
        <p:txBody>
          <a:bodyPr wrap="square" rtlCol="0">
            <a:spAutoFit/>
          </a:bodyPr>
          <a:lstStyle/>
          <a:p>
            <a:pPr algn="ctr"/>
            <a:r>
              <a:rPr lang="en-US" sz="2400" b="1" dirty="0">
                <a:latin typeface="Candara" panose="020E0502030303020204" pitchFamily="34" charset="0"/>
                <a:cs typeface="Aharoni" panose="02010803020104030203" pitchFamily="2" charset="-79"/>
              </a:rPr>
              <a:t>4</a:t>
            </a:r>
            <a:endParaRPr lang="en-AU" sz="2400" dirty="0">
              <a:latin typeface="Candara" panose="020E0502030303020204" pitchFamily="34" charset="0"/>
            </a:endParaRPr>
          </a:p>
        </p:txBody>
      </p:sp>
      <p:sp>
        <p:nvSpPr>
          <p:cNvPr id="21" name="TextBox 20">
            <a:extLst>
              <a:ext uri="{FF2B5EF4-FFF2-40B4-BE49-F238E27FC236}">
                <a16:creationId xmlns:a16="http://schemas.microsoft.com/office/drawing/2014/main" id="{34A2D083-A4F2-EEBF-7D48-ECC0C5433CF6}"/>
              </a:ext>
            </a:extLst>
          </p:cNvPr>
          <p:cNvSpPr txBox="1"/>
          <p:nvPr/>
        </p:nvSpPr>
        <p:spPr>
          <a:xfrm>
            <a:off x="1009796" y="104804"/>
            <a:ext cx="5429644" cy="307777"/>
          </a:xfrm>
          <a:prstGeom prst="rect">
            <a:avLst/>
          </a:prstGeom>
          <a:noFill/>
        </p:spPr>
        <p:txBody>
          <a:bodyPr wrap="square" rtlCol="0">
            <a:spAutoFit/>
          </a:bodyPr>
          <a:lstStyle/>
          <a:p>
            <a:r>
              <a:rPr lang="en-AU" sz="1400" dirty="0">
                <a:latin typeface="Candara" panose="020E0502030303020204" pitchFamily="34" charset="0"/>
              </a:rPr>
              <a:t>NOTES                                                                                  DUE</a:t>
            </a:r>
          </a:p>
        </p:txBody>
      </p:sp>
      <p:sp>
        <p:nvSpPr>
          <p:cNvPr id="2" name="TextBox 1">
            <a:extLst>
              <a:ext uri="{FF2B5EF4-FFF2-40B4-BE49-F238E27FC236}">
                <a16:creationId xmlns:a16="http://schemas.microsoft.com/office/drawing/2014/main" id="{AABA0DE0-3353-0957-01FE-7A51A76E202E}"/>
              </a:ext>
            </a:extLst>
          </p:cNvPr>
          <p:cNvSpPr txBox="1"/>
          <p:nvPr/>
        </p:nvSpPr>
        <p:spPr>
          <a:xfrm>
            <a:off x="90912" y="772874"/>
            <a:ext cx="461665" cy="3411650"/>
          </a:xfrm>
          <a:prstGeom prst="rect">
            <a:avLst/>
          </a:prstGeom>
          <a:noFill/>
        </p:spPr>
        <p:txBody>
          <a:bodyPr vert="eaVert" wrap="square" rtlCol="0">
            <a:spAutoFit/>
          </a:bodyPr>
          <a:lstStyle/>
          <a:p>
            <a:r>
              <a:rPr lang="en-AU" dirty="0">
                <a:latin typeface="Candara" panose="020E0502030303020204" pitchFamily="34" charset="0"/>
              </a:rPr>
              <a:t>Spelling and Vocabulary</a:t>
            </a:r>
          </a:p>
        </p:txBody>
      </p:sp>
      <p:sp>
        <p:nvSpPr>
          <p:cNvPr id="9" name="TextBox 8">
            <a:extLst>
              <a:ext uri="{FF2B5EF4-FFF2-40B4-BE49-F238E27FC236}">
                <a16:creationId xmlns:a16="http://schemas.microsoft.com/office/drawing/2014/main" id="{B14A693B-EF79-6467-C843-E5C21DA4A616}"/>
              </a:ext>
            </a:extLst>
          </p:cNvPr>
          <p:cNvSpPr txBox="1"/>
          <p:nvPr/>
        </p:nvSpPr>
        <p:spPr>
          <a:xfrm>
            <a:off x="100276" y="5515467"/>
            <a:ext cx="461665" cy="3411650"/>
          </a:xfrm>
          <a:prstGeom prst="rect">
            <a:avLst/>
          </a:prstGeom>
          <a:noFill/>
        </p:spPr>
        <p:txBody>
          <a:bodyPr vert="eaVert" wrap="square" rtlCol="0">
            <a:spAutoFit/>
          </a:bodyPr>
          <a:lstStyle/>
          <a:p>
            <a:r>
              <a:rPr lang="en-AU" dirty="0">
                <a:latin typeface="Candara" panose="020E0502030303020204" pitchFamily="34" charset="0"/>
              </a:rPr>
              <a:t>Grammar</a:t>
            </a:r>
          </a:p>
        </p:txBody>
      </p:sp>
      <p:cxnSp>
        <p:nvCxnSpPr>
          <p:cNvPr id="8" name="Straight Connector 7">
            <a:extLst>
              <a:ext uri="{FF2B5EF4-FFF2-40B4-BE49-F238E27FC236}">
                <a16:creationId xmlns:a16="http://schemas.microsoft.com/office/drawing/2014/main" id="{E00BB1E5-A2E3-7E94-0143-D5F6022721F3}"/>
              </a:ext>
            </a:extLst>
          </p:cNvPr>
          <p:cNvCxnSpPr>
            <a:cxnSpLocks/>
          </p:cNvCxnSpPr>
          <p:nvPr/>
        </p:nvCxnSpPr>
        <p:spPr>
          <a:xfrm>
            <a:off x="648924" y="5540427"/>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4" name="Rectangle: Top Corners Snipped 3">
            <a:extLst>
              <a:ext uri="{FF2B5EF4-FFF2-40B4-BE49-F238E27FC236}">
                <a16:creationId xmlns:a16="http://schemas.microsoft.com/office/drawing/2014/main" id="{FC0AEF7C-253D-6201-265D-A625E516970A}"/>
              </a:ext>
            </a:extLst>
          </p:cNvPr>
          <p:cNvSpPr/>
          <p:nvPr/>
        </p:nvSpPr>
        <p:spPr>
          <a:xfrm rot="5400000">
            <a:off x="718472" y="113937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ectangle: Top Corners Snipped 9">
            <a:extLst>
              <a:ext uri="{FF2B5EF4-FFF2-40B4-BE49-F238E27FC236}">
                <a16:creationId xmlns:a16="http://schemas.microsoft.com/office/drawing/2014/main" id="{1D313A1B-395F-4350-7234-1F1670FDA344}"/>
              </a:ext>
            </a:extLst>
          </p:cNvPr>
          <p:cNvSpPr/>
          <p:nvPr/>
        </p:nvSpPr>
        <p:spPr>
          <a:xfrm rot="5400000">
            <a:off x="716988" y="166387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Rectangle: Top Corners Snipped 11">
            <a:extLst>
              <a:ext uri="{FF2B5EF4-FFF2-40B4-BE49-F238E27FC236}">
                <a16:creationId xmlns:a16="http://schemas.microsoft.com/office/drawing/2014/main" id="{81F1C78F-9AFC-CD83-E78C-3F19B10CF191}"/>
              </a:ext>
            </a:extLst>
          </p:cNvPr>
          <p:cNvSpPr/>
          <p:nvPr/>
        </p:nvSpPr>
        <p:spPr>
          <a:xfrm rot="5400000">
            <a:off x="716243" y="219439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Rectangle: Top Corners Snipped 14">
            <a:extLst>
              <a:ext uri="{FF2B5EF4-FFF2-40B4-BE49-F238E27FC236}">
                <a16:creationId xmlns:a16="http://schemas.microsoft.com/office/drawing/2014/main" id="{CD9DBA53-D241-31AA-5A56-58E6CDF22BBF}"/>
              </a:ext>
            </a:extLst>
          </p:cNvPr>
          <p:cNvSpPr/>
          <p:nvPr/>
        </p:nvSpPr>
        <p:spPr>
          <a:xfrm rot="5400000">
            <a:off x="716636" y="271645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TextBox 15">
            <a:extLst>
              <a:ext uri="{FF2B5EF4-FFF2-40B4-BE49-F238E27FC236}">
                <a16:creationId xmlns:a16="http://schemas.microsoft.com/office/drawing/2014/main" id="{985BD043-0637-9DD0-17A5-6BA1B2D672AC}"/>
              </a:ext>
            </a:extLst>
          </p:cNvPr>
          <p:cNvSpPr txBox="1"/>
          <p:nvPr/>
        </p:nvSpPr>
        <p:spPr>
          <a:xfrm>
            <a:off x="715203" y="1243365"/>
            <a:ext cx="374237" cy="276999"/>
          </a:xfrm>
          <a:prstGeom prst="rect">
            <a:avLst/>
          </a:prstGeom>
          <a:noFill/>
        </p:spPr>
        <p:txBody>
          <a:bodyPr wrap="square" rtlCol="0">
            <a:spAutoFit/>
          </a:bodyPr>
          <a:lstStyle/>
          <a:p>
            <a:r>
              <a:rPr lang="en-US" sz="1200" b="1" spc="-50" dirty="0">
                <a:solidFill>
                  <a:srgbClr val="231F20"/>
                </a:solidFill>
                <a:latin typeface="Arial"/>
                <a:cs typeface="Arial"/>
              </a:rPr>
              <a:t>1</a:t>
            </a:r>
            <a:endParaRPr lang="en-AU" sz="1200" dirty="0"/>
          </a:p>
        </p:txBody>
      </p:sp>
      <p:sp>
        <p:nvSpPr>
          <p:cNvPr id="17" name="TextBox 16">
            <a:extLst>
              <a:ext uri="{FF2B5EF4-FFF2-40B4-BE49-F238E27FC236}">
                <a16:creationId xmlns:a16="http://schemas.microsoft.com/office/drawing/2014/main" id="{78B1450F-C730-1232-00BD-C1797AFFB3E0}"/>
              </a:ext>
            </a:extLst>
          </p:cNvPr>
          <p:cNvSpPr txBox="1"/>
          <p:nvPr/>
        </p:nvSpPr>
        <p:spPr>
          <a:xfrm>
            <a:off x="727396" y="1766007"/>
            <a:ext cx="374237" cy="276999"/>
          </a:xfrm>
          <a:prstGeom prst="rect">
            <a:avLst/>
          </a:prstGeom>
          <a:noFill/>
        </p:spPr>
        <p:txBody>
          <a:bodyPr wrap="square" rtlCol="0">
            <a:spAutoFit/>
          </a:bodyPr>
          <a:lstStyle/>
          <a:p>
            <a:r>
              <a:rPr lang="en-US" sz="1200" b="1" spc="-50" dirty="0">
                <a:solidFill>
                  <a:srgbClr val="231F20"/>
                </a:solidFill>
                <a:latin typeface="Arial"/>
                <a:cs typeface="Arial"/>
              </a:rPr>
              <a:t>2</a:t>
            </a:r>
            <a:endParaRPr lang="en-AU" sz="1200" dirty="0"/>
          </a:p>
        </p:txBody>
      </p:sp>
      <p:sp>
        <p:nvSpPr>
          <p:cNvPr id="18" name="TextBox 17">
            <a:extLst>
              <a:ext uri="{FF2B5EF4-FFF2-40B4-BE49-F238E27FC236}">
                <a16:creationId xmlns:a16="http://schemas.microsoft.com/office/drawing/2014/main" id="{C9603284-8A0D-3617-7F56-C8644E5FBFC5}"/>
              </a:ext>
            </a:extLst>
          </p:cNvPr>
          <p:cNvSpPr txBox="1"/>
          <p:nvPr/>
        </p:nvSpPr>
        <p:spPr>
          <a:xfrm>
            <a:off x="759193" y="2287965"/>
            <a:ext cx="374237" cy="276999"/>
          </a:xfrm>
          <a:prstGeom prst="rect">
            <a:avLst/>
          </a:prstGeom>
          <a:noFill/>
        </p:spPr>
        <p:txBody>
          <a:bodyPr wrap="square" rtlCol="0">
            <a:spAutoFit/>
          </a:bodyPr>
          <a:lstStyle/>
          <a:p>
            <a:r>
              <a:rPr lang="en-US" sz="1200" b="1" spc="-50" dirty="0">
                <a:solidFill>
                  <a:srgbClr val="231F20"/>
                </a:solidFill>
                <a:latin typeface="Arial"/>
                <a:cs typeface="Arial"/>
              </a:rPr>
              <a:t>3</a:t>
            </a:r>
            <a:endParaRPr lang="en-AU" sz="1200" dirty="0"/>
          </a:p>
        </p:txBody>
      </p:sp>
      <p:sp>
        <p:nvSpPr>
          <p:cNvPr id="22" name="TextBox 21">
            <a:extLst>
              <a:ext uri="{FF2B5EF4-FFF2-40B4-BE49-F238E27FC236}">
                <a16:creationId xmlns:a16="http://schemas.microsoft.com/office/drawing/2014/main" id="{8D73D214-4D81-918A-A4D9-252BC0296801}"/>
              </a:ext>
            </a:extLst>
          </p:cNvPr>
          <p:cNvSpPr txBox="1"/>
          <p:nvPr/>
        </p:nvSpPr>
        <p:spPr>
          <a:xfrm>
            <a:off x="738132" y="2825263"/>
            <a:ext cx="374237" cy="276999"/>
          </a:xfrm>
          <a:prstGeom prst="rect">
            <a:avLst/>
          </a:prstGeom>
          <a:noFill/>
        </p:spPr>
        <p:txBody>
          <a:bodyPr wrap="square" rtlCol="0">
            <a:spAutoFit/>
          </a:bodyPr>
          <a:lstStyle/>
          <a:p>
            <a:r>
              <a:rPr lang="en-US" sz="1200" b="1" spc="-50" dirty="0">
                <a:solidFill>
                  <a:srgbClr val="231F20"/>
                </a:solidFill>
                <a:latin typeface="Arial"/>
                <a:cs typeface="Arial"/>
              </a:rPr>
              <a:t>4</a:t>
            </a:r>
            <a:endParaRPr lang="en-AU" sz="1200" dirty="0"/>
          </a:p>
        </p:txBody>
      </p:sp>
      <p:sp>
        <p:nvSpPr>
          <p:cNvPr id="23" name="Rectangle: Top Corners Snipped 22">
            <a:extLst>
              <a:ext uri="{FF2B5EF4-FFF2-40B4-BE49-F238E27FC236}">
                <a16:creationId xmlns:a16="http://schemas.microsoft.com/office/drawing/2014/main" id="{4006A166-CFE5-212E-429A-4AA215536A69}"/>
              </a:ext>
            </a:extLst>
          </p:cNvPr>
          <p:cNvSpPr/>
          <p:nvPr/>
        </p:nvSpPr>
        <p:spPr>
          <a:xfrm rot="5400000">
            <a:off x="713658" y="325169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TextBox 23">
            <a:extLst>
              <a:ext uri="{FF2B5EF4-FFF2-40B4-BE49-F238E27FC236}">
                <a16:creationId xmlns:a16="http://schemas.microsoft.com/office/drawing/2014/main" id="{8CF09DE0-87D0-95C2-8909-7BB88995FFAD}"/>
              </a:ext>
            </a:extLst>
          </p:cNvPr>
          <p:cNvSpPr txBox="1"/>
          <p:nvPr/>
        </p:nvSpPr>
        <p:spPr>
          <a:xfrm>
            <a:off x="727927" y="3348742"/>
            <a:ext cx="374237" cy="276999"/>
          </a:xfrm>
          <a:prstGeom prst="rect">
            <a:avLst/>
          </a:prstGeom>
          <a:noFill/>
        </p:spPr>
        <p:txBody>
          <a:bodyPr wrap="square" rtlCol="0">
            <a:spAutoFit/>
          </a:bodyPr>
          <a:lstStyle/>
          <a:p>
            <a:r>
              <a:rPr lang="en-US" sz="1200" b="1" spc="-50" dirty="0">
                <a:solidFill>
                  <a:srgbClr val="231F20"/>
                </a:solidFill>
                <a:latin typeface="Arial"/>
                <a:cs typeface="Arial"/>
              </a:rPr>
              <a:t>5</a:t>
            </a:r>
            <a:endParaRPr lang="en-AU" sz="1200" dirty="0"/>
          </a:p>
        </p:txBody>
      </p:sp>
      <p:sp>
        <p:nvSpPr>
          <p:cNvPr id="35" name="TextBox 34">
            <a:extLst>
              <a:ext uri="{FF2B5EF4-FFF2-40B4-BE49-F238E27FC236}">
                <a16:creationId xmlns:a16="http://schemas.microsoft.com/office/drawing/2014/main" id="{22E2A9D6-1DE1-CDCA-AAFC-C1C376759E44}"/>
              </a:ext>
            </a:extLst>
          </p:cNvPr>
          <p:cNvSpPr txBox="1"/>
          <p:nvPr/>
        </p:nvSpPr>
        <p:spPr>
          <a:xfrm>
            <a:off x="727396" y="5662606"/>
            <a:ext cx="6776437" cy="276999"/>
          </a:xfrm>
          <a:prstGeom prst="rect">
            <a:avLst/>
          </a:prstGeom>
          <a:noFill/>
        </p:spPr>
        <p:txBody>
          <a:bodyPr wrap="square">
            <a:spAutoFit/>
          </a:bodyPr>
          <a:lstStyle/>
          <a:p>
            <a:r>
              <a:rPr lang="en-US" sz="1200" dirty="0" b="1">
                <a:solidFill>
                  <a:srgbClr val="231F20"/>
                </a:solidFill>
                <a:latin typeface="Book Antiqua" panose="02040602050305030304" pitchFamily="18" charset="0"/>
                <a:ea typeface="Cambria" panose="02040503050406030204" pitchFamily="18" charset="0"/>
              </a:rPr>
              <a:t>Identify the type of clause bolded in each sentence, by shading one bubble.</a:t>
            </a:r>
            <a:endParaRPr lang="en-AU" sz="1200" dirty="0"/>
          </a:p>
        </p:txBody>
      </p:sp>
      <p:sp>
        <p:nvSpPr>
          <p:cNvPr id="78" name="Rectangle: Top Corners Snipped 77">
            <a:extLst>
              <a:ext uri="{FF2B5EF4-FFF2-40B4-BE49-F238E27FC236}">
                <a16:creationId xmlns:a16="http://schemas.microsoft.com/office/drawing/2014/main" id="{579AFCF8-C813-9368-222C-B90982941BBF}"/>
              </a:ext>
            </a:extLst>
          </p:cNvPr>
          <p:cNvSpPr/>
          <p:nvPr/>
        </p:nvSpPr>
        <p:spPr>
          <a:xfrm rot="5400000">
            <a:off x="714930" y="378192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9" name="Rectangle: Top Corners Snipped 78">
            <a:extLst>
              <a:ext uri="{FF2B5EF4-FFF2-40B4-BE49-F238E27FC236}">
                <a16:creationId xmlns:a16="http://schemas.microsoft.com/office/drawing/2014/main" id="{46ACBDA6-634E-A248-DF43-17A234565517}"/>
              </a:ext>
            </a:extLst>
          </p:cNvPr>
          <p:cNvSpPr/>
          <p:nvPr/>
        </p:nvSpPr>
        <p:spPr>
          <a:xfrm rot="5400000">
            <a:off x="715345" y="433235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0" name="Rectangle: Top Corners Snipped 79">
            <a:extLst>
              <a:ext uri="{FF2B5EF4-FFF2-40B4-BE49-F238E27FC236}">
                <a16:creationId xmlns:a16="http://schemas.microsoft.com/office/drawing/2014/main" id="{E75BE725-AF10-68E5-0762-CD5ADBE2E942}"/>
              </a:ext>
            </a:extLst>
          </p:cNvPr>
          <p:cNvSpPr/>
          <p:nvPr/>
        </p:nvSpPr>
        <p:spPr>
          <a:xfrm rot="5400000">
            <a:off x="713658" y="601834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1" name="Rectangle: Top Corners Snipped 80">
            <a:extLst>
              <a:ext uri="{FF2B5EF4-FFF2-40B4-BE49-F238E27FC236}">
                <a16:creationId xmlns:a16="http://schemas.microsoft.com/office/drawing/2014/main" id="{82C1FBA6-CBCF-A9B5-52EF-33725DC32409}"/>
              </a:ext>
            </a:extLst>
          </p:cNvPr>
          <p:cNvSpPr/>
          <p:nvPr/>
        </p:nvSpPr>
        <p:spPr>
          <a:xfrm rot="5400000">
            <a:off x="717990" y="486236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2" name="object 34">
            <a:extLst>
              <a:ext uri="{FF2B5EF4-FFF2-40B4-BE49-F238E27FC236}">
                <a16:creationId xmlns:a16="http://schemas.microsoft.com/office/drawing/2014/main" id="{28BED239-28F2-CDB6-F458-BC525B5715EB}"/>
              </a:ext>
            </a:extLst>
          </p:cNvPr>
          <p:cNvSpPr txBox="1"/>
          <p:nvPr/>
        </p:nvSpPr>
        <p:spPr>
          <a:xfrm>
            <a:off x="1224055" y="8587353"/>
            <a:ext cx="6263640" cy="197490"/>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 xml:space="preserve">Because the photo had been edited, </a:t>
            </a:r>
            <a:r>
              <a:rPr lang="en-AU" sz="1200" dirty="0" b="1">
                <a:latin typeface="Book Antiqua" panose="02040602050305030304" pitchFamily="18" charset="0"/>
              </a:rPr>
              <a:t>the competition judges disqualified it</a:t>
            </a:r>
            <a:r>
              <a:rPr lang="en-AU" sz="1200" dirty="0">
                <a:latin typeface="Book Antiqua" panose="02040602050305030304" pitchFamily="18" charset="0"/>
              </a:rPr>
              <a:t>.</a:t>
            </a:r>
            <a:endParaRPr sz="1200" dirty="0">
              <a:latin typeface="Book Antiqua" panose="02040602050305030304" pitchFamily="18" charset="0"/>
              <a:cs typeface="Cambria"/>
            </a:endParaRPr>
          </a:p>
        </p:txBody>
      </p:sp>
      <p:pic>
        <p:nvPicPr>
          <p:cNvPr id="83" name="object 41">
            <a:extLst>
              <a:ext uri="{FF2B5EF4-FFF2-40B4-BE49-F238E27FC236}">
                <a16:creationId xmlns:a16="http://schemas.microsoft.com/office/drawing/2014/main" id="{A9FFA61C-FE53-88D2-F74B-D457F129D7FA}"/>
              </a:ext>
            </a:extLst>
          </p:cNvPr>
          <p:cNvPicPr/>
          <p:nvPr/>
        </p:nvPicPr>
        <p:blipFill>
          <a:blip r:embed="rId2" cstate="print"/>
          <a:stretch>
            <a:fillRect/>
          </a:stretch>
        </p:blipFill>
        <p:spPr>
          <a:xfrm>
            <a:off x="1243584" y="6563534"/>
            <a:ext cx="179997" cy="108000"/>
          </a:xfrm>
          <a:prstGeom prst="rect">
            <a:avLst/>
          </a:prstGeom>
        </p:spPr>
      </p:pic>
      <p:pic>
        <p:nvPicPr>
          <p:cNvPr id="84" name="object 41">
            <a:extLst>
              <a:ext uri="{FF2B5EF4-FFF2-40B4-BE49-F238E27FC236}">
                <a16:creationId xmlns:a16="http://schemas.microsoft.com/office/drawing/2014/main" id="{3F683A09-2C3B-013F-C0FE-21B50E6EA30F}"/>
              </a:ext>
            </a:extLst>
          </p:cNvPr>
          <p:cNvPicPr/>
          <p:nvPr/>
        </p:nvPicPr>
        <p:blipFill>
          <a:blip r:embed="rId2" cstate="print"/>
          <a:stretch>
            <a:fillRect/>
          </a:stretch>
        </p:blipFill>
        <p:spPr>
          <a:xfrm>
            <a:off x="2212848" y="6566159"/>
            <a:ext cx="179997" cy="108000"/>
          </a:xfrm>
          <a:prstGeom prst="rect">
            <a:avLst/>
          </a:prstGeom>
        </p:spPr>
      </p:pic>
      <p:sp>
        <p:nvSpPr>
          <p:cNvPr id="85" name="object 34">
            <a:extLst>
              <a:ext uri="{FF2B5EF4-FFF2-40B4-BE49-F238E27FC236}">
                <a16:creationId xmlns:a16="http://schemas.microsoft.com/office/drawing/2014/main" id="{04EB9E24-4906-FA3F-3C40-19817CB4D62B}"/>
              </a:ext>
            </a:extLst>
          </p:cNvPr>
          <p:cNvSpPr txBox="1"/>
          <p:nvPr/>
        </p:nvSpPr>
        <p:spPr>
          <a:xfrm>
            <a:off x="1536192" y="6524752"/>
            <a:ext cx="6858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Noun</a:t>
            </a:r>
            <a:endParaRPr sz="1200" dirty="0">
              <a:latin typeface="Book Antiqua" panose="02040602050305030304" pitchFamily="18" charset="0"/>
              <a:cs typeface="Cambria"/>
            </a:endParaRPr>
          </a:p>
        </p:txBody>
      </p:sp>
      <p:sp>
        <p:nvSpPr>
          <p:cNvPr id="86" name="object 34">
            <a:extLst>
              <a:ext uri="{FF2B5EF4-FFF2-40B4-BE49-F238E27FC236}">
                <a16:creationId xmlns:a16="http://schemas.microsoft.com/office/drawing/2014/main" id="{3DFFC117-250E-39E9-5865-208C38B7A6C0}"/>
              </a:ext>
            </a:extLst>
          </p:cNvPr>
          <p:cNvSpPr txBox="1"/>
          <p:nvPr/>
        </p:nvSpPr>
        <p:spPr>
          <a:xfrm>
            <a:off x="2505456" y="6516205"/>
            <a:ext cx="16002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Adjective (relative)</a:t>
            </a:r>
            <a:endParaRPr sz="1200" dirty="0">
              <a:latin typeface="Book Antiqua" panose="02040602050305030304" pitchFamily="18" charset="0"/>
              <a:cs typeface="Cambria"/>
            </a:endParaRPr>
          </a:p>
        </p:txBody>
      </p:sp>
      <p:pic>
        <p:nvPicPr>
          <p:cNvPr id="87" name="object 41">
            <a:extLst>
              <a:ext uri="{FF2B5EF4-FFF2-40B4-BE49-F238E27FC236}">
                <a16:creationId xmlns:a16="http://schemas.microsoft.com/office/drawing/2014/main" id="{80B87D15-A713-325E-CF31-E589875EC093}"/>
              </a:ext>
            </a:extLst>
          </p:cNvPr>
          <p:cNvPicPr/>
          <p:nvPr/>
        </p:nvPicPr>
        <p:blipFill>
          <a:blip r:embed="rId2" cstate="print"/>
          <a:stretch>
            <a:fillRect/>
          </a:stretch>
        </p:blipFill>
        <p:spPr>
          <a:xfrm>
            <a:off x="4087368" y="6571617"/>
            <a:ext cx="179997" cy="108000"/>
          </a:xfrm>
          <a:prstGeom prst="rect">
            <a:avLst/>
          </a:prstGeom>
        </p:spPr>
      </p:pic>
      <p:sp>
        <p:nvSpPr>
          <p:cNvPr id="88" name="object 34">
            <a:extLst>
              <a:ext uri="{FF2B5EF4-FFF2-40B4-BE49-F238E27FC236}">
                <a16:creationId xmlns:a16="http://schemas.microsoft.com/office/drawing/2014/main" id="{D02143DC-90F4-8935-776B-F0E46C9D728D}"/>
              </a:ext>
            </a:extLst>
          </p:cNvPr>
          <p:cNvSpPr txBox="1"/>
          <p:nvPr/>
        </p:nvSpPr>
        <p:spPr>
          <a:xfrm>
            <a:off x="1228919" y="6150160"/>
            <a:ext cx="6263640" cy="197490"/>
          </a:xfrm>
          <a:prstGeom prst="rect">
            <a:avLst/>
          </a:prstGeom>
        </p:spPr>
        <p:txBody>
          <a:bodyPr vert="horz" wrap="square" lIns="0" tIns="12700" rIns="0" bIns="0" rtlCol="0">
            <a:spAutoFit/>
          </a:bodyPr>
          <a:lstStyle/>
          <a:p>
            <a:pPr marL="12700">
              <a:lnSpc>
                <a:spcPct val="100000"/>
              </a:lnSpc>
              <a:spcBef>
                <a:spcPts val="100"/>
              </a:spcBef>
            </a:pPr>
            <a:r>
              <a:rPr lang="en-AU" sz="1200" dirty="0" b="1">
                <a:latin typeface="Book Antiqua" panose="02040602050305030304" pitchFamily="18" charset="0"/>
              </a:rPr>
              <a:t>Whether the group-chat screenshots were leaked deliberately</a:t>
            </a:r>
            <a:r>
              <a:rPr lang="en-AU" sz="1200" dirty="0">
                <a:latin typeface="Book Antiqua" panose="02040602050305030304" pitchFamily="18" charset="0"/>
              </a:rPr>
              <a:t xml:space="preserve"> remains unclear.</a:t>
            </a:r>
            <a:endParaRPr sz="1200" dirty="0">
              <a:latin typeface="Book Antiqua" panose="02040602050305030304" pitchFamily="18" charset="0"/>
              <a:cs typeface="Cambria"/>
            </a:endParaRPr>
          </a:p>
        </p:txBody>
      </p:sp>
      <p:sp>
        <p:nvSpPr>
          <p:cNvPr id="89" name="object 34">
            <a:extLst>
              <a:ext uri="{FF2B5EF4-FFF2-40B4-BE49-F238E27FC236}">
                <a16:creationId xmlns:a16="http://schemas.microsoft.com/office/drawing/2014/main" id="{9450EFC7-6903-D13D-1DA4-4D5B64A49FB2}"/>
              </a:ext>
            </a:extLst>
          </p:cNvPr>
          <p:cNvSpPr txBox="1"/>
          <p:nvPr/>
        </p:nvSpPr>
        <p:spPr>
          <a:xfrm>
            <a:off x="4379976" y="6523881"/>
            <a:ext cx="96012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Adverbial</a:t>
            </a:r>
            <a:endParaRPr sz="1200" dirty="0">
              <a:latin typeface="Book Antiqua" panose="02040602050305030304" pitchFamily="18" charset="0"/>
              <a:cs typeface="Cambria"/>
            </a:endParaRPr>
          </a:p>
        </p:txBody>
      </p:sp>
      <p:sp>
        <p:nvSpPr>
          <p:cNvPr id="90" name="object 34">
            <a:extLst>
              <a:ext uri="{FF2B5EF4-FFF2-40B4-BE49-F238E27FC236}">
                <a16:creationId xmlns:a16="http://schemas.microsoft.com/office/drawing/2014/main" id="{E7579CE4-4B27-E89D-461D-548B2B389F7D}"/>
              </a:ext>
            </a:extLst>
          </p:cNvPr>
          <p:cNvSpPr txBox="1"/>
          <p:nvPr/>
        </p:nvSpPr>
        <p:spPr>
          <a:xfrm>
            <a:off x="1218782" y="6922222"/>
            <a:ext cx="6263640" cy="197490"/>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 xml:space="preserve">The violinist, </a:t>
            </a:r>
            <a:r>
              <a:rPr lang="en-AU" sz="1200" dirty="0" b="1">
                <a:latin typeface="Book Antiqua" panose="02040602050305030304" pitchFamily="18" charset="0"/>
              </a:rPr>
              <a:t>whose left hand had been crushed in an accident</a:t>
            </a:r>
            <a:r>
              <a:rPr lang="en-AU" sz="1200" dirty="0">
                <a:latin typeface="Book Antiqua" panose="02040602050305030304" pitchFamily="18" charset="0"/>
              </a:rPr>
              <a:t>, retrained as a conductor.</a:t>
            </a:r>
            <a:endParaRPr sz="1200" dirty="0">
              <a:latin typeface="Book Antiqua" panose="02040602050305030304" pitchFamily="18" charset="0"/>
              <a:cs typeface="Cambria"/>
            </a:endParaRPr>
          </a:p>
        </p:txBody>
      </p:sp>
      <p:sp>
        <p:nvSpPr>
          <p:cNvPr id="97" name="object 34">
            <a:extLst>
              <a:ext uri="{FF2B5EF4-FFF2-40B4-BE49-F238E27FC236}">
                <a16:creationId xmlns:a16="http://schemas.microsoft.com/office/drawing/2014/main" id="{FC601826-4320-9699-A416-177BD96B3E35}"/>
              </a:ext>
            </a:extLst>
          </p:cNvPr>
          <p:cNvSpPr txBox="1"/>
          <p:nvPr/>
        </p:nvSpPr>
        <p:spPr>
          <a:xfrm>
            <a:off x="1235496" y="7732467"/>
            <a:ext cx="6263640" cy="197490"/>
          </a:xfrm>
          <a:prstGeom prst="rect">
            <a:avLst/>
          </a:prstGeom>
        </p:spPr>
        <p:txBody>
          <a:bodyPr vert="horz" wrap="square" lIns="0" tIns="12700" rIns="0" bIns="0" rtlCol="0">
            <a:spAutoFit/>
          </a:bodyPr>
          <a:lstStyle/>
          <a:p>
            <a:pPr marL="12700">
              <a:lnSpc>
                <a:spcPct val="100000"/>
              </a:lnSpc>
              <a:spcBef>
                <a:spcPts val="100"/>
              </a:spcBef>
            </a:pPr>
            <a:r>
              <a:rPr lang="en-AU" sz="1200" dirty="0" b="1">
                <a:latin typeface="Book Antiqua" panose="02040602050305030304" pitchFamily="18" charset="0"/>
              </a:rPr>
              <a:t>Although the ice was visibly thinning</a:t>
            </a:r>
            <a:r>
              <a:rPr lang="en-AU" sz="1200" dirty="0">
                <a:latin typeface="Book Antiqua" panose="02040602050305030304" pitchFamily="18" charset="0"/>
              </a:rPr>
              <a:t>, the expedition pressed on towards the pole.</a:t>
            </a:r>
            <a:endParaRPr sz="1200" dirty="0">
              <a:latin typeface="Book Antiqua" panose="02040602050305030304" pitchFamily="18" charset="0"/>
              <a:cs typeface="Cambria"/>
            </a:endParaRPr>
          </a:p>
        </p:txBody>
      </p:sp>
      <p:sp>
        <p:nvSpPr>
          <p:cNvPr id="110" name="TextBox 109">
            <a:extLst>
              <a:ext uri="{FF2B5EF4-FFF2-40B4-BE49-F238E27FC236}">
                <a16:creationId xmlns:a16="http://schemas.microsoft.com/office/drawing/2014/main" id="{58972C13-0C4A-39BB-44FE-1AA438B6BA82}"/>
              </a:ext>
            </a:extLst>
          </p:cNvPr>
          <p:cNvSpPr txBox="1"/>
          <p:nvPr/>
        </p:nvSpPr>
        <p:spPr>
          <a:xfrm>
            <a:off x="715203" y="3885680"/>
            <a:ext cx="347022" cy="276999"/>
          </a:xfrm>
          <a:prstGeom prst="rect">
            <a:avLst/>
          </a:prstGeom>
          <a:noFill/>
        </p:spPr>
        <p:txBody>
          <a:bodyPr wrap="square" rtlCol="0">
            <a:spAutoFit/>
          </a:bodyPr>
          <a:lstStyle/>
          <a:p>
            <a:r>
              <a:rPr lang="en-AU" sz="1200" b="1" spc="-50" dirty="0">
                <a:solidFill>
                  <a:srgbClr val="231F20"/>
                </a:solidFill>
                <a:latin typeface="Arial"/>
                <a:cs typeface="Arial"/>
              </a:rPr>
              <a:t>6</a:t>
            </a:r>
            <a:endParaRPr lang="en-AU" sz="1200" dirty="0"/>
          </a:p>
        </p:txBody>
      </p:sp>
      <p:sp>
        <p:nvSpPr>
          <p:cNvPr id="111" name="TextBox 110">
            <a:extLst>
              <a:ext uri="{FF2B5EF4-FFF2-40B4-BE49-F238E27FC236}">
                <a16:creationId xmlns:a16="http://schemas.microsoft.com/office/drawing/2014/main" id="{6E409CA8-C572-E6AB-AFD5-48240746A6AD}"/>
              </a:ext>
            </a:extLst>
          </p:cNvPr>
          <p:cNvSpPr txBox="1"/>
          <p:nvPr/>
        </p:nvSpPr>
        <p:spPr>
          <a:xfrm>
            <a:off x="717043" y="4428997"/>
            <a:ext cx="347022" cy="276999"/>
          </a:xfrm>
          <a:prstGeom prst="rect">
            <a:avLst/>
          </a:prstGeom>
          <a:noFill/>
        </p:spPr>
        <p:txBody>
          <a:bodyPr wrap="square" rtlCol="0">
            <a:spAutoFit/>
          </a:bodyPr>
          <a:lstStyle/>
          <a:p>
            <a:r>
              <a:rPr lang="en-AU" sz="1200" b="1" spc="-50" dirty="0">
                <a:solidFill>
                  <a:srgbClr val="231F20"/>
                </a:solidFill>
                <a:latin typeface="Arial"/>
                <a:cs typeface="Arial"/>
              </a:rPr>
              <a:t>7</a:t>
            </a:r>
            <a:endParaRPr lang="en-AU" sz="1200" dirty="0"/>
          </a:p>
        </p:txBody>
      </p:sp>
      <p:sp>
        <p:nvSpPr>
          <p:cNvPr id="112" name="TextBox 111">
            <a:extLst>
              <a:ext uri="{FF2B5EF4-FFF2-40B4-BE49-F238E27FC236}">
                <a16:creationId xmlns:a16="http://schemas.microsoft.com/office/drawing/2014/main" id="{9EC943BE-3DF5-95E5-3140-B8EE3F7A917A}"/>
              </a:ext>
            </a:extLst>
          </p:cNvPr>
          <p:cNvSpPr txBox="1"/>
          <p:nvPr/>
        </p:nvSpPr>
        <p:spPr>
          <a:xfrm>
            <a:off x="727396" y="4957754"/>
            <a:ext cx="347022" cy="276999"/>
          </a:xfrm>
          <a:prstGeom prst="rect">
            <a:avLst/>
          </a:prstGeom>
          <a:noFill/>
        </p:spPr>
        <p:txBody>
          <a:bodyPr wrap="square" rtlCol="0">
            <a:spAutoFit/>
          </a:bodyPr>
          <a:lstStyle/>
          <a:p>
            <a:r>
              <a:rPr lang="en-AU" sz="1200" b="1" spc="-50" dirty="0">
                <a:solidFill>
                  <a:srgbClr val="231F20"/>
                </a:solidFill>
                <a:latin typeface="Arial"/>
                <a:cs typeface="Arial"/>
              </a:rPr>
              <a:t>8</a:t>
            </a:r>
            <a:endParaRPr lang="en-AU" sz="1200" dirty="0"/>
          </a:p>
        </p:txBody>
      </p:sp>
      <p:sp>
        <p:nvSpPr>
          <p:cNvPr id="113" name="TextBox 112">
            <a:extLst>
              <a:ext uri="{FF2B5EF4-FFF2-40B4-BE49-F238E27FC236}">
                <a16:creationId xmlns:a16="http://schemas.microsoft.com/office/drawing/2014/main" id="{0F3AEB84-05A1-A574-9D5A-75F8AEEBAAC7}"/>
              </a:ext>
            </a:extLst>
          </p:cNvPr>
          <p:cNvSpPr txBox="1"/>
          <p:nvPr/>
        </p:nvSpPr>
        <p:spPr>
          <a:xfrm>
            <a:off x="703255" y="6104169"/>
            <a:ext cx="347022" cy="276999"/>
          </a:xfrm>
          <a:prstGeom prst="rect">
            <a:avLst/>
          </a:prstGeom>
          <a:noFill/>
        </p:spPr>
        <p:txBody>
          <a:bodyPr wrap="square" rtlCol="0">
            <a:spAutoFit/>
          </a:bodyPr>
          <a:lstStyle/>
          <a:p>
            <a:r>
              <a:rPr lang="en-AU" sz="1200" b="1" spc="-50" dirty="0">
                <a:solidFill>
                  <a:srgbClr val="231F20"/>
                </a:solidFill>
                <a:latin typeface="Arial"/>
                <a:cs typeface="Arial"/>
              </a:rPr>
              <a:t>9</a:t>
            </a:r>
            <a:endParaRPr lang="en-AU" sz="1200" dirty="0"/>
          </a:p>
        </p:txBody>
      </p:sp>
      <p:sp>
        <p:nvSpPr>
          <p:cNvPr id="114" name="Rectangle: Top Corners Snipped 113">
            <a:extLst>
              <a:ext uri="{FF2B5EF4-FFF2-40B4-BE49-F238E27FC236}">
                <a16:creationId xmlns:a16="http://schemas.microsoft.com/office/drawing/2014/main" id="{EC838EB9-E2B2-6FDB-B941-BD8D40AB1532}"/>
              </a:ext>
            </a:extLst>
          </p:cNvPr>
          <p:cNvSpPr/>
          <p:nvPr/>
        </p:nvSpPr>
        <p:spPr>
          <a:xfrm rot="5400000">
            <a:off x="713259" y="680586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5" name="object 34">
            <a:extLst>
              <a:ext uri="{FF2B5EF4-FFF2-40B4-BE49-F238E27FC236}">
                <a16:creationId xmlns:a16="http://schemas.microsoft.com/office/drawing/2014/main" id="{2AAE0305-AB1C-E581-A266-5D58241F1421}"/>
              </a:ext>
            </a:extLst>
          </p:cNvPr>
          <p:cNvSpPr txBox="1"/>
          <p:nvPr/>
        </p:nvSpPr>
        <p:spPr>
          <a:xfrm>
            <a:off x="1235496" y="9401717"/>
            <a:ext cx="6263640" cy="197490"/>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 xml:space="preserve">Historians still debate </a:t>
            </a:r>
            <a:r>
              <a:rPr lang="en-AU" sz="1200" dirty="0" b="1">
                <a:latin typeface="Book Antiqua" panose="02040602050305030304" pitchFamily="18" charset="0"/>
              </a:rPr>
              <a:t>why the colony was abandoned so suddenly</a:t>
            </a:r>
            <a:r>
              <a:rPr lang="en-AU" sz="1200" dirty="0">
                <a:latin typeface="Book Antiqua" panose="02040602050305030304" pitchFamily="18" charset="0"/>
              </a:rPr>
              <a:t>.</a:t>
            </a:r>
            <a:endParaRPr sz="1200" b="1" dirty="0">
              <a:latin typeface="Book Antiqua" panose="02040602050305030304" pitchFamily="18" charset="0"/>
              <a:cs typeface="Cambria"/>
            </a:endParaRPr>
          </a:p>
        </p:txBody>
      </p:sp>
      <p:sp>
        <p:nvSpPr>
          <p:cNvPr id="122" name="TextBox 121">
            <a:extLst>
              <a:ext uri="{FF2B5EF4-FFF2-40B4-BE49-F238E27FC236}">
                <a16:creationId xmlns:a16="http://schemas.microsoft.com/office/drawing/2014/main" id="{82AA2BD0-0418-2FD5-C28A-4DFF43DC4B0D}"/>
              </a:ext>
            </a:extLst>
          </p:cNvPr>
          <p:cNvSpPr txBox="1"/>
          <p:nvPr/>
        </p:nvSpPr>
        <p:spPr>
          <a:xfrm>
            <a:off x="701016" y="6891689"/>
            <a:ext cx="347022" cy="276999"/>
          </a:xfrm>
          <a:prstGeom prst="rect">
            <a:avLst/>
          </a:prstGeom>
          <a:noFill/>
        </p:spPr>
        <p:txBody>
          <a:bodyPr wrap="square" rtlCol="0">
            <a:spAutoFit/>
          </a:bodyPr>
          <a:lstStyle/>
          <a:p>
            <a:r>
              <a:rPr lang="en-AU" sz="1200" b="1" spc="-50" dirty="0">
                <a:solidFill>
                  <a:srgbClr val="231F20"/>
                </a:solidFill>
                <a:latin typeface="Arial"/>
                <a:cs typeface="Arial"/>
              </a:rPr>
              <a:t>10</a:t>
            </a:r>
            <a:endParaRPr lang="en-AU" sz="1200" dirty="0"/>
          </a:p>
        </p:txBody>
      </p:sp>
      <p:pic>
        <p:nvPicPr>
          <p:cNvPr id="123" name="object 41">
            <a:extLst>
              <a:ext uri="{FF2B5EF4-FFF2-40B4-BE49-F238E27FC236}">
                <a16:creationId xmlns:a16="http://schemas.microsoft.com/office/drawing/2014/main" id="{EFB6F170-7F70-0492-6F58-525BCAA2A187}"/>
              </a:ext>
            </a:extLst>
          </p:cNvPr>
          <p:cNvPicPr/>
          <p:nvPr/>
        </p:nvPicPr>
        <p:blipFill>
          <a:blip r:embed="rId2" cstate="print"/>
          <a:stretch>
            <a:fillRect/>
          </a:stretch>
        </p:blipFill>
        <p:spPr>
          <a:xfrm>
            <a:off x="5303520" y="6565518"/>
            <a:ext cx="179997" cy="108000"/>
          </a:xfrm>
          <a:prstGeom prst="rect">
            <a:avLst/>
          </a:prstGeom>
        </p:spPr>
      </p:pic>
      <p:sp>
        <p:nvSpPr>
          <p:cNvPr id="124" name="object 34">
            <a:extLst>
              <a:ext uri="{FF2B5EF4-FFF2-40B4-BE49-F238E27FC236}">
                <a16:creationId xmlns:a16="http://schemas.microsoft.com/office/drawing/2014/main" id="{8200F518-477F-4443-9CEC-2FB10DE087D0}"/>
              </a:ext>
            </a:extLst>
          </p:cNvPr>
          <p:cNvSpPr txBox="1"/>
          <p:nvPr/>
        </p:nvSpPr>
        <p:spPr>
          <a:xfrm>
            <a:off x="5596128" y="6517782"/>
            <a:ext cx="11430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Independent</a:t>
            </a:r>
            <a:endParaRPr sz="1200" dirty="0">
              <a:latin typeface="Book Antiqua" panose="02040602050305030304" pitchFamily="18" charset="0"/>
              <a:cs typeface="Cambria"/>
            </a:endParaRPr>
          </a:p>
        </p:txBody>
      </p:sp>
      <p:pic>
        <p:nvPicPr>
          <p:cNvPr id="125" name="object 41">
            <a:extLst>
              <a:ext uri="{FF2B5EF4-FFF2-40B4-BE49-F238E27FC236}">
                <a16:creationId xmlns:a16="http://schemas.microsoft.com/office/drawing/2014/main" id="{6F4B2302-F013-610A-7863-ADDD82D4B517}"/>
              </a:ext>
            </a:extLst>
          </p:cNvPr>
          <p:cNvPicPr/>
          <p:nvPr/>
        </p:nvPicPr>
        <p:blipFill>
          <a:blip r:embed="rId2" cstate="print"/>
          <a:stretch>
            <a:fillRect/>
          </a:stretch>
        </p:blipFill>
        <p:spPr>
          <a:xfrm>
            <a:off x="1243584" y="7349089"/>
            <a:ext cx="179997" cy="108000"/>
          </a:xfrm>
          <a:prstGeom prst="rect">
            <a:avLst/>
          </a:prstGeom>
        </p:spPr>
      </p:pic>
      <p:pic>
        <p:nvPicPr>
          <p:cNvPr id="126" name="object 41">
            <a:extLst>
              <a:ext uri="{FF2B5EF4-FFF2-40B4-BE49-F238E27FC236}">
                <a16:creationId xmlns:a16="http://schemas.microsoft.com/office/drawing/2014/main" id="{21D92E04-82B0-381A-B668-4B820D3A67BB}"/>
              </a:ext>
            </a:extLst>
          </p:cNvPr>
          <p:cNvPicPr/>
          <p:nvPr/>
        </p:nvPicPr>
        <p:blipFill>
          <a:blip r:embed="rId2" cstate="print"/>
          <a:stretch>
            <a:fillRect/>
          </a:stretch>
        </p:blipFill>
        <p:spPr>
          <a:xfrm>
            <a:off x="2212848" y="7351714"/>
            <a:ext cx="179997" cy="108000"/>
          </a:xfrm>
          <a:prstGeom prst="rect">
            <a:avLst/>
          </a:prstGeom>
        </p:spPr>
      </p:pic>
      <p:sp>
        <p:nvSpPr>
          <p:cNvPr id="127" name="object 34">
            <a:extLst>
              <a:ext uri="{FF2B5EF4-FFF2-40B4-BE49-F238E27FC236}">
                <a16:creationId xmlns:a16="http://schemas.microsoft.com/office/drawing/2014/main" id="{3EA259BA-1E3E-4A7C-92AD-44D4E067FA77}"/>
              </a:ext>
            </a:extLst>
          </p:cNvPr>
          <p:cNvSpPr txBox="1"/>
          <p:nvPr/>
        </p:nvSpPr>
        <p:spPr>
          <a:xfrm>
            <a:off x="1536192" y="7310307"/>
            <a:ext cx="6858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Noun</a:t>
            </a:r>
            <a:endParaRPr sz="1200" dirty="0">
              <a:latin typeface="Book Antiqua" panose="02040602050305030304" pitchFamily="18" charset="0"/>
              <a:cs typeface="Cambria"/>
            </a:endParaRPr>
          </a:p>
        </p:txBody>
      </p:sp>
      <p:sp>
        <p:nvSpPr>
          <p:cNvPr id="128" name="object 34">
            <a:extLst>
              <a:ext uri="{FF2B5EF4-FFF2-40B4-BE49-F238E27FC236}">
                <a16:creationId xmlns:a16="http://schemas.microsoft.com/office/drawing/2014/main" id="{48C6699B-6FFC-0173-7CA9-3AFC5C516999}"/>
              </a:ext>
            </a:extLst>
          </p:cNvPr>
          <p:cNvSpPr txBox="1"/>
          <p:nvPr/>
        </p:nvSpPr>
        <p:spPr>
          <a:xfrm>
            <a:off x="2505456" y="7301760"/>
            <a:ext cx="16002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Adjective (relative)</a:t>
            </a:r>
            <a:endParaRPr sz="1200" dirty="0">
              <a:latin typeface="Book Antiqua" panose="02040602050305030304" pitchFamily="18" charset="0"/>
              <a:cs typeface="Cambria"/>
            </a:endParaRPr>
          </a:p>
        </p:txBody>
      </p:sp>
      <p:pic>
        <p:nvPicPr>
          <p:cNvPr id="129" name="object 41">
            <a:extLst>
              <a:ext uri="{FF2B5EF4-FFF2-40B4-BE49-F238E27FC236}">
                <a16:creationId xmlns:a16="http://schemas.microsoft.com/office/drawing/2014/main" id="{C5C29719-A335-FADD-4F24-7B8C3785669D}"/>
              </a:ext>
            </a:extLst>
          </p:cNvPr>
          <p:cNvPicPr/>
          <p:nvPr/>
        </p:nvPicPr>
        <p:blipFill>
          <a:blip r:embed="rId2" cstate="print"/>
          <a:stretch>
            <a:fillRect/>
          </a:stretch>
        </p:blipFill>
        <p:spPr>
          <a:xfrm>
            <a:off x="4087368" y="7357172"/>
            <a:ext cx="179997" cy="108000"/>
          </a:xfrm>
          <a:prstGeom prst="rect">
            <a:avLst/>
          </a:prstGeom>
        </p:spPr>
      </p:pic>
      <p:sp>
        <p:nvSpPr>
          <p:cNvPr id="130" name="object 34">
            <a:extLst>
              <a:ext uri="{FF2B5EF4-FFF2-40B4-BE49-F238E27FC236}">
                <a16:creationId xmlns:a16="http://schemas.microsoft.com/office/drawing/2014/main" id="{9B29C507-DE06-3610-5090-DAE6E22BD56E}"/>
              </a:ext>
            </a:extLst>
          </p:cNvPr>
          <p:cNvSpPr txBox="1"/>
          <p:nvPr/>
        </p:nvSpPr>
        <p:spPr>
          <a:xfrm>
            <a:off x="4379976" y="7309436"/>
            <a:ext cx="96012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Adverbial</a:t>
            </a:r>
            <a:endParaRPr sz="1200" dirty="0">
              <a:latin typeface="Book Antiqua" panose="02040602050305030304" pitchFamily="18" charset="0"/>
              <a:cs typeface="Cambria"/>
            </a:endParaRPr>
          </a:p>
        </p:txBody>
      </p:sp>
      <p:pic>
        <p:nvPicPr>
          <p:cNvPr id="131" name="object 41">
            <a:extLst>
              <a:ext uri="{FF2B5EF4-FFF2-40B4-BE49-F238E27FC236}">
                <a16:creationId xmlns:a16="http://schemas.microsoft.com/office/drawing/2014/main" id="{B4A10ADD-6493-967F-D826-2748CF58AA8A}"/>
              </a:ext>
            </a:extLst>
          </p:cNvPr>
          <p:cNvPicPr/>
          <p:nvPr/>
        </p:nvPicPr>
        <p:blipFill>
          <a:blip r:embed="rId2" cstate="print"/>
          <a:stretch>
            <a:fillRect/>
          </a:stretch>
        </p:blipFill>
        <p:spPr>
          <a:xfrm>
            <a:off x="5303520" y="7351073"/>
            <a:ext cx="179997" cy="108000"/>
          </a:xfrm>
          <a:prstGeom prst="rect">
            <a:avLst/>
          </a:prstGeom>
        </p:spPr>
      </p:pic>
      <p:sp>
        <p:nvSpPr>
          <p:cNvPr id="132" name="object 34">
            <a:extLst>
              <a:ext uri="{FF2B5EF4-FFF2-40B4-BE49-F238E27FC236}">
                <a16:creationId xmlns:a16="http://schemas.microsoft.com/office/drawing/2014/main" id="{64804BDC-6BA9-EE79-56B3-3DD3576957D5}"/>
              </a:ext>
            </a:extLst>
          </p:cNvPr>
          <p:cNvSpPr txBox="1"/>
          <p:nvPr/>
        </p:nvSpPr>
        <p:spPr>
          <a:xfrm>
            <a:off x="5596128" y="7303337"/>
            <a:ext cx="11430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Independent</a:t>
            </a:r>
            <a:endParaRPr sz="1200" dirty="0">
              <a:latin typeface="Book Antiqua" panose="02040602050305030304" pitchFamily="18" charset="0"/>
              <a:cs typeface="Cambria"/>
            </a:endParaRPr>
          </a:p>
        </p:txBody>
      </p:sp>
      <p:pic>
        <p:nvPicPr>
          <p:cNvPr id="133" name="object 41">
            <a:extLst>
              <a:ext uri="{FF2B5EF4-FFF2-40B4-BE49-F238E27FC236}">
                <a16:creationId xmlns:a16="http://schemas.microsoft.com/office/drawing/2014/main" id="{4CC8E471-B853-2EDC-511B-CEE82D8D2293}"/>
              </a:ext>
            </a:extLst>
          </p:cNvPr>
          <p:cNvPicPr/>
          <p:nvPr/>
        </p:nvPicPr>
        <p:blipFill>
          <a:blip r:embed="rId2" cstate="print"/>
          <a:stretch>
            <a:fillRect/>
          </a:stretch>
        </p:blipFill>
        <p:spPr>
          <a:xfrm>
            <a:off x="1243584" y="8183171"/>
            <a:ext cx="179997" cy="108000"/>
          </a:xfrm>
          <a:prstGeom prst="rect">
            <a:avLst/>
          </a:prstGeom>
        </p:spPr>
      </p:pic>
      <p:pic>
        <p:nvPicPr>
          <p:cNvPr id="134" name="object 41">
            <a:extLst>
              <a:ext uri="{FF2B5EF4-FFF2-40B4-BE49-F238E27FC236}">
                <a16:creationId xmlns:a16="http://schemas.microsoft.com/office/drawing/2014/main" id="{E0515234-E58D-9C57-B431-E045D29229C3}"/>
              </a:ext>
            </a:extLst>
          </p:cNvPr>
          <p:cNvPicPr/>
          <p:nvPr/>
        </p:nvPicPr>
        <p:blipFill>
          <a:blip r:embed="rId2" cstate="print"/>
          <a:stretch>
            <a:fillRect/>
          </a:stretch>
        </p:blipFill>
        <p:spPr>
          <a:xfrm>
            <a:off x="2212848" y="8185796"/>
            <a:ext cx="179997" cy="108000"/>
          </a:xfrm>
          <a:prstGeom prst="rect">
            <a:avLst/>
          </a:prstGeom>
        </p:spPr>
      </p:pic>
      <p:sp>
        <p:nvSpPr>
          <p:cNvPr id="135" name="object 34">
            <a:extLst>
              <a:ext uri="{FF2B5EF4-FFF2-40B4-BE49-F238E27FC236}">
                <a16:creationId xmlns:a16="http://schemas.microsoft.com/office/drawing/2014/main" id="{4FFA9BE0-7F91-D5FF-9732-CB42EF92CA58}"/>
              </a:ext>
            </a:extLst>
          </p:cNvPr>
          <p:cNvSpPr txBox="1"/>
          <p:nvPr/>
        </p:nvSpPr>
        <p:spPr>
          <a:xfrm>
            <a:off x="1536192" y="8144389"/>
            <a:ext cx="6858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Noun</a:t>
            </a:r>
            <a:endParaRPr sz="1200" dirty="0">
              <a:latin typeface="Book Antiqua" panose="02040602050305030304" pitchFamily="18" charset="0"/>
              <a:cs typeface="Cambria"/>
            </a:endParaRPr>
          </a:p>
        </p:txBody>
      </p:sp>
      <p:sp>
        <p:nvSpPr>
          <p:cNvPr id="136" name="object 34">
            <a:extLst>
              <a:ext uri="{FF2B5EF4-FFF2-40B4-BE49-F238E27FC236}">
                <a16:creationId xmlns:a16="http://schemas.microsoft.com/office/drawing/2014/main" id="{E98642CB-6902-5ECC-F2CC-0C50D2921724}"/>
              </a:ext>
            </a:extLst>
          </p:cNvPr>
          <p:cNvSpPr txBox="1"/>
          <p:nvPr/>
        </p:nvSpPr>
        <p:spPr>
          <a:xfrm>
            <a:off x="2505456" y="8135842"/>
            <a:ext cx="16002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Adjective (relative)</a:t>
            </a:r>
            <a:endParaRPr sz="1200" dirty="0">
              <a:latin typeface="Book Antiqua" panose="02040602050305030304" pitchFamily="18" charset="0"/>
              <a:cs typeface="Cambria"/>
            </a:endParaRPr>
          </a:p>
        </p:txBody>
      </p:sp>
      <p:pic>
        <p:nvPicPr>
          <p:cNvPr id="137" name="object 41">
            <a:extLst>
              <a:ext uri="{FF2B5EF4-FFF2-40B4-BE49-F238E27FC236}">
                <a16:creationId xmlns:a16="http://schemas.microsoft.com/office/drawing/2014/main" id="{EF7E3A78-1C96-C960-825C-8A9D6BA3ADE1}"/>
              </a:ext>
            </a:extLst>
          </p:cNvPr>
          <p:cNvPicPr/>
          <p:nvPr/>
        </p:nvPicPr>
        <p:blipFill>
          <a:blip r:embed="rId2" cstate="print"/>
          <a:stretch>
            <a:fillRect/>
          </a:stretch>
        </p:blipFill>
        <p:spPr>
          <a:xfrm>
            <a:off x="4087368" y="8191254"/>
            <a:ext cx="179997" cy="108000"/>
          </a:xfrm>
          <a:prstGeom prst="rect">
            <a:avLst/>
          </a:prstGeom>
        </p:spPr>
      </p:pic>
      <p:sp>
        <p:nvSpPr>
          <p:cNvPr id="138" name="object 34">
            <a:extLst>
              <a:ext uri="{FF2B5EF4-FFF2-40B4-BE49-F238E27FC236}">
                <a16:creationId xmlns:a16="http://schemas.microsoft.com/office/drawing/2014/main" id="{9485F339-CA79-252B-3FE3-450E13B6C0A4}"/>
              </a:ext>
            </a:extLst>
          </p:cNvPr>
          <p:cNvSpPr txBox="1"/>
          <p:nvPr/>
        </p:nvSpPr>
        <p:spPr>
          <a:xfrm>
            <a:off x="4379976" y="8143518"/>
            <a:ext cx="96012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Adverbial</a:t>
            </a:r>
            <a:endParaRPr sz="1200" dirty="0">
              <a:latin typeface="Book Antiqua" panose="02040602050305030304" pitchFamily="18" charset="0"/>
              <a:cs typeface="Cambria"/>
            </a:endParaRPr>
          </a:p>
        </p:txBody>
      </p:sp>
      <p:pic>
        <p:nvPicPr>
          <p:cNvPr id="139" name="object 41">
            <a:extLst>
              <a:ext uri="{FF2B5EF4-FFF2-40B4-BE49-F238E27FC236}">
                <a16:creationId xmlns:a16="http://schemas.microsoft.com/office/drawing/2014/main" id="{E2A4EEAB-B71F-62E8-9702-3AB135F48BB1}"/>
              </a:ext>
            </a:extLst>
          </p:cNvPr>
          <p:cNvPicPr/>
          <p:nvPr/>
        </p:nvPicPr>
        <p:blipFill>
          <a:blip r:embed="rId2" cstate="print"/>
          <a:stretch>
            <a:fillRect/>
          </a:stretch>
        </p:blipFill>
        <p:spPr>
          <a:xfrm>
            <a:off x="5303520" y="8185155"/>
            <a:ext cx="179997" cy="108000"/>
          </a:xfrm>
          <a:prstGeom prst="rect">
            <a:avLst/>
          </a:prstGeom>
        </p:spPr>
      </p:pic>
      <p:sp>
        <p:nvSpPr>
          <p:cNvPr id="140" name="object 34">
            <a:extLst>
              <a:ext uri="{FF2B5EF4-FFF2-40B4-BE49-F238E27FC236}">
                <a16:creationId xmlns:a16="http://schemas.microsoft.com/office/drawing/2014/main" id="{10C71FB9-B819-8F7E-526E-B1B02B2C6030}"/>
              </a:ext>
            </a:extLst>
          </p:cNvPr>
          <p:cNvSpPr txBox="1"/>
          <p:nvPr/>
        </p:nvSpPr>
        <p:spPr>
          <a:xfrm>
            <a:off x="5596128" y="8137419"/>
            <a:ext cx="11430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Independent</a:t>
            </a:r>
            <a:endParaRPr sz="1200" dirty="0">
              <a:latin typeface="Book Antiqua" panose="02040602050305030304" pitchFamily="18" charset="0"/>
              <a:cs typeface="Cambria"/>
            </a:endParaRPr>
          </a:p>
        </p:txBody>
      </p:sp>
      <p:pic>
        <p:nvPicPr>
          <p:cNvPr id="141" name="object 41">
            <a:extLst>
              <a:ext uri="{FF2B5EF4-FFF2-40B4-BE49-F238E27FC236}">
                <a16:creationId xmlns:a16="http://schemas.microsoft.com/office/drawing/2014/main" id="{E5159FCA-93BD-F7FB-AB19-9FD7E04BF126}"/>
              </a:ext>
            </a:extLst>
          </p:cNvPr>
          <p:cNvPicPr/>
          <p:nvPr/>
        </p:nvPicPr>
        <p:blipFill>
          <a:blip r:embed="rId2" cstate="print"/>
          <a:stretch>
            <a:fillRect/>
          </a:stretch>
        </p:blipFill>
        <p:spPr>
          <a:xfrm>
            <a:off x="1243584" y="8985483"/>
            <a:ext cx="179997" cy="108000"/>
          </a:xfrm>
          <a:prstGeom prst="rect">
            <a:avLst/>
          </a:prstGeom>
        </p:spPr>
      </p:pic>
      <p:pic>
        <p:nvPicPr>
          <p:cNvPr id="142" name="object 41">
            <a:extLst>
              <a:ext uri="{FF2B5EF4-FFF2-40B4-BE49-F238E27FC236}">
                <a16:creationId xmlns:a16="http://schemas.microsoft.com/office/drawing/2014/main" id="{2A0EB36B-8BA7-6E8A-EFC4-87110B2F4E24}"/>
              </a:ext>
            </a:extLst>
          </p:cNvPr>
          <p:cNvPicPr/>
          <p:nvPr/>
        </p:nvPicPr>
        <p:blipFill>
          <a:blip r:embed="rId2" cstate="print"/>
          <a:stretch>
            <a:fillRect/>
          </a:stretch>
        </p:blipFill>
        <p:spPr>
          <a:xfrm>
            <a:off x="2212848" y="8988108"/>
            <a:ext cx="179997" cy="108000"/>
          </a:xfrm>
          <a:prstGeom prst="rect">
            <a:avLst/>
          </a:prstGeom>
        </p:spPr>
      </p:pic>
      <p:sp>
        <p:nvSpPr>
          <p:cNvPr id="143" name="object 34">
            <a:extLst>
              <a:ext uri="{FF2B5EF4-FFF2-40B4-BE49-F238E27FC236}">
                <a16:creationId xmlns:a16="http://schemas.microsoft.com/office/drawing/2014/main" id="{3DAEC267-BDED-06F4-948D-C59CDC58BCBD}"/>
              </a:ext>
            </a:extLst>
          </p:cNvPr>
          <p:cNvSpPr txBox="1"/>
          <p:nvPr/>
        </p:nvSpPr>
        <p:spPr>
          <a:xfrm>
            <a:off x="1536192" y="8946701"/>
            <a:ext cx="6858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Noun</a:t>
            </a:r>
            <a:endParaRPr sz="1200" dirty="0">
              <a:latin typeface="Book Antiqua" panose="02040602050305030304" pitchFamily="18" charset="0"/>
              <a:cs typeface="Cambria"/>
            </a:endParaRPr>
          </a:p>
        </p:txBody>
      </p:sp>
      <p:sp>
        <p:nvSpPr>
          <p:cNvPr id="144" name="object 34">
            <a:extLst>
              <a:ext uri="{FF2B5EF4-FFF2-40B4-BE49-F238E27FC236}">
                <a16:creationId xmlns:a16="http://schemas.microsoft.com/office/drawing/2014/main" id="{66A532E0-3B52-C62D-F4E5-67DC56B7533C}"/>
              </a:ext>
            </a:extLst>
          </p:cNvPr>
          <p:cNvSpPr txBox="1"/>
          <p:nvPr/>
        </p:nvSpPr>
        <p:spPr>
          <a:xfrm>
            <a:off x="2505456" y="8938154"/>
            <a:ext cx="16002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Adjective (relative)</a:t>
            </a:r>
            <a:endParaRPr sz="1200" dirty="0">
              <a:latin typeface="Book Antiqua" panose="02040602050305030304" pitchFamily="18" charset="0"/>
              <a:cs typeface="Cambria"/>
            </a:endParaRPr>
          </a:p>
        </p:txBody>
      </p:sp>
      <p:pic>
        <p:nvPicPr>
          <p:cNvPr id="145" name="object 41">
            <a:extLst>
              <a:ext uri="{FF2B5EF4-FFF2-40B4-BE49-F238E27FC236}">
                <a16:creationId xmlns:a16="http://schemas.microsoft.com/office/drawing/2014/main" id="{D3BE2D82-10E7-6AD7-83BA-BAEF9D4D8E80}"/>
              </a:ext>
            </a:extLst>
          </p:cNvPr>
          <p:cNvPicPr/>
          <p:nvPr/>
        </p:nvPicPr>
        <p:blipFill>
          <a:blip r:embed="rId2" cstate="print"/>
          <a:stretch>
            <a:fillRect/>
          </a:stretch>
        </p:blipFill>
        <p:spPr>
          <a:xfrm>
            <a:off x="4087368" y="8993566"/>
            <a:ext cx="179997" cy="108000"/>
          </a:xfrm>
          <a:prstGeom prst="rect">
            <a:avLst/>
          </a:prstGeom>
        </p:spPr>
      </p:pic>
      <p:sp>
        <p:nvSpPr>
          <p:cNvPr id="146" name="object 34">
            <a:extLst>
              <a:ext uri="{FF2B5EF4-FFF2-40B4-BE49-F238E27FC236}">
                <a16:creationId xmlns:a16="http://schemas.microsoft.com/office/drawing/2014/main" id="{07171BE6-ED52-0F01-36D6-B03C08AB179E}"/>
              </a:ext>
            </a:extLst>
          </p:cNvPr>
          <p:cNvSpPr txBox="1"/>
          <p:nvPr/>
        </p:nvSpPr>
        <p:spPr>
          <a:xfrm>
            <a:off x="4379976" y="8945830"/>
            <a:ext cx="96012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Adverbial</a:t>
            </a:r>
            <a:endParaRPr sz="1200" dirty="0">
              <a:latin typeface="Book Antiqua" panose="02040602050305030304" pitchFamily="18" charset="0"/>
              <a:cs typeface="Cambria"/>
            </a:endParaRPr>
          </a:p>
        </p:txBody>
      </p:sp>
      <p:pic>
        <p:nvPicPr>
          <p:cNvPr id="147" name="object 41">
            <a:extLst>
              <a:ext uri="{FF2B5EF4-FFF2-40B4-BE49-F238E27FC236}">
                <a16:creationId xmlns:a16="http://schemas.microsoft.com/office/drawing/2014/main" id="{14A6E2FB-D06C-EECB-FE78-7F16705A10ED}"/>
              </a:ext>
            </a:extLst>
          </p:cNvPr>
          <p:cNvPicPr/>
          <p:nvPr/>
        </p:nvPicPr>
        <p:blipFill>
          <a:blip r:embed="rId2" cstate="print"/>
          <a:stretch>
            <a:fillRect/>
          </a:stretch>
        </p:blipFill>
        <p:spPr>
          <a:xfrm>
            <a:off x="5303520" y="8987467"/>
            <a:ext cx="179997" cy="108000"/>
          </a:xfrm>
          <a:prstGeom prst="rect">
            <a:avLst/>
          </a:prstGeom>
        </p:spPr>
      </p:pic>
      <p:sp>
        <p:nvSpPr>
          <p:cNvPr id="148" name="object 34">
            <a:extLst>
              <a:ext uri="{FF2B5EF4-FFF2-40B4-BE49-F238E27FC236}">
                <a16:creationId xmlns:a16="http://schemas.microsoft.com/office/drawing/2014/main" id="{31D7D26A-A118-3A2F-C4C6-1B36E804BFC5}"/>
              </a:ext>
            </a:extLst>
          </p:cNvPr>
          <p:cNvSpPr txBox="1"/>
          <p:nvPr/>
        </p:nvSpPr>
        <p:spPr>
          <a:xfrm>
            <a:off x="5596128" y="8939731"/>
            <a:ext cx="11430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Independent</a:t>
            </a:r>
            <a:endParaRPr sz="1200" dirty="0">
              <a:latin typeface="Book Antiqua" panose="02040602050305030304" pitchFamily="18" charset="0"/>
              <a:cs typeface="Cambria"/>
            </a:endParaRPr>
          </a:p>
        </p:txBody>
      </p:sp>
      <p:pic>
        <p:nvPicPr>
          <p:cNvPr id="149" name="object 41">
            <a:extLst>
              <a:ext uri="{FF2B5EF4-FFF2-40B4-BE49-F238E27FC236}">
                <a16:creationId xmlns:a16="http://schemas.microsoft.com/office/drawing/2014/main" id="{8A015ABA-1AED-A1A3-1F77-5005515D6C9C}"/>
              </a:ext>
            </a:extLst>
          </p:cNvPr>
          <p:cNvPicPr/>
          <p:nvPr/>
        </p:nvPicPr>
        <p:blipFill>
          <a:blip r:embed="rId2" cstate="print"/>
          <a:stretch>
            <a:fillRect/>
          </a:stretch>
        </p:blipFill>
        <p:spPr>
          <a:xfrm>
            <a:off x="1243584" y="9789673"/>
            <a:ext cx="179997" cy="108000"/>
          </a:xfrm>
          <a:prstGeom prst="rect">
            <a:avLst/>
          </a:prstGeom>
        </p:spPr>
      </p:pic>
      <p:pic>
        <p:nvPicPr>
          <p:cNvPr id="150" name="object 41">
            <a:extLst>
              <a:ext uri="{FF2B5EF4-FFF2-40B4-BE49-F238E27FC236}">
                <a16:creationId xmlns:a16="http://schemas.microsoft.com/office/drawing/2014/main" id="{779ECE2C-A295-09AE-8DF1-52988BC05FB0}"/>
              </a:ext>
            </a:extLst>
          </p:cNvPr>
          <p:cNvPicPr/>
          <p:nvPr/>
        </p:nvPicPr>
        <p:blipFill>
          <a:blip r:embed="rId2" cstate="print"/>
          <a:stretch>
            <a:fillRect/>
          </a:stretch>
        </p:blipFill>
        <p:spPr>
          <a:xfrm>
            <a:off x="2212848" y="9792298"/>
            <a:ext cx="179997" cy="108000"/>
          </a:xfrm>
          <a:prstGeom prst="rect">
            <a:avLst/>
          </a:prstGeom>
        </p:spPr>
      </p:pic>
      <p:sp>
        <p:nvSpPr>
          <p:cNvPr id="151" name="object 34">
            <a:extLst>
              <a:ext uri="{FF2B5EF4-FFF2-40B4-BE49-F238E27FC236}">
                <a16:creationId xmlns:a16="http://schemas.microsoft.com/office/drawing/2014/main" id="{B06B5DE0-E55D-C70E-A5BE-5A1E5DBD5D8D}"/>
              </a:ext>
            </a:extLst>
          </p:cNvPr>
          <p:cNvSpPr txBox="1"/>
          <p:nvPr/>
        </p:nvSpPr>
        <p:spPr>
          <a:xfrm>
            <a:off x="1536192" y="9750891"/>
            <a:ext cx="6858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Noun</a:t>
            </a:r>
            <a:endParaRPr sz="1200" dirty="0">
              <a:latin typeface="Book Antiqua" panose="02040602050305030304" pitchFamily="18" charset="0"/>
              <a:cs typeface="Cambria"/>
            </a:endParaRPr>
          </a:p>
        </p:txBody>
      </p:sp>
      <p:sp>
        <p:nvSpPr>
          <p:cNvPr id="152" name="object 34">
            <a:extLst>
              <a:ext uri="{FF2B5EF4-FFF2-40B4-BE49-F238E27FC236}">
                <a16:creationId xmlns:a16="http://schemas.microsoft.com/office/drawing/2014/main" id="{A638B47B-0567-2140-F52C-6326336639AB}"/>
              </a:ext>
            </a:extLst>
          </p:cNvPr>
          <p:cNvSpPr txBox="1"/>
          <p:nvPr/>
        </p:nvSpPr>
        <p:spPr>
          <a:xfrm>
            <a:off x="2505456" y="9742344"/>
            <a:ext cx="16002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Adjective (relative)</a:t>
            </a:r>
            <a:endParaRPr sz="1200" dirty="0">
              <a:latin typeface="Book Antiqua" panose="02040602050305030304" pitchFamily="18" charset="0"/>
              <a:cs typeface="Cambria"/>
            </a:endParaRPr>
          </a:p>
        </p:txBody>
      </p:sp>
      <p:pic>
        <p:nvPicPr>
          <p:cNvPr id="153" name="object 41">
            <a:extLst>
              <a:ext uri="{FF2B5EF4-FFF2-40B4-BE49-F238E27FC236}">
                <a16:creationId xmlns:a16="http://schemas.microsoft.com/office/drawing/2014/main" id="{55622099-7FFA-4704-F762-37413A1C15D3}"/>
              </a:ext>
            </a:extLst>
          </p:cNvPr>
          <p:cNvPicPr/>
          <p:nvPr/>
        </p:nvPicPr>
        <p:blipFill>
          <a:blip r:embed="rId2" cstate="print"/>
          <a:stretch>
            <a:fillRect/>
          </a:stretch>
        </p:blipFill>
        <p:spPr>
          <a:xfrm>
            <a:off x="4087368" y="9797756"/>
            <a:ext cx="179997" cy="108000"/>
          </a:xfrm>
          <a:prstGeom prst="rect">
            <a:avLst/>
          </a:prstGeom>
        </p:spPr>
      </p:pic>
      <p:sp>
        <p:nvSpPr>
          <p:cNvPr id="154" name="object 34">
            <a:extLst>
              <a:ext uri="{FF2B5EF4-FFF2-40B4-BE49-F238E27FC236}">
                <a16:creationId xmlns:a16="http://schemas.microsoft.com/office/drawing/2014/main" id="{A256333A-5FF0-068F-9A2F-CCF03D6DA1F9}"/>
              </a:ext>
            </a:extLst>
          </p:cNvPr>
          <p:cNvSpPr txBox="1"/>
          <p:nvPr/>
        </p:nvSpPr>
        <p:spPr>
          <a:xfrm>
            <a:off x="4379976" y="9750020"/>
            <a:ext cx="96012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Adverbial</a:t>
            </a:r>
            <a:endParaRPr sz="1200" dirty="0">
              <a:latin typeface="Book Antiqua" panose="02040602050305030304" pitchFamily="18" charset="0"/>
              <a:cs typeface="Cambria"/>
            </a:endParaRPr>
          </a:p>
        </p:txBody>
      </p:sp>
      <p:pic>
        <p:nvPicPr>
          <p:cNvPr id="155" name="object 41">
            <a:extLst>
              <a:ext uri="{FF2B5EF4-FFF2-40B4-BE49-F238E27FC236}">
                <a16:creationId xmlns:a16="http://schemas.microsoft.com/office/drawing/2014/main" id="{3529D1CD-7623-71AC-33D5-9BA675A1392B}"/>
              </a:ext>
            </a:extLst>
          </p:cNvPr>
          <p:cNvPicPr/>
          <p:nvPr/>
        </p:nvPicPr>
        <p:blipFill>
          <a:blip r:embed="rId2" cstate="print"/>
          <a:stretch>
            <a:fillRect/>
          </a:stretch>
        </p:blipFill>
        <p:spPr>
          <a:xfrm>
            <a:off x="5303520" y="9791657"/>
            <a:ext cx="179997" cy="108000"/>
          </a:xfrm>
          <a:prstGeom prst="rect">
            <a:avLst/>
          </a:prstGeom>
        </p:spPr>
      </p:pic>
      <p:sp>
        <p:nvSpPr>
          <p:cNvPr id="156" name="object 34">
            <a:extLst>
              <a:ext uri="{FF2B5EF4-FFF2-40B4-BE49-F238E27FC236}">
                <a16:creationId xmlns:a16="http://schemas.microsoft.com/office/drawing/2014/main" id="{6E4CCF15-7671-40F1-5D8D-51E9EADB5F0B}"/>
              </a:ext>
            </a:extLst>
          </p:cNvPr>
          <p:cNvSpPr txBox="1"/>
          <p:nvPr/>
        </p:nvSpPr>
        <p:spPr>
          <a:xfrm>
            <a:off x="5596128" y="9743921"/>
            <a:ext cx="11430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Independent</a:t>
            </a:r>
            <a:endParaRPr sz="1200" dirty="0">
              <a:latin typeface="Book Antiqua" panose="02040602050305030304" pitchFamily="18" charset="0"/>
              <a:cs typeface="Cambria"/>
            </a:endParaRPr>
          </a:p>
        </p:txBody>
      </p:sp>
      <p:sp>
        <p:nvSpPr>
          <p:cNvPr id="25" name="Rectangle: Top Corners Snipped 24">
            <a:extLst>
              <a:ext uri="{FF2B5EF4-FFF2-40B4-BE49-F238E27FC236}">
                <a16:creationId xmlns:a16="http://schemas.microsoft.com/office/drawing/2014/main" id="{8863E0CA-4591-7F6B-DCD6-F2F75CF65C60}"/>
              </a:ext>
            </a:extLst>
          </p:cNvPr>
          <p:cNvSpPr/>
          <p:nvPr/>
        </p:nvSpPr>
        <p:spPr>
          <a:xfrm rot="5400000">
            <a:off x="711419" y="762885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C40C27C0-B933-4AE0-A597-A2CCA5D475BD}"/>
              </a:ext>
            </a:extLst>
          </p:cNvPr>
          <p:cNvSpPr txBox="1"/>
          <p:nvPr/>
        </p:nvSpPr>
        <p:spPr>
          <a:xfrm>
            <a:off x="674296" y="7702848"/>
            <a:ext cx="374237" cy="276999"/>
          </a:xfrm>
          <a:prstGeom prst="rect">
            <a:avLst/>
          </a:prstGeom>
          <a:noFill/>
        </p:spPr>
        <p:txBody>
          <a:bodyPr wrap="square" rtlCol="0">
            <a:spAutoFit/>
          </a:bodyPr>
          <a:lstStyle/>
          <a:p>
            <a:r>
              <a:rPr lang="en-AU" sz="1200" b="1" spc="-50" dirty="0">
                <a:solidFill>
                  <a:srgbClr val="231F20"/>
                </a:solidFill>
                <a:latin typeface="Arial"/>
                <a:cs typeface="Arial"/>
              </a:rPr>
              <a:t>11</a:t>
            </a:r>
            <a:endParaRPr lang="en-AU" sz="1200" dirty="0"/>
          </a:p>
        </p:txBody>
      </p:sp>
      <p:sp>
        <p:nvSpPr>
          <p:cNvPr id="27" name="Rectangle: Top Corners Snipped 26">
            <a:extLst>
              <a:ext uri="{FF2B5EF4-FFF2-40B4-BE49-F238E27FC236}">
                <a16:creationId xmlns:a16="http://schemas.microsoft.com/office/drawing/2014/main" id="{C8321FEA-E749-2E8A-F06C-89378A1CB624}"/>
              </a:ext>
            </a:extLst>
          </p:cNvPr>
          <p:cNvSpPr/>
          <p:nvPr/>
        </p:nvSpPr>
        <p:spPr>
          <a:xfrm rot="5400000">
            <a:off x="713259" y="847328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 name="Rectangle: Top Corners Snipped 27">
            <a:extLst>
              <a:ext uri="{FF2B5EF4-FFF2-40B4-BE49-F238E27FC236}">
                <a16:creationId xmlns:a16="http://schemas.microsoft.com/office/drawing/2014/main" id="{9F263550-ECFD-F545-387C-104AC08AFAF6}"/>
              </a:ext>
            </a:extLst>
          </p:cNvPr>
          <p:cNvSpPr/>
          <p:nvPr/>
        </p:nvSpPr>
        <p:spPr>
          <a:xfrm rot="5400000">
            <a:off x="718041" y="928222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TextBox 28">
            <a:extLst>
              <a:ext uri="{FF2B5EF4-FFF2-40B4-BE49-F238E27FC236}">
                <a16:creationId xmlns:a16="http://schemas.microsoft.com/office/drawing/2014/main" id="{B76BA7DB-309F-A76A-E469-2FF433DC8392}"/>
              </a:ext>
            </a:extLst>
          </p:cNvPr>
          <p:cNvSpPr txBox="1"/>
          <p:nvPr/>
        </p:nvSpPr>
        <p:spPr>
          <a:xfrm>
            <a:off x="677565" y="9381514"/>
            <a:ext cx="374237" cy="276999"/>
          </a:xfrm>
          <a:prstGeom prst="rect">
            <a:avLst/>
          </a:prstGeom>
          <a:noFill/>
        </p:spPr>
        <p:txBody>
          <a:bodyPr wrap="square" rtlCol="0">
            <a:spAutoFit/>
          </a:bodyPr>
          <a:lstStyle/>
          <a:p>
            <a:r>
              <a:rPr lang="en-AU" sz="1200" b="1" spc="-50" dirty="0">
                <a:solidFill>
                  <a:srgbClr val="231F20"/>
                </a:solidFill>
                <a:latin typeface="Arial"/>
                <a:cs typeface="Arial"/>
              </a:rPr>
              <a:t>13</a:t>
            </a:r>
            <a:endParaRPr lang="en-AU" sz="1200" dirty="0"/>
          </a:p>
        </p:txBody>
      </p:sp>
      <p:sp>
        <p:nvSpPr>
          <p:cNvPr id="30" name="TextBox 29">
            <a:extLst>
              <a:ext uri="{FF2B5EF4-FFF2-40B4-BE49-F238E27FC236}">
                <a16:creationId xmlns:a16="http://schemas.microsoft.com/office/drawing/2014/main" id="{F520CD06-791F-E064-A824-4A1DBCF4F6A9}"/>
              </a:ext>
            </a:extLst>
          </p:cNvPr>
          <p:cNvSpPr txBox="1"/>
          <p:nvPr/>
        </p:nvSpPr>
        <p:spPr>
          <a:xfrm>
            <a:off x="669577" y="8562366"/>
            <a:ext cx="374237" cy="276999"/>
          </a:xfrm>
          <a:prstGeom prst="rect">
            <a:avLst/>
          </a:prstGeom>
          <a:noFill/>
        </p:spPr>
        <p:txBody>
          <a:bodyPr wrap="square" rtlCol="0">
            <a:spAutoFit/>
          </a:bodyPr>
          <a:lstStyle/>
          <a:p>
            <a:r>
              <a:rPr lang="en-AU" sz="1200" b="1" spc="-50" dirty="0">
                <a:solidFill>
                  <a:srgbClr val="231F20"/>
                </a:solidFill>
                <a:latin typeface="Arial"/>
                <a:cs typeface="Arial"/>
              </a:rPr>
              <a:t>12</a:t>
            </a:r>
            <a:endParaRPr lang="en-AU" sz="1200" dirty="0"/>
          </a:p>
        </p:txBody>
      </p:sp>
      <p:sp>
        <p:nvSpPr>
          <p:cNvPr id="31" name="object 34">
            <a:extLst>
              <a:ext uri="{FF2B5EF4-FFF2-40B4-BE49-F238E27FC236}">
                <a16:creationId xmlns:a16="http://schemas.microsoft.com/office/drawing/2014/main" id="{7BBDF0BB-C358-B767-1484-B1BDBF7B36A2}"/>
              </a:ext>
            </a:extLst>
          </p:cNvPr>
          <p:cNvSpPr txBox="1"/>
          <p:nvPr/>
        </p:nvSpPr>
        <p:spPr>
          <a:xfrm>
            <a:off x="779357" y="816362"/>
            <a:ext cx="5997467" cy="197490"/>
          </a:xfrm>
          <a:prstGeom prst="rect">
            <a:avLst/>
          </a:prstGeom>
        </p:spPr>
        <p:txBody>
          <a:bodyPr vert="horz" wrap="square" lIns="0" tIns="12700" rIns="0" bIns="0" rtlCol="0">
            <a:spAutoFit/>
          </a:bodyPr>
          <a:lstStyle/>
          <a:p>
            <a:pPr marL="12700">
              <a:lnSpc>
                <a:spcPct val="100000"/>
              </a:lnSpc>
              <a:spcBef>
                <a:spcPts val="100"/>
              </a:spcBef>
            </a:pPr>
            <a:r>
              <a:rPr lang="en-US" sz="1200" b="1" spc="-20" dirty="0">
                <a:solidFill>
                  <a:srgbClr val="231F20"/>
                </a:solidFill>
                <a:latin typeface="Book Antiqua" panose="02040602050305030304" pitchFamily="18" charset="0"/>
                <a:cs typeface="Cambria"/>
              </a:rPr>
              <a:t>Circle the correct spelling for the bolded word in each sentence. </a:t>
            </a:r>
            <a:endParaRPr lang="en-AU" sz="1200" b="1" spc="-20" dirty="0">
              <a:solidFill>
                <a:srgbClr val="231F20"/>
              </a:solidFill>
              <a:latin typeface="Book Antiqua" panose="02040602050305030304" pitchFamily="18" charset="0"/>
              <a:cs typeface="Cambria"/>
            </a:endParaRPr>
          </a:p>
        </p:txBody>
      </p:sp>
      <p:sp>
        <p:nvSpPr>
          <p:cNvPr id="33" name="TextBox 32">
            <a:extLst>
              <a:ext uri="{FF2B5EF4-FFF2-40B4-BE49-F238E27FC236}">
                <a16:creationId xmlns:a16="http://schemas.microsoft.com/office/drawing/2014/main" id="{36BA80D5-6131-A1F9-ED11-8C3CFF10B879}"/>
              </a:ext>
            </a:extLst>
          </p:cNvPr>
          <p:cNvSpPr txBox="1"/>
          <p:nvPr/>
        </p:nvSpPr>
        <p:spPr>
          <a:xfrm>
            <a:off x="1214695" y="1151031"/>
            <a:ext cx="5519360" cy="461665"/>
          </a:xfrm>
          <a:prstGeom prst="rect">
            <a:avLst/>
          </a:prstGeom>
          <a:noFill/>
        </p:spPr>
        <p:txBody>
          <a:bodyPr wrap="square">
            <a:spAutoFit/>
          </a:bodyPr>
          <a:lstStyle/>
          <a:p>
            <a:r>
              <a:rPr lang="en-AU" sz="1200" dirty="0">
                <a:latin typeface="Book Antiqua" panose="02040602050305030304" pitchFamily="18" charset="0"/>
              </a:rPr>
              <a:t xml:space="preserve">Only the most </a:t>
            </a:r>
            <a:r>
              <a:rPr lang="en-AU" sz="1200" dirty="0" b="1">
                <a:latin typeface="Book Antiqua" panose="02040602050305030304" pitchFamily="18" charset="0"/>
              </a:rPr>
              <a:t>conscientous/conscientious/consciencious</a:t>
            </a:r>
            <a:r>
              <a:rPr lang="en-AU" sz="1200" dirty="0">
                <a:latin typeface="Book Antiqua" panose="02040602050305030304" pitchFamily="18" charset="0"/>
              </a:rPr>
              <a:t xml:space="preserve"> volunteers stayed to count the last of the seabirds.</a:t>
            </a:r>
          </a:p>
        </p:txBody>
      </p:sp>
      <p:sp>
        <p:nvSpPr>
          <p:cNvPr id="36" name="TextBox 35">
            <a:extLst>
              <a:ext uri="{FF2B5EF4-FFF2-40B4-BE49-F238E27FC236}">
                <a16:creationId xmlns:a16="http://schemas.microsoft.com/office/drawing/2014/main" id="{3F031257-2C02-B8D5-05C2-B811A06B65FF}"/>
              </a:ext>
            </a:extLst>
          </p:cNvPr>
          <p:cNvSpPr txBox="1"/>
          <p:nvPr/>
        </p:nvSpPr>
        <p:spPr>
          <a:xfrm>
            <a:off x="1214235" y="1767270"/>
            <a:ext cx="6289598" cy="461665"/>
          </a:xfrm>
          <a:prstGeom prst="rect">
            <a:avLst/>
          </a:prstGeom>
          <a:noFill/>
        </p:spPr>
        <p:txBody>
          <a:bodyPr wrap="square">
            <a:spAutoFit/>
          </a:bodyPr>
          <a:lstStyle/>
          <a:p>
            <a:r>
              <a:rPr lang="en-AU" sz="1200" dirty="0">
                <a:latin typeface="Book Antiqua" panose="02040602050305030304" pitchFamily="18" charset="0"/>
              </a:rPr>
              <a:t xml:space="preserve">Three layers of school </a:t>
            </a:r>
            <a:r>
              <a:rPr lang="en-AU" sz="1200" dirty="0" b="1">
                <a:latin typeface="Book Antiqua" panose="02040602050305030304" pitchFamily="18" charset="0"/>
              </a:rPr>
              <a:t>bureaucracy/beaurocracy/bureaucrasy</a:t>
            </a:r>
            <a:r>
              <a:rPr lang="en-AU" sz="1200" dirty="0">
                <a:latin typeface="Book Antiqua" panose="02040602050305030304" pitchFamily="18" charset="0"/>
              </a:rPr>
              <a:t xml:space="preserve"> stood between our band and a lunchtime concert.</a:t>
            </a:r>
          </a:p>
        </p:txBody>
      </p:sp>
      <p:sp>
        <p:nvSpPr>
          <p:cNvPr id="38" name="TextBox 37">
            <a:extLst>
              <a:ext uri="{FF2B5EF4-FFF2-40B4-BE49-F238E27FC236}">
                <a16:creationId xmlns:a16="http://schemas.microsoft.com/office/drawing/2014/main" id="{5B6D005D-EE64-D806-AEDE-2CB204D187C5}"/>
              </a:ext>
            </a:extLst>
          </p:cNvPr>
          <p:cNvSpPr txBox="1"/>
          <p:nvPr/>
        </p:nvSpPr>
        <p:spPr>
          <a:xfrm>
            <a:off x="1238682" y="2199918"/>
            <a:ext cx="5861261" cy="461665"/>
          </a:xfrm>
          <a:prstGeom prst="rect">
            <a:avLst/>
          </a:prstGeom>
          <a:noFill/>
        </p:spPr>
        <p:txBody>
          <a:bodyPr wrap="square">
            <a:spAutoFit/>
          </a:bodyPr>
          <a:lstStyle/>
          <a:p>
            <a:r>
              <a:rPr lang="en-AU" sz="1200" dirty="0">
                <a:latin typeface="Book Antiqua" panose="02040602050305030304" pitchFamily="18" charset="0"/>
              </a:rPr>
              <a:t xml:space="preserve">The pilot's final </a:t>
            </a:r>
            <a:r>
              <a:rPr lang="en-AU" sz="1200" dirty="0" b="1">
                <a:latin typeface="Book Antiqua" panose="02040602050305030304" pitchFamily="18" charset="0"/>
              </a:rPr>
              <a:t>manouvre/manoeuver/manoeuvre</a:t>
            </a:r>
            <a:r>
              <a:rPr lang="en-AU" sz="1200" dirty="0">
                <a:latin typeface="Book Antiqua" panose="02040602050305030304" pitchFamily="18" charset="0"/>
              </a:rPr>
              <a:t xml:space="preserve"> saved the aircraft and all 214 passengers.</a:t>
            </a:r>
          </a:p>
        </p:txBody>
      </p:sp>
      <p:sp>
        <p:nvSpPr>
          <p:cNvPr id="40" name="TextBox 39">
            <a:extLst>
              <a:ext uri="{FF2B5EF4-FFF2-40B4-BE49-F238E27FC236}">
                <a16:creationId xmlns:a16="http://schemas.microsoft.com/office/drawing/2014/main" id="{16CF8CED-2398-BCC4-2152-7057B2E2F7C1}"/>
              </a:ext>
            </a:extLst>
          </p:cNvPr>
          <p:cNvSpPr txBox="1"/>
          <p:nvPr/>
        </p:nvSpPr>
        <p:spPr>
          <a:xfrm>
            <a:off x="1238682" y="2719493"/>
            <a:ext cx="5749339" cy="461665"/>
          </a:xfrm>
          <a:prstGeom prst="rect">
            <a:avLst/>
          </a:prstGeom>
          <a:noFill/>
        </p:spPr>
        <p:txBody>
          <a:bodyPr wrap="square">
            <a:spAutoFit/>
          </a:bodyPr>
          <a:lstStyle/>
          <a:p>
            <a:r>
              <a:rPr lang="en-AU" sz="1200" dirty="0">
                <a:latin typeface="Book Antiqua" panose="02040602050305030304" pitchFamily="18" charset="0"/>
              </a:rPr>
              <a:t xml:space="preserve">The spy's </a:t>
            </a:r>
            <a:r>
              <a:rPr lang="en-AU" sz="1200" dirty="0" b="1">
                <a:latin typeface="Book Antiqua" panose="02040602050305030304" pitchFamily="18" charset="0"/>
              </a:rPr>
              <a:t>surreptitious/surreptitous/surepticious</a:t>
            </a:r>
            <a:r>
              <a:rPr lang="en-AU" sz="1200" dirty="0">
                <a:latin typeface="Book Antiqua" panose="02040602050305030304" pitchFamily="18" charset="0"/>
              </a:rPr>
              <a:t xml:space="preserve"> glance at her watch did not escape the interrogator.</a:t>
            </a:r>
          </a:p>
        </p:txBody>
      </p:sp>
      <p:sp>
        <p:nvSpPr>
          <p:cNvPr id="42" name="TextBox 41">
            <a:extLst>
              <a:ext uri="{FF2B5EF4-FFF2-40B4-BE49-F238E27FC236}">
                <a16:creationId xmlns:a16="http://schemas.microsoft.com/office/drawing/2014/main" id="{EC022D59-CC14-320B-FDBE-8DEE82DF3A3D}"/>
              </a:ext>
            </a:extLst>
          </p:cNvPr>
          <p:cNvSpPr txBox="1"/>
          <p:nvPr/>
        </p:nvSpPr>
        <p:spPr>
          <a:xfrm>
            <a:off x="1238687" y="3247037"/>
            <a:ext cx="5749341" cy="461665"/>
          </a:xfrm>
          <a:prstGeom prst="rect">
            <a:avLst/>
          </a:prstGeom>
          <a:noFill/>
        </p:spPr>
        <p:txBody>
          <a:bodyPr wrap="square">
            <a:spAutoFit/>
          </a:bodyPr>
          <a:lstStyle/>
          <a:p>
            <a:r>
              <a:rPr lang="en-AU" sz="1200" dirty="0">
                <a:latin typeface="Book Antiqua" panose="02040602050305030304" pitchFamily="18" charset="0"/>
              </a:rPr>
              <a:t xml:space="preserve">The </a:t>
            </a:r>
            <a:r>
              <a:rPr lang="en-AU" sz="1200" dirty="0" b="1">
                <a:latin typeface="Book Antiqua" panose="02040602050305030304" pitchFamily="18" charset="0"/>
              </a:rPr>
              <a:t>mischievious/mischevous/mischievous</a:t>
            </a:r>
            <a:r>
              <a:rPr lang="en-AU" sz="1200" dirty="0">
                <a:latin typeface="Book Antiqua" panose="02040602050305030304" pitchFamily="18" charset="0"/>
              </a:rPr>
              <a:t xml:space="preserve"> grin on my brother's face did little to convince Mum that he was innocent.</a:t>
            </a:r>
          </a:p>
        </p:txBody>
      </p:sp>
      <p:sp>
        <p:nvSpPr>
          <p:cNvPr id="44" name="TextBox 43">
            <a:extLst>
              <a:ext uri="{FF2B5EF4-FFF2-40B4-BE49-F238E27FC236}">
                <a16:creationId xmlns:a16="http://schemas.microsoft.com/office/drawing/2014/main" id="{608213EB-DD95-D4C2-F7B2-F8B8DF052EFF}"/>
              </a:ext>
            </a:extLst>
          </p:cNvPr>
          <p:cNvSpPr txBox="1"/>
          <p:nvPr/>
        </p:nvSpPr>
        <p:spPr>
          <a:xfrm>
            <a:off x="1227320" y="4887766"/>
            <a:ext cx="5760695" cy="461665"/>
          </a:xfrm>
          <a:prstGeom prst="rect">
            <a:avLst/>
          </a:prstGeom>
          <a:noFill/>
        </p:spPr>
        <p:txBody>
          <a:bodyPr wrap="square">
            <a:spAutoFit/>
          </a:bodyPr>
          <a:lstStyle/>
          <a:p>
            <a:r>
              <a:rPr lang="en-AU" sz="1200" dirty="0">
                <a:latin typeface="Book Antiqua" panose="02040602050305030304" pitchFamily="18" charset="0"/>
              </a:rPr>
              <a:t xml:space="preserve">Faced with a rebellion in the ranks, the young king had little choice but to </a:t>
            </a:r>
            <a:r>
              <a:rPr lang="en-AU" sz="1200" dirty="0" b="1">
                <a:latin typeface="Book Antiqua" panose="02040602050305030304" pitchFamily="18" charset="0"/>
              </a:rPr>
              <a:t>aquiesce/acquiese/acquiesce</a:t>
            </a:r>
            <a:r>
              <a:rPr lang="en-AU" sz="1200" dirty="0">
                <a:latin typeface="Book Antiqua" panose="02040602050305030304" pitchFamily="18" charset="0"/>
              </a:rPr>
              <a:t>.</a:t>
            </a:r>
          </a:p>
        </p:txBody>
      </p:sp>
      <p:sp>
        <p:nvSpPr>
          <p:cNvPr id="46" name="TextBox 45">
            <a:extLst>
              <a:ext uri="{FF2B5EF4-FFF2-40B4-BE49-F238E27FC236}">
                <a16:creationId xmlns:a16="http://schemas.microsoft.com/office/drawing/2014/main" id="{6121475D-AB01-786B-2484-7C07A13CDC26}"/>
              </a:ext>
            </a:extLst>
          </p:cNvPr>
          <p:cNvSpPr txBox="1"/>
          <p:nvPr/>
        </p:nvSpPr>
        <p:spPr>
          <a:xfrm>
            <a:off x="1222197" y="4350774"/>
            <a:ext cx="5765829" cy="461665"/>
          </a:xfrm>
          <a:prstGeom prst="rect">
            <a:avLst/>
          </a:prstGeom>
          <a:noFill/>
        </p:spPr>
        <p:txBody>
          <a:bodyPr wrap="square">
            <a:spAutoFit/>
          </a:bodyPr>
          <a:lstStyle/>
          <a:p>
            <a:r>
              <a:rPr lang="en-AU" sz="1200" dirty="0">
                <a:latin typeface="Book Antiqua" panose="02040602050305030304" pitchFamily="18" charset="0"/>
              </a:rPr>
              <a:t xml:space="preserve">The cathedral's bells rang for an hour to mark the new </a:t>
            </a:r>
            <a:r>
              <a:rPr lang="en-AU" sz="1200" dirty="0" b="1">
                <a:latin typeface="Book Antiqua" panose="02040602050305030304" pitchFamily="18" charset="0"/>
              </a:rPr>
              <a:t>millennium/millenium/milennium</a:t>
            </a:r>
            <a:r>
              <a:rPr lang="en-AU" sz="1200" dirty="0">
                <a:latin typeface="Book Antiqua" panose="02040602050305030304" pitchFamily="18" charset="0"/>
              </a:rPr>
              <a:t>.</a:t>
            </a:r>
          </a:p>
        </p:txBody>
      </p:sp>
      <p:sp>
        <p:nvSpPr>
          <p:cNvPr id="48" name="TextBox 47">
            <a:extLst>
              <a:ext uri="{FF2B5EF4-FFF2-40B4-BE49-F238E27FC236}">
                <a16:creationId xmlns:a16="http://schemas.microsoft.com/office/drawing/2014/main" id="{09DCD1F5-3AF0-748A-51DE-E9C5E1EC3D43}"/>
              </a:ext>
            </a:extLst>
          </p:cNvPr>
          <p:cNvSpPr txBox="1"/>
          <p:nvPr/>
        </p:nvSpPr>
        <p:spPr>
          <a:xfrm>
            <a:off x="1254504" y="3783599"/>
            <a:ext cx="6321458" cy="461665"/>
          </a:xfrm>
          <a:prstGeom prst="rect">
            <a:avLst/>
          </a:prstGeom>
          <a:noFill/>
        </p:spPr>
        <p:txBody>
          <a:bodyPr wrap="square">
            <a:spAutoFit/>
          </a:bodyPr>
          <a:lstStyle/>
          <a:p>
            <a:r>
              <a:rPr lang="en-AU" sz="1200" dirty="0">
                <a:latin typeface="Book Antiqua" panose="02040602050305030304" pitchFamily="18" charset="0"/>
              </a:rPr>
              <a:t xml:space="preserve">The divers' </a:t>
            </a:r>
            <a:r>
              <a:rPr lang="en-AU" sz="1200" dirty="0" b="1">
                <a:latin typeface="Book Antiqua" panose="02040602050305030304" pitchFamily="18" charset="0"/>
              </a:rPr>
              <a:t>flourescent/fluorescent/fluoresent</a:t>
            </a:r>
            <a:r>
              <a:rPr lang="en-AU" sz="1200" dirty="0">
                <a:latin typeface="Book Antiqua" panose="02040602050305030304" pitchFamily="18" charset="0"/>
              </a:rPr>
              <a:t xml:space="preserve"> suits made them visible even in the murky water.</a:t>
            </a:r>
          </a:p>
        </p:txBody>
      </p:sp>
    </p:spTree>
    <p:extLst>
      <p:ext uri="{BB962C8B-B14F-4D97-AF65-F5344CB8AC3E}">
        <p14:creationId xmlns:p14="http://schemas.microsoft.com/office/powerpoint/2010/main" val="2618660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4461" y="414580"/>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41491" y="414580"/>
            <a:ext cx="0" cy="9476369"/>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4462" y="9890949"/>
            <a:ext cx="7559675" cy="0"/>
          </a:xfrm>
          <a:prstGeom prst="line">
            <a:avLst/>
          </a:prstGeom>
          <a:ln w="9525"/>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244CBB9E-4BE5-662C-C949-26695D063292}"/>
              </a:ext>
            </a:extLst>
          </p:cNvPr>
          <p:cNvSpPr txBox="1"/>
          <p:nvPr/>
        </p:nvSpPr>
        <p:spPr>
          <a:xfrm>
            <a:off x="87682" y="547111"/>
            <a:ext cx="461665" cy="3411650"/>
          </a:xfrm>
          <a:prstGeom prst="rect">
            <a:avLst/>
          </a:prstGeom>
          <a:noFill/>
        </p:spPr>
        <p:txBody>
          <a:bodyPr vert="eaVert" wrap="square" rtlCol="0">
            <a:spAutoFit/>
          </a:bodyPr>
          <a:lstStyle/>
          <a:p>
            <a:r>
              <a:rPr lang="en-AU" dirty="0">
                <a:latin typeface="Candara" panose="020E0502030303020204" pitchFamily="34" charset="0"/>
              </a:rPr>
              <a:t>Grammar</a:t>
            </a:r>
          </a:p>
        </p:txBody>
      </p:sp>
      <p:sp>
        <p:nvSpPr>
          <p:cNvPr id="4" name="object 34">
            <a:extLst>
              <a:ext uri="{FF2B5EF4-FFF2-40B4-BE49-F238E27FC236}">
                <a16:creationId xmlns:a16="http://schemas.microsoft.com/office/drawing/2014/main" id="{95DF739C-3192-6132-5E9B-AD827E1821F7}"/>
              </a:ext>
            </a:extLst>
          </p:cNvPr>
          <p:cNvSpPr txBox="1"/>
          <p:nvPr/>
        </p:nvSpPr>
        <p:spPr>
          <a:xfrm>
            <a:off x="696835" y="10144659"/>
            <a:ext cx="3671806"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NUMBER OF CORRECT ANSWERS</a:t>
            </a:r>
            <a:endParaRPr b="1" dirty="0">
              <a:latin typeface="Candara" panose="020E0502030303020204" pitchFamily="34" charset="0"/>
              <a:cs typeface="Cambria"/>
            </a:endParaRPr>
          </a:p>
        </p:txBody>
      </p:sp>
      <p:sp>
        <p:nvSpPr>
          <p:cNvPr id="7" name="Rectangle 6">
            <a:extLst>
              <a:ext uri="{FF2B5EF4-FFF2-40B4-BE49-F238E27FC236}">
                <a16:creationId xmlns:a16="http://schemas.microsoft.com/office/drawing/2014/main" id="{69E24734-DF31-3A7F-D61D-63424D5D73F8}"/>
              </a:ext>
            </a:extLst>
          </p:cNvPr>
          <p:cNvSpPr/>
          <p:nvPr/>
        </p:nvSpPr>
        <p:spPr>
          <a:xfrm>
            <a:off x="5064072" y="10018269"/>
            <a:ext cx="1136755"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bject 34">
            <a:extLst>
              <a:ext uri="{FF2B5EF4-FFF2-40B4-BE49-F238E27FC236}">
                <a16:creationId xmlns:a16="http://schemas.microsoft.com/office/drawing/2014/main" id="{5E469678-8223-2EE8-7E84-BA974DF12FDB}"/>
              </a:ext>
            </a:extLst>
          </p:cNvPr>
          <p:cNvSpPr txBox="1"/>
          <p:nvPr/>
        </p:nvSpPr>
        <p:spPr>
          <a:xfrm>
            <a:off x="5632449" y="10107321"/>
            <a:ext cx="761833"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/20</a:t>
            </a:r>
            <a:endParaRPr b="1" dirty="0">
              <a:latin typeface="Candara" panose="020E0502030303020204" pitchFamily="34" charset="0"/>
              <a:cs typeface="Cambria"/>
            </a:endParaRPr>
          </a:p>
        </p:txBody>
      </p:sp>
      <p:sp>
        <p:nvSpPr>
          <p:cNvPr id="2" name="TextBox 1">
            <a:extLst>
              <a:ext uri="{FF2B5EF4-FFF2-40B4-BE49-F238E27FC236}">
                <a16:creationId xmlns:a16="http://schemas.microsoft.com/office/drawing/2014/main" id="{7AE1700C-8B86-ECEB-C982-5F8EBE57E0D7}"/>
              </a:ext>
            </a:extLst>
          </p:cNvPr>
          <p:cNvSpPr txBox="1"/>
          <p:nvPr/>
        </p:nvSpPr>
        <p:spPr>
          <a:xfrm>
            <a:off x="136628" y="4066797"/>
            <a:ext cx="461665" cy="1786601"/>
          </a:xfrm>
          <a:prstGeom prst="rect">
            <a:avLst/>
          </a:prstGeom>
          <a:noFill/>
        </p:spPr>
        <p:txBody>
          <a:bodyPr vert="eaVert" wrap="square" rtlCol="0">
            <a:spAutoFit/>
          </a:bodyPr>
          <a:lstStyle/>
          <a:p>
            <a:r>
              <a:rPr lang="en-AU" dirty="0">
                <a:latin typeface="Candara" panose="020E0502030303020204" pitchFamily="34" charset="0"/>
              </a:rPr>
              <a:t>Techniques </a:t>
            </a:r>
          </a:p>
        </p:txBody>
      </p:sp>
      <p:cxnSp>
        <p:nvCxnSpPr>
          <p:cNvPr id="19" name="Straight Connector 18">
            <a:extLst>
              <a:ext uri="{FF2B5EF4-FFF2-40B4-BE49-F238E27FC236}">
                <a16:creationId xmlns:a16="http://schemas.microsoft.com/office/drawing/2014/main" id="{BD38CE8B-079C-638A-0B2A-084A36737340}"/>
              </a:ext>
            </a:extLst>
          </p:cNvPr>
          <p:cNvCxnSpPr>
            <a:cxnSpLocks/>
          </p:cNvCxnSpPr>
          <p:nvPr/>
        </p:nvCxnSpPr>
        <p:spPr>
          <a:xfrm>
            <a:off x="660758" y="4084544"/>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61" name="Rectangle: Top Corners Snipped 60">
            <a:extLst>
              <a:ext uri="{FF2B5EF4-FFF2-40B4-BE49-F238E27FC236}">
                <a16:creationId xmlns:a16="http://schemas.microsoft.com/office/drawing/2014/main" id="{F448BC66-54FA-5485-1777-BBDDF15587F4}"/>
              </a:ext>
            </a:extLst>
          </p:cNvPr>
          <p:cNvSpPr/>
          <p:nvPr/>
        </p:nvSpPr>
        <p:spPr>
          <a:xfrm rot="5400000">
            <a:off x="709515" y="551840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2" name="Rectangle: Top Corners Snipped 61">
            <a:extLst>
              <a:ext uri="{FF2B5EF4-FFF2-40B4-BE49-F238E27FC236}">
                <a16:creationId xmlns:a16="http://schemas.microsoft.com/office/drawing/2014/main" id="{A0CC4479-F062-F9C7-68EA-5303D7773A96}"/>
              </a:ext>
            </a:extLst>
          </p:cNvPr>
          <p:cNvSpPr/>
          <p:nvPr/>
        </p:nvSpPr>
        <p:spPr>
          <a:xfrm rot="5400000">
            <a:off x="700070" y="668060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3" name="TextBox 62">
            <a:extLst>
              <a:ext uri="{FF2B5EF4-FFF2-40B4-BE49-F238E27FC236}">
                <a16:creationId xmlns:a16="http://schemas.microsoft.com/office/drawing/2014/main" id="{725459EC-61AC-253C-6E11-74573F58555A}"/>
              </a:ext>
            </a:extLst>
          </p:cNvPr>
          <p:cNvSpPr txBox="1"/>
          <p:nvPr/>
        </p:nvSpPr>
        <p:spPr>
          <a:xfrm>
            <a:off x="694944" y="4133087"/>
            <a:ext cx="6839712" cy="470001"/>
          </a:xfrm>
          <a:prstGeom prst="rect">
            <a:avLst/>
          </a:prstGeom>
          <a:noFill/>
        </p:spPr>
        <p:txBody>
          <a:bodyPr wrap="square" lIns="18288" rIns="18288">
            <a:spAutoFit/>
          </a:bodyPr>
          <a:lstStyle/>
          <a:p>
            <a:pPr algn="just">
              <a:spcAft>
                <a:spcPts val="800"/>
              </a:spcAft>
            </a:pPr>
            <a:r>
              <a:rPr lang="en-US" sz="1200" dirty="0" b="1">
                <a:solidFill>
                  <a:srgbClr val="231F20"/>
                </a:solidFill>
                <a:latin typeface="Book Antiqua" panose="02040602050305030304" pitchFamily="18" charset="0"/>
                <a:ea typeface="Cambria" panose="02040503050406030204" pitchFamily="18" charset="0"/>
              </a:rPr>
              <a:t>Identify whether each scenario uses verbal (V), situational (S) or dramatic (D) irony, then explain the irony (½ mark for the correct type + ½ mark for an accurate explanation).</a:t>
            </a:r>
            <a:endParaRPr lang="en-AU" sz="1200" b="1" dirty="0">
              <a:solidFill>
                <a:srgbClr val="231F20"/>
              </a:solidFill>
              <a:latin typeface="Book Antiqua" panose="02040602050305030304" pitchFamily="18" charset="0"/>
              <a:ea typeface="Cambria" panose="02040503050406030204" pitchFamily="18" charset="0"/>
            </a:endParaRPr>
          </a:p>
        </p:txBody>
      </p:sp>
      <p:sp>
        <p:nvSpPr>
          <p:cNvPr id="65" name="Rectangle: Top Corners Snipped 64">
            <a:extLst>
              <a:ext uri="{FF2B5EF4-FFF2-40B4-BE49-F238E27FC236}">
                <a16:creationId xmlns:a16="http://schemas.microsoft.com/office/drawing/2014/main" id="{BD49497F-43A3-7D82-F5C2-C4CAFB70F514}"/>
              </a:ext>
            </a:extLst>
          </p:cNvPr>
          <p:cNvSpPr/>
          <p:nvPr/>
        </p:nvSpPr>
        <p:spPr>
          <a:xfrm rot="5400000">
            <a:off x="709555" y="7653527"/>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0" name="TextBox 69">
            <a:extLst>
              <a:ext uri="{FF2B5EF4-FFF2-40B4-BE49-F238E27FC236}">
                <a16:creationId xmlns:a16="http://schemas.microsoft.com/office/drawing/2014/main" id="{1F8F9B66-0E9E-5B1E-5DE1-2795833C8E08}"/>
              </a:ext>
            </a:extLst>
          </p:cNvPr>
          <p:cNvSpPr txBox="1"/>
          <p:nvPr/>
        </p:nvSpPr>
        <p:spPr>
          <a:xfrm>
            <a:off x="663549" y="5614416"/>
            <a:ext cx="374237" cy="276999"/>
          </a:xfrm>
          <a:prstGeom prst="rect">
            <a:avLst/>
          </a:prstGeom>
          <a:noFill/>
        </p:spPr>
        <p:txBody>
          <a:bodyPr wrap="square" rtlCol="0">
            <a:spAutoFit/>
          </a:bodyPr>
          <a:lstStyle/>
          <a:p>
            <a:r>
              <a:rPr lang="en-AU" sz="1200" b="1" spc="-50" dirty="0">
                <a:solidFill>
                  <a:srgbClr val="231F20"/>
                </a:solidFill>
                <a:latin typeface="Arial"/>
                <a:cs typeface="Arial"/>
              </a:rPr>
              <a:t>17</a:t>
            </a:r>
            <a:endParaRPr lang="en-AU" sz="1200" dirty="0"/>
          </a:p>
        </p:txBody>
      </p:sp>
      <p:sp>
        <p:nvSpPr>
          <p:cNvPr id="73" name="Rectangle: Top Corners Snipped 72">
            <a:extLst>
              <a:ext uri="{FF2B5EF4-FFF2-40B4-BE49-F238E27FC236}">
                <a16:creationId xmlns:a16="http://schemas.microsoft.com/office/drawing/2014/main" id="{04BDA163-4687-66CF-A863-8D1177A83BBC}"/>
              </a:ext>
            </a:extLst>
          </p:cNvPr>
          <p:cNvSpPr/>
          <p:nvPr/>
        </p:nvSpPr>
        <p:spPr>
          <a:xfrm rot="5400000">
            <a:off x="707353" y="862644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4" name="TextBox 73">
            <a:extLst>
              <a:ext uri="{FF2B5EF4-FFF2-40B4-BE49-F238E27FC236}">
                <a16:creationId xmlns:a16="http://schemas.microsoft.com/office/drawing/2014/main" id="{8A3D0483-A9B8-B0B0-182D-039109C47947}"/>
              </a:ext>
            </a:extLst>
          </p:cNvPr>
          <p:cNvSpPr txBox="1"/>
          <p:nvPr/>
        </p:nvSpPr>
        <p:spPr>
          <a:xfrm>
            <a:off x="6830568" y="5618987"/>
            <a:ext cx="731520" cy="276999"/>
          </a:xfrm>
          <a:prstGeom prst="rect">
            <a:avLst/>
          </a:prstGeom>
          <a:noFill/>
        </p:spPr>
        <p:txBody>
          <a:bodyPr wrap="square" rtlCol="0" lIns="0" rIns="0">
            <a:spAutoFit/>
          </a:bodyPr>
          <a:lstStyle/>
          <a:p>
            <a:pPr>
              <a:spcBef>
                <a:spcPts val="10"/>
              </a:spcBef>
            </a:pPr>
            <a:r>
              <a:rPr lang="en-US" sz="1200" dirty="0">
                <a:latin typeface="Book Antiqua"/>
                <a:cs typeface="Book Antiqua"/>
              </a:rPr>
              <a:t>V | S | D</a:t>
            </a:r>
          </a:p>
        </p:txBody>
      </p:sp>
      <p:sp>
        <p:nvSpPr>
          <p:cNvPr id="75" name="TextBox 74">
            <a:extLst>
              <a:ext uri="{FF2B5EF4-FFF2-40B4-BE49-F238E27FC236}">
                <a16:creationId xmlns:a16="http://schemas.microsoft.com/office/drawing/2014/main" id="{25B70F6D-E359-B169-8A1C-299D5C57E84C}"/>
              </a:ext>
            </a:extLst>
          </p:cNvPr>
          <p:cNvSpPr txBox="1"/>
          <p:nvPr/>
        </p:nvSpPr>
        <p:spPr>
          <a:xfrm>
            <a:off x="6830568" y="6781190"/>
            <a:ext cx="731520" cy="276999"/>
          </a:xfrm>
          <a:prstGeom prst="rect">
            <a:avLst/>
          </a:prstGeom>
          <a:noFill/>
        </p:spPr>
        <p:txBody>
          <a:bodyPr wrap="square" rtlCol="0" lIns="0" rIns="0">
            <a:spAutoFit/>
          </a:bodyPr>
          <a:lstStyle/>
          <a:p>
            <a:pPr>
              <a:spcBef>
                <a:spcPts val="10"/>
              </a:spcBef>
            </a:pPr>
            <a:r>
              <a:rPr lang="en-US" sz="1200" dirty="0">
                <a:latin typeface="Book Antiqua"/>
                <a:cs typeface="Book Antiqua"/>
              </a:rPr>
              <a:t>V | S | D</a:t>
            </a:r>
          </a:p>
        </p:txBody>
      </p:sp>
      <p:sp>
        <p:nvSpPr>
          <p:cNvPr id="76" name="TextBox 75">
            <a:extLst>
              <a:ext uri="{FF2B5EF4-FFF2-40B4-BE49-F238E27FC236}">
                <a16:creationId xmlns:a16="http://schemas.microsoft.com/office/drawing/2014/main" id="{6B9C499B-044D-D7DE-72E5-9AEE93E2F153}"/>
              </a:ext>
            </a:extLst>
          </p:cNvPr>
          <p:cNvSpPr txBox="1"/>
          <p:nvPr/>
        </p:nvSpPr>
        <p:spPr>
          <a:xfrm>
            <a:off x="6830568" y="7754112"/>
            <a:ext cx="731520" cy="276999"/>
          </a:xfrm>
          <a:prstGeom prst="rect">
            <a:avLst/>
          </a:prstGeom>
          <a:noFill/>
        </p:spPr>
        <p:txBody>
          <a:bodyPr wrap="square" rtlCol="0" lIns="0" rIns="0">
            <a:spAutoFit/>
          </a:bodyPr>
          <a:lstStyle/>
          <a:p>
            <a:pPr>
              <a:spcBef>
                <a:spcPts val="10"/>
              </a:spcBef>
            </a:pPr>
            <a:r>
              <a:rPr lang="en-US" sz="1200" dirty="0">
                <a:latin typeface="Book Antiqua"/>
                <a:cs typeface="Book Antiqua"/>
              </a:rPr>
              <a:t>V | S | D</a:t>
            </a:r>
          </a:p>
        </p:txBody>
      </p:sp>
      <p:sp>
        <p:nvSpPr>
          <p:cNvPr id="77" name="TextBox 76">
            <a:extLst>
              <a:ext uri="{FF2B5EF4-FFF2-40B4-BE49-F238E27FC236}">
                <a16:creationId xmlns:a16="http://schemas.microsoft.com/office/drawing/2014/main" id="{187A9E47-45D2-0955-E76B-6FD30E7182C9}"/>
              </a:ext>
            </a:extLst>
          </p:cNvPr>
          <p:cNvSpPr txBox="1"/>
          <p:nvPr/>
        </p:nvSpPr>
        <p:spPr>
          <a:xfrm>
            <a:off x="6830568" y="8727033"/>
            <a:ext cx="731520" cy="276999"/>
          </a:xfrm>
          <a:prstGeom prst="rect">
            <a:avLst/>
          </a:prstGeom>
          <a:noFill/>
        </p:spPr>
        <p:txBody>
          <a:bodyPr wrap="square" rtlCol="0" lIns="0" rIns="0">
            <a:spAutoFit/>
          </a:bodyPr>
          <a:lstStyle/>
          <a:p>
            <a:pPr>
              <a:spcBef>
                <a:spcPts val="10"/>
              </a:spcBef>
            </a:pPr>
            <a:r>
              <a:rPr lang="en-US" sz="1200" dirty="0">
                <a:latin typeface="Book Antiqua"/>
                <a:cs typeface="Book Antiqua"/>
              </a:rPr>
              <a:t>V | S | D</a:t>
            </a:r>
          </a:p>
        </p:txBody>
      </p:sp>
      <p:sp>
        <p:nvSpPr>
          <p:cNvPr id="84" name="TextBox 83">
            <a:extLst>
              <a:ext uri="{FF2B5EF4-FFF2-40B4-BE49-F238E27FC236}">
                <a16:creationId xmlns:a16="http://schemas.microsoft.com/office/drawing/2014/main" id="{142E5E20-3B21-8E7D-30BC-E8816334EA9B}"/>
              </a:ext>
            </a:extLst>
          </p:cNvPr>
          <p:cNvSpPr txBox="1"/>
          <p:nvPr/>
        </p:nvSpPr>
        <p:spPr>
          <a:xfrm>
            <a:off x="660758" y="6776618"/>
            <a:ext cx="374237" cy="276999"/>
          </a:xfrm>
          <a:prstGeom prst="rect">
            <a:avLst/>
          </a:prstGeom>
          <a:noFill/>
        </p:spPr>
        <p:txBody>
          <a:bodyPr wrap="square" rtlCol="0">
            <a:spAutoFit/>
          </a:bodyPr>
          <a:lstStyle/>
          <a:p>
            <a:r>
              <a:rPr lang="en-AU" sz="1200" b="1" spc="-50" dirty="0">
                <a:solidFill>
                  <a:srgbClr val="231F20"/>
                </a:solidFill>
                <a:latin typeface="Arial"/>
                <a:cs typeface="Arial"/>
              </a:rPr>
              <a:t>18</a:t>
            </a:r>
            <a:endParaRPr lang="en-AU" sz="1200" dirty="0"/>
          </a:p>
        </p:txBody>
      </p:sp>
      <p:sp>
        <p:nvSpPr>
          <p:cNvPr id="85" name="TextBox 84">
            <a:extLst>
              <a:ext uri="{FF2B5EF4-FFF2-40B4-BE49-F238E27FC236}">
                <a16:creationId xmlns:a16="http://schemas.microsoft.com/office/drawing/2014/main" id="{2BB6E953-1F76-3170-C302-E8BB2552AE81}"/>
              </a:ext>
            </a:extLst>
          </p:cNvPr>
          <p:cNvSpPr txBox="1"/>
          <p:nvPr/>
        </p:nvSpPr>
        <p:spPr>
          <a:xfrm>
            <a:off x="670960" y="7749540"/>
            <a:ext cx="374237" cy="276999"/>
          </a:xfrm>
          <a:prstGeom prst="rect">
            <a:avLst/>
          </a:prstGeom>
          <a:noFill/>
        </p:spPr>
        <p:txBody>
          <a:bodyPr wrap="square" rtlCol="0">
            <a:spAutoFit/>
          </a:bodyPr>
          <a:lstStyle/>
          <a:p>
            <a:r>
              <a:rPr lang="en-AU" sz="1200" b="1" spc="-50" dirty="0">
                <a:solidFill>
                  <a:srgbClr val="231F20"/>
                </a:solidFill>
                <a:latin typeface="Arial"/>
                <a:cs typeface="Arial"/>
              </a:rPr>
              <a:t>19</a:t>
            </a:r>
            <a:endParaRPr lang="en-AU" sz="1200" dirty="0"/>
          </a:p>
        </p:txBody>
      </p:sp>
      <p:sp>
        <p:nvSpPr>
          <p:cNvPr id="13" name="TextBox 12">
            <a:extLst>
              <a:ext uri="{FF2B5EF4-FFF2-40B4-BE49-F238E27FC236}">
                <a16:creationId xmlns:a16="http://schemas.microsoft.com/office/drawing/2014/main" id="{85E1DC46-72F2-9AFF-1CAB-6293091D290E}"/>
              </a:ext>
            </a:extLst>
          </p:cNvPr>
          <p:cNvSpPr txBox="1"/>
          <p:nvPr/>
        </p:nvSpPr>
        <p:spPr>
          <a:xfrm>
            <a:off x="648893" y="8722461"/>
            <a:ext cx="374237" cy="276999"/>
          </a:xfrm>
          <a:prstGeom prst="rect">
            <a:avLst/>
          </a:prstGeom>
          <a:noFill/>
        </p:spPr>
        <p:txBody>
          <a:bodyPr wrap="square" rtlCol="0">
            <a:spAutoFit/>
          </a:bodyPr>
          <a:lstStyle/>
          <a:p>
            <a:r>
              <a:rPr lang="en-AU" sz="1200" b="1" spc="-50" dirty="0">
                <a:solidFill>
                  <a:srgbClr val="231F20"/>
                </a:solidFill>
                <a:latin typeface="Arial"/>
                <a:cs typeface="Arial"/>
              </a:rPr>
              <a:t>20</a:t>
            </a:r>
            <a:endParaRPr lang="en-AU" sz="1200" dirty="0"/>
          </a:p>
        </p:txBody>
      </p:sp>
      <p:sp>
        <p:nvSpPr>
          <p:cNvPr id="9" name="TextBox 8">
            <a:extLst>
              <a:ext uri="{FF2B5EF4-FFF2-40B4-BE49-F238E27FC236}">
                <a16:creationId xmlns:a16="http://schemas.microsoft.com/office/drawing/2014/main" id="{64478F42-9058-2EF1-C448-11C575D54246}"/>
              </a:ext>
            </a:extLst>
          </p:cNvPr>
          <p:cNvSpPr txBox="1"/>
          <p:nvPr/>
        </p:nvSpPr>
        <p:spPr>
          <a:xfrm>
            <a:off x="847876" y="4712817"/>
            <a:ext cx="6530629" cy="732434"/>
          </a:xfrm>
          <a:prstGeom prst="roundRect">
            <a:avLst/>
          </a:prstGeom>
          <a:solidFill>
            <a:schemeClr val="bg2"/>
          </a:solidFill>
        </p:spPr>
        <p:txBody>
          <a:bodyPr wrap="square">
            <a:spAutoFit/>
          </a:bodyPr>
          <a:lstStyle/>
          <a:p>
            <a:pPr algn="just">
              <a:spcAft>
                <a:spcPts val="400"/>
              </a:spcAft>
            </a:pPr>
            <a:r>
              <a:rPr lang="en-AU" sz="1200" dirty="0" b="1">
                <a:solidFill>
                  <a:srgbClr val="231F20"/>
                </a:solidFill>
                <a:latin typeface="Book Antiqua" panose="02040602050305030304" pitchFamily="18" charset="0"/>
                <a:ea typeface="Cambria" panose="02040503050406030204" pitchFamily="18" charset="0"/>
              </a:rPr>
              <a:t>Example:</a:t>
            </a:r>
            <a:r>
              <a:rPr lang="en-AU" sz="1200" dirty="0">
                <a:solidFill>
                  <a:srgbClr val="231F20"/>
                </a:solidFill>
                <a:latin typeface="Book Antiqua" panose="02040602050305030304" pitchFamily="18" charset="0"/>
                <a:ea typeface="Cambria" panose="02040503050406030204" pitchFamily="18" charset="0"/>
              </a:rPr>
              <a:t xml:space="preserve"> A spelling-bee champion misspells her own name.</a:t>
            </a:r>
          </a:p>
          <a:p>
            <a:pPr algn="just"/>
            <a:r>
              <a:rPr lang="en-AU" sz="1200" dirty="0" b="1">
                <a:solidFill>
                  <a:srgbClr val="231F20"/>
                </a:solidFill>
                <a:latin typeface="Book Antiqua" panose="02040602050305030304" pitchFamily="18" charset="0"/>
                <a:ea typeface="Cambria" panose="02040503050406030204" pitchFamily="18" charset="0"/>
              </a:rPr>
              <a:t>Explanation:</a:t>
            </a:r>
            <a:r>
              <a:rPr lang="en-AU" sz="1200" dirty="0">
                <a:solidFill>
                  <a:srgbClr val="231F20"/>
                </a:solidFill>
                <a:latin typeface="Book Antiqua" panose="02040602050305030304" pitchFamily="18" charset="0"/>
                <a:ea typeface="Cambria" panose="02040503050406030204" pitchFamily="18" charset="0"/>
              </a:rPr>
              <a:t xml:space="preserve"> Someone famous for flawless spelling gets her own name wrong – the opposite of what we would expect.</a:t>
            </a:r>
            <a:endParaRPr lang="en-AU" sz="1200" b="1" dirty="0">
              <a:solidFill>
                <a:srgbClr val="231F20"/>
              </a:solidFill>
              <a:latin typeface="Book Antiqua" panose="02040602050305030304" pitchFamily="18" charset="0"/>
              <a:ea typeface="Cambria" panose="02040503050406030204" pitchFamily="18" charset="0"/>
            </a:endParaRPr>
          </a:p>
        </p:txBody>
      </p:sp>
      <p:sp>
        <p:nvSpPr>
          <p:cNvPr id="87" name="TextBox 73"/>
          <p:cNvSpPr txBox="1"/>
          <p:nvPr/>
        </p:nvSpPr>
        <p:spPr>
          <a:xfrm>
            <a:off x="6509825" y="4758537"/>
            <a:ext cx="731520" cy="274320"/>
          </a:xfrm>
          <a:prstGeom prst="rect">
            <a:avLst/>
          </a:prstGeom>
          <a:noFill/>
        </p:spPr>
        <p:txBody>
          <a:bodyPr wrap="square" rtlCol="0" lIns="0" rIns="0">
            <a:spAutoFit/>
          </a:bodyPr>
          <a:lstStyle/>
          <a:p>
            <a:pPr>
              <a:spcBef>
                <a:spcPts val="10"/>
              </a:spcBef>
            </a:pPr>
            <a:r>
              <a:rPr lang="en-US" sz="1200" dirty="0">
                <a:latin typeface="Book Antiqua"/>
                <a:cs typeface="Book Antiqua"/>
              </a:rPr>
              <a:t xml:space="preserve">V | </a:t>
            </a:r>
            <a:r>
              <a:rPr lang="en-US" sz="1200" dirty="0" b="1">
                <a:latin typeface="Book Antiqua"/>
                <a:cs typeface="Book Antiqua"/>
              </a:rPr>
              <a:t>S</a:t>
            </a:r>
            <a:r>
              <a:rPr lang="en-US" sz="1200" dirty="0">
                <a:latin typeface="Book Antiqua"/>
                <a:cs typeface="Book Antiqua"/>
              </a:rPr>
              <a:t xml:space="preserve"> | D</a:t>
            </a:r>
          </a:p>
        </p:txBody>
      </p:sp>
      <p:sp>
        <p:nvSpPr>
          <p:cNvPr id="16" name="object 34">
            <a:extLst>
              <a:ext uri="{FF2B5EF4-FFF2-40B4-BE49-F238E27FC236}">
                <a16:creationId xmlns:a16="http://schemas.microsoft.com/office/drawing/2014/main" id="{351937C1-F788-EB59-5A84-B90A527DDCB2}"/>
              </a:ext>
            </a:extLst>
          </p:cNvPr>
          <p:cNvSpPr txBox="1"/>
          <p:nvPr/>
        </p:nvSpPr>
        <p:spPr>
          <a:xfrm>
            <a:off x="833277" y="6159398"/>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17" name="object 34">
            <a:extLst>
              <a:ext uri="{FF2B5EF4-FFF2-40B4-BE49-F238E27FC236}">
                <a16:creationId xmlns:a16="http://schemas.microsoft.com/office/drawing/2014/main" id="{96F4495F-1E4A-6B13-8A6F-ED00F5D103ED}"/>
              </a:ext>
            </a:extLst>
          </p:cNvPr>
          <p:cNvSpPr txBox="1"/>
          <p:nvPr/>
        </p:nvSpPr>
        <p:spPr>
          <a:xfrm>
            <a:off x="773293" y="7132319"/>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23" name="object 34">
            <a:extLst>
              <a:ext uri="{FF2B5EF4-FFF2-40B4-BE49-F238E27FC236}">
                <a16:creationId xmlns:a16="http://schemas.microsoft.com/office/drawing/2014/main" id="{BB63C5CF-EA20-B643-FF24-609D0C810403}"/>
              </a:ext>
            </a:extLst>
          </p:cNvPr>
          <p:cNvSpPr txBox="1"/>
          <p:nvPr/>
        </p:nvSpPr>
        <p:spPr>
          <a:xfrm>
            <a:off x="773292" y="8105241"/>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24" name="object 34">
            <a:extLst>
              <a:ext uri="{FF2B5EF4-FFF2-40B4-BE49-F238E27FC236}">
                <a16:creationId xmlns:a16="http://schemas.microsoft.com/office/drawing/2014/main" id="{143DD7E1-0F52-7F75-AC9C-95E38F83E57F}"/>
              </a:ext>
            </a:extLst>
          </p:cNvPr>
          <p:cNvSpPr txBox="1"/>
          <p:nvPr/>
        </p:nvSpPr>
        <p:spPr>
          <a:xfrm>
            <a:off x="787029" y="9267444"/>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27" name="TextBox 26">
            <a:extLst>
              <a:ext uri="{FF2B5EF4-FFF2-40B4-BE49-F238E27FC236}">
                <a16:creationId xmlns:a16="http://schemas.microsoft.com/office/drawing/2014/main" id="{5EA95986-B782-3C30-6321-8B3348BD6D49}"/>
              </a:ext>
            </a:extLst>
          </p:cNvPr>
          <p:cNvSpPr txBox="1"/>
          <p:nvPr/>
        </p:nvSpPr>
        <p:spPr>
          <a:xfrm>
            <a:off x="713907" y="463898"/>
            <a:ext cx="5959536" cy="471476"/>
          </a:xfrm>
          <a:prstGeom prst="rect">
            <a:avLst/>
          </a:prstGeom>
          <a:noFill/>
        </p:spPr>
        <p:txBody>
          <a:bodyPr wrap="square">
            <a:spAutoFit/>
          </a:bodyPr>
          <a:lstStyle/>
          <a:p>
            <a:pPr algn="just">
              <a:lnSpc>
                <a:spcPct val="105000"/>
              </a:lnSpc>
              <a:spcAft>
                <a:spcPts val="800"/>
              </a:spcAft>
            </a:pPr>
            <a:r>
              <a:rPr lang="en-AU" sz="1200" b="1" kern="100" dirty="0">
                <a:effectLst/>
                <a:latin typeface="Book Antiqua" panose="02040602050305030304" pitchFamily="18" charset="0"/>
                <a:ea typeface="Yu Gothic" panose="020B0400000000000000" pitchFamily="34" charset="-128"/>
                <a:cs typeface="Times New Roman" panose="02020603050405020304" pitchFamily="18" charset="0"/>
              </a:rPr>
              <a:t>Each sentence contains 2-3 grammatical errors. Please rewrite the sentence with appropriate grammar. </a:t>
            </a:r>
            <a:endParaRPr lang="en-AU" sz="1200" kern="100" dirty="0">
              <a:effectLst/>
              <a:latin typeface="Arial" panose="020B0604020202020204" pitchFamily="34" charset="0"/>
              <a:ea typeface="Yu Gothic" panose="020B0400000000000000" pitchFamily="34" charset="-128"/>
              <a:cs typeface="Times New Roman" panose="02020603050405020304" pitchFamily="18" charset="0"/>
            </a:endParaRPr>
          </a:p>
        </p:txBody>
      </p:sp>
      <p:sp>
        <p:nvSpPr>
          <p:cNvPr id="51" name="object 34">
            <a:extLst>
              <a:ext uri="{FF2B5EF4-FFF2-40B4-BE49-F238E27FC236}">
                <a16:creationId xmlns:a16="http://schemas.microsoft.com/office/drawing/2014/main" id="{4D0B8321-B7E7-3AC5-48C9-2E34C7105977}"/>
              </a:ext>
            </a:extLst>
          </p:cNvPr>
          <p:cNvSpPr txBox="1"/>
          <p:nvPr/>
        </p:nvSpPr>
        <p:spPr>
          <a:xfrm>
            <a:off x="1267025" y="928892"/>
            <a:ext cx="6217920" cy="382156"/>
          </a:xfrm>
          <a:prstGeom prst="rect">
            <a:avLst/>
          </a:prstGeom>
        </p:spPr>
        <p:txBody>
          <a:bodyPr vert="horz" wrap="square" lIns="0" tIns="12700" rIns="0" bIns="0" rtlCol="0">
            <a:spAutoFit/>
          </a:bodyPr>
          <a:lstStyle/>
          <a:p>
            <a:pPr marL="12700">
              <a:lnSpc>
                <a:spcPct val="100000"/>
              </a:lnSpc>
              <a:spcBef>
                <a:spcPts val="100"/>
              </a:spcBef>
            </a:pPr>
            <a:r>
              <a:rPr lang="en-US" sz="1200" dirty="0">
                <a:latin typeface="Book Antiqua" panose="02040602050305030304" pitchFamily="18" charset="0"/>
              </a:rPr>
              <a:t>The SRC's new plan aims to reduce waste, cutting canteen queues and to raise money for charity, some students say it is little more than a slogan.</a:t>
            </a:r>
            <a:endParaRPr lang="en-AU" sz="1200" spc="-20" dirty="0">
              <a:solidFill>
                <a:srgbClr val="231F20"/>
              </a:solidFill>
              <a:latin typeface="Book Antiqua" panose="02040602050305030304" pitchFamily="18" charset="0"/>
              <a:cs typeface="Cambria"/>
            </a:endParaRPr>
          </a:p>
        </p:txBody>
      </p:sp>
      <p:sp>
        <p:nvSpPr>
          <p:cNvPr id="52" name="Rectangle: Top Corners Snipped 51">
            <a:extLst>
              <a:ext uri="{FF2B5EF4-FFF2-40B4-BE49-F238E27FC236}">
                <a16:creationId xmlns:a16="http://schemas.microsoft.com/office/drawing/2014/main" id="{D7410AE7-8108-9025-3830-F9ED9218B539}"/>
              </a:ext>
            </a:extLst>
          </p:cNvPr>
          <p:cNvSpPr/>
          <p:nvPr/>
        </p:nvSpPr>
        <p:spPr>
          <a:xfrm rot="5400000">
            <a:off x="706388" y="3002617"/>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3" name="Rectangle: Top Corners Snipped 52">
            <a:extLst>
              <a:ext uri="{FF2B5EF4-FFF2-40B4-BE49-F238E27FC236}">
                <a16:creationId xmlns:a16="http://schemas.microsoft.com/office/drawing/2014/main" id="{07B8D2BF-0E37-F242-358C-2AA3FEE956C3}"/>
              </a:ext>
            </a:extLst>
          </p:cNvPr>
          <p:cNvSpPr/>
          <p:nvPr/>
        </p:nvSpPr>
        <p:spPr>
          <a:xfrm rot="5400000">
            <a:off x="712971" y="91069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4" name="Rectangle: Top Corners Snipped 53">
            <a:extLst>
              <a:ext uri="{FF2B5EF4-FFF2-40B4-BE49-F238E27FC236}">
                <a16:creationId xmlns:a16="http://schemas.microsoft.com/office/drawing/2014/main" id="{37B9AEC9-1F08-808D-513E-7382E083667E}"/>
              </a:ext>
            </a:extLst>
          </p:cNvPr>
          <p:cNvSpPr/>
          <p:nvPr/>
        </p:nvSpPr>
        <p:spPr>
          <a:xfrm rot="5400000">
            <a:off x="712212" y="192873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5" name="object 34">
            <a:extLst>
              <a:ext uri="{FF2B5EF4-FFF2-40B4-BE49-F238E27FC236}">
                <a16:creationId xmlns:a16="http://schemas.microsoft.com/office/drawing/2014/main" id="{C83A20DA-FC5A-6976-924E-652B4746F827}"/>
              </a:ext>
            </a:extLst>
          </p:cNvPr>
          <p:cNvSpPr txBox="1"/>
          <p:nvPr/>
        </p:nvSpPr>
        <p:spPr>
          <a:xfrm>
            <a:off x="1241075" y="1948531"/>
            <a:ext cx="6217920" cy="393762"/>
          </a:xfrm>
          <a:prstGeom prst="rect">
            <a:avLst/>
          </a:prstGeom>
        </p:spPr>
        <p:txBody>
          <a:bodyPr vert="horz" wrap="square" lIns="0" tIns="12700" rIns="0" bIns="0" rtlCol="0">
            <a:spAutoFit/>
          </a:bodyPr>
          <a:lstStyle/>
          <a:p>
            <a:pPr algn="just">
              <a:lnSpc>
                <a:spcPct val="105000"/>
              </a:lnSpc>
              <a:spcAft>
                <a:spcPts val="800"/>
              </a:spcAft>
            </a:pPr>
            <a:r>
              <a:rPr lang="en-US" sz="1200" dirty="0">
                <a:latin typeface="Book Antiqua" panose="02040602050305030304" pitchFamily="18" charset="0"/>
              </a:rPr>
              <a:t>The salvage diver told my brother and myself that among the items recovered from the wreck was a compass and two silver pistols.</a:t>
            </a:r>
            <a:endParaRPr lang="en-AU" sz="1200" kern="100" dirty="0">
              <a:effectLst/>
              <a:latin typeface="Book Antiqua" panose="02040602050305030304" pitchFamily="18" charset="0"/>
              <a:ea typeface="Yu Mincho" panose="02020400000000000000" pitchFamily="18" charset="-128"/>
              <a:cs typeface="Times New Roman" panose="02020603050405020304" pitchFamily="18" charset="0"/>
            </a:endParaRPr>
          </a:p>
        </p:txBody>
      </p:sp>
      <p:sp>
        <p:nvSpPr>
          <p:cNvPr id="57" name="TextBox 56">
            <a:extLst>
              <a:ext uri="{FF2B5EF4-FFF2-40B4-BE49-F238E27FC236}">
                <a16:creationId xmlns:a16="http://schemas.microsoft.com/office/drawing/2014/main" id="{3D6DDAB7-EEDA-408B-153B-97664335DF39}"/>
              </a:ext>
            </a:extLst>
          </p:cNvPr>
          <p:cNvSpPr txBox="1"/>
          <p:nvPr/>
        </p:nvSpPr>
        <p:spPr>
          <a:xfrm>
            <a:off x="684690" y="1012402"/>
            <a:ext cx="374237" cy="276999"/>
          </a:xfrm>
          <a:prstGeom prst="rect">
            <a:avLst/>
          </a:prstGeom>
          <a:noFill/>
        </p:spPr>
        <p:txBody>
          <a:bodyPr wrap="square" rtlCol="0">
            <a:spAutoFit/>
          </a:bodyPr>
          <a:lstStyle/>
          <a:p>
            <a:r>
              <a:rPr lang="en-AU" sz="1200" b="1" spc="-50" dirty="0">
                <a:solidFill>
                  <a:srgbClr val="231F20"/>
                </a:solidFill>
                <a:latin typeface="Arial"/>
                <a:cs typeface="Arial"/>
              </a:rPr>
              <a:t>14</a:t>
            </a:r>
            <a:endParaRPr lang="en-AU" sz="1200" dirty="0"/>
          </a:p>
        </p:txBody>
      </p:sp>
      <p:sp>
        <p:nvSpPr>
          <p:cNvPr id="58" name="TextBox 57">
            <a:extLst>
              <a:ext uri="{FF2B5EF4-FFF2-40B4-BE49-F238E27FC236}">
                <a16:creationId xmlns:a16="http://schemas.microsoft.com/office/drawing/2014/main" id="{1F06201A-3114-259A-0D93-57FE6D405B50}"/>
              </a:ext>
            </a:extLst>
          </p:cNvPr>
          <p:cNvSpPr txBox="1"/>
          <p:nvPr/>
        </p:nvSpPr>
        <p:spPr>
          <a:xfrm>
            <a:off x="692278" y="2038998"/>
            <a:ext cx="374237" cy="276999"/>
          </a:xfrm>
          <a:prstGeom prst="rect">
            <a:avLst/>
          </a:prstGeom>
          <a:noFill/>
        </p:spPr>
        <p:txBody>
          <a:bodyPr wrap="square" rtlCol="0">
            <a:spAutoFit/>
          </a:bodyPr>
          <a:lstStyle/>
          <a:p>
            <a:r>
              <a:rPr lang="en-AU" sz="1200" b="1" spc="-50" dirty="0">
                <a:solidFill>
                  <a:srgbClr val="231F20"/>
                </a:solidFill>
                <a:latin typeface="Arial"/>
                <a:cs typeface="Arial"/>
              </a:rPr>
              <a:t>15</a:t>
            </a:r>
            <a:endParaRPr lang="en-AU" sz="1200" dirty="0"/>
          </a:p>
        </p:txBody>
      </p:sp>
      <p:sp>
        <p:nvSpPr>
          <p:cNvPr id="59" name="TextBox 58">
            <a:extLst>
              <a:ext uri="{FF2B5EF4-FFF2-40B4-BE49-F238E27FC236}">
                <a16:creationId xmlns:a16="http://schemas.microsoft.com/office/drawing/2014/main" id="{D87AA819-FE3F-9001-1701-E58D9A1512EF}"/>
              </a:ext>
            </a:extLst>
          </p:cNvPr>
          <p:cNvSpPr txBox="1"/>
          <p:nvPr/>
        </p:nvSpPr>
        <p:spPr>
          <a:xfrm>
            <a:off x="678486" y="3087681"/>
            <a:ext cx="374237" cy="276999"/>
          </a:xfrm>
          <a:prstGeom prst="rect">
            <a:avLst/>
          </a:prstGeom>
          <a:noFill/>
        </p:spPr>
        <p:txBody>
          <a:bodyPr wrap="square" rtlCol="0">
            <a:spAutoFit/>
          </a:bodyPr>
          <a:lstStyle/>
          <a:p>
            <a:r>
              <a:rPr lang="en-AU" sz="1200" b="1" spc="-50" dirty="0">
                <a:solidFill>
                  <a:srgbClr val="231F20"/>
                </a:solidFill>
                <a:latin typeface="Arial"/>
                <a:cs typeface="Arial"/>
              </a:rPr>
              <a:t>16</a:t>
            </a:r>
            <a:endParaRPr lang="en-AU" sz="1200" dirty="0"/>
          </a:p>
        </p:txBody>
      </p:sp>
      <p:sp>
        <p:nvSpPr>
          <p:cNvPr id="60" name="object 34">
            <a:extLst>
              <a:ext uri="{FF2B5EF4-FFF2-40B4-BE49-F238E27FC236}">
                <a16:creationId xmlns:a16="http://schemas.microsoft.com/office/drawing/2014/main" id="{23623646-BBF2-66CA-2CF4-5B2862A633C8}"/>
              </a:ext>
            </a:extLst>
          </p:cNvPr>
          <p:cNvSpPr txBox="1"/>
          <p:nvPr/>
        </p:nvSpPr>
        <p:spPr>
          <a:xfrm>
            <a:off x="740243" y="1381853"/>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68" name="object 34">
            <a:extLst>
              <a:ext uri="{FF2B5EF4-FFF2-40B4-BE49-F238E27FC236}">
                <a16:creationId xmlns:a16="http://schemas.microsoft.com/office/drawing/2014/main" id="{BDF18321-369B-89AE-EDF6-9F8F281E28C9}"/>
              </a:ext>
            </a:extLst>
          </p:cNvPr>
          <p:cNvSpPr txBox="1"/>
          <p:nvPr/>
        </p:nvSpPr>
        <p:spPr>
          <a:xfrm>
            <a:off x="731192" y="2469467"/>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69" name="object 34">
            <a:extLst>
              <a:ext uri="{FF2B5EF4-FFF2-40B4-BE49-F238E27FC236}">
                <a16:creationId xmlns:a16="http://schemas.microsoft.com/office/drawing/2014/main" id="{282FF1D2-CAC2-711A-154E-31EA5B638EE3}"/>
              </a:ext>
            </a:extLst>
          </p:cNvPr>
          <p:cNvSpPr txBox="1"/>
          <p:nvPr/>
        </p:nvSpPr>
        <p:spPr>
          <a:xfrm>
            <a:off x="1246607" y="3029115"/>
            <a:ext cx="6217920" cy="393762"/>
          </a:xfrm>
          <a:prstGeom prst="rect">
            <a:avLst/>
          </a:prstGeom>
        </p:spPr>
        <p:txBody>
          <a:bodyPr vert="horz" wrap="square" lIns="0" tIns="12700" rIns="0" bIns="0" rtlCol="0">
            <a:spAutoFit/>
          </a:bodyPr>
          <a:lstStyle/>
          <a:p>
            <a:pPr algn="just">
              <a:lnSpc>
                <a:spcPct val="105000"/>
              </a:lnSpc>
              <a:spcAft>
                <a:spcPts val="800"/>
              </a:spcAft>
            </a:pPr>
            <a:r>
              <a:rPr lang="en-US" sz="1200" dirty="0">
                <a:latin typeface="Book Antiqua" panose="02040602050305030304" pitchFamily="18" charset="0"/>
              </a:rPr>
              <a:t>Although the reef had survived three bleaching events. Scientists warn that a fourth could destroy it, and they called for urgent action.</a:t>
            </a:r>
            <a:endParaRPr lang="en-AU" sz="1200" kern="100" dirty="0">
              <a:effectLst/>
              <a:latin typeface="Book Antiqua" panose="02040602050305030304" pitchFamily="18" charset="0"/>
              <a:ea typeface="Yu Mincho" panose="02020400000000000000" pitchFamily="18" charset="-128"/>
              <a:cs typeface="Times New Roman" panose="02020603050405020304" pitchFamily="18" charset="0"/>
            </a:endParaRPr>
          </a:p>
        </p:txBody>
      </p:sp>
      <p:sp>
        <p:nvSpPr>
          <p:cNvPr id="86" name="object 34">
            <a:extLst>
              <a:ext uri="{FF2B5EF4-FFF2-40B4-BE49-F238E27FC236}">
                <a16:creationId xmlns:a16="http://schemas.microsoft.com/office/drawing/2014/main" id="{BA8B7991-AEB1-EE3F-A1D1-421E0B8F7DB2}"/>
              </a:ext>
            </a:extLst>
          </p:cNvPr>
          <p:cNvSpPr txBox="1"/>
          <p:nvPr/>
        </p:nvSpPr>
        <p:spPr>
          <a:xfrm>
            <a:off x="740243" y="3537550"/>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10" name="object 34">
            <a:extLst>
              <a:ext uri="{FF2B5EF4-FFF2-40B4-BE49-F238E27FC236}">
                <a16:creationId xmlns:a16="http://schemas.microsoft.com/office/drawing/2014/main" id="{8461EC49-E930-13A0-5D66-8E12B391714B}"/>
              </a:ext>
            </a:extLst>
          </p:cNvPr>
          <p:cNvSpPr txBox="1"/>
          <p:nvPr/>
        </p:nvSpPr>
        <p:spPr>
          <a:xfrm>
            <a:off x="1216152" y="6735470"/>
            <a:ext cx="5577840" cy="470001"/>
          </a:xfrm>
          <a:prstGeom prst="rect">
            <a:avLst/>
          </a:prstGeom>
        </p:spPr>
        <p:txBody>
          <a:bodyPr vert="horz" wrap="square" lIns="0" tIns="12700" rIns="0" bIns="0" rtlCol="0">
            <a:spAutoFit/>
          </a:bodyPr>
          <a:lstStyle/>
          <a:p>
            <a:pPr marL="12700">
              <a:spcBef>
                <a:spcPts val="130"/>
              </a:spcBef>
            </a:pPr>
            <a:r>
              <a:rPr lang="en-AU" sz="1200" dirty="0">
                <a:latin typeface="Book Antiqua" panose="02040602050305030304" pitchFamily="18" charset="0"/>
              </a:rPr>
              <a:t>After the team's worst defeat in forty years, the captain told reporters, "Well, that went exactly to plan."</a:t>
            </a:r>
            <a:endParaRPr lang="en-US" sz="1200" dirty="0">
              <a:latin typeface="Book Antiqua" panose="02040602050305030304" pitchFamily="18" charset="0"/>
              <a:cs typeface="Cambria"/>
            </a:endParaRPr>
          </a:p>
        </p:txBody>
      </p:sp>
      <p:sp>
        <p:nvSpPr>
          <p:cNvPr id="14" name="object 34">
            <a:extLst>
              <a:ext uri="{FF2B5EF4-FFF2-40B4-BE49-F238E27FC236}">
                <a16:creationId xmlns:a16="http://schemas.microsoft.com/office/drawing/2014/main" id="{B056A712-A2D4-F7D9-FFB9-B877EC88198C}"/>
              </a:ext>
            </a:extLst>
          </p:cNvPr>
          <p:cNvSpPr txBox="1"/>
          <p:nvPr/>
        </p:nvSpPr>
        <p:spPr>
          <a:xfrm>
            <a:off x="1216152" y="5573267"/>
            <a:ext cx="5577840" cy="659282"/>
          </a:xfrm>
          <a:prstGeom prst="rect">
            <a:avLst/>
          </a:prstGeom>
        </p:spPr>
        <p:txBody>
          <a:bodyPr vert="horz" wrap="square" lIns="0" tIns="12700" rIns="0" bIns="0" rtlCol="0">
            <a:spAutoFit/>
          </a:bodyPr>
          <a:lstStyle/>
          <a:p>
            <a:pPr marL="12700">
              <a:spcBef>
                <a:spcPts val="130"/>
              </a:spcBef>
            </a:pPr>
            <a:r>
              <a:rPr lang="en-AU" sz="1200" dirty="0">
                <a:latin typeface="Book Antiqua" panose="02040602050305030304" pitchFamily="18" charset="0"/>
              </a:rPr>
              <a:t>The audience has just watched the butler pour poison into the wine. Moments later, the host raises the glass and declares that he has never felt healthier.</a:t>
            </a:r>
            <a:endParaRPr lang="en-US" sz="1200" dirty="0">
              <a:latin typeface="Book Antiqua" panose="02040602050305030304" pitchFamily="18" charset="0"/>
              <a:cs typeface="Cambria"/>
            </a:endParaRPr>
          </a:p>
        </p:txBody>
      </p:sp>
      <p:sp>
        <p:nvSpPr>
          <p:cNvPr id="18" name="object 34">
            <a:extLst>
              <a:ext uri="{FF2B5EF4-FFF2-40B4-BE49-F238E27FC236}">
                <a16:creationId xmlns:a16="http://schemas.microsoft.com/office/drawing/2014/main" id="{DD7B2796-A470-4CE4-D481-9F6174DD1E25}"/>
              </a:ext>
            </a:extLst>
          </p:cNvPr>
          <p:cNvSpPr txBox="1"/>
          <p:nvPr/>
        </p:nvSpPr>
        <p:spPr>
          <a:xfrm>
            <a:off x="1216152" y="8681313"/>
            <a:ext cx="5577840" cy="659282"/>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In a stage play, the audience has overheard the prince plotting to seize the throne. In the next scene, the king names the prince his most trusted adviser.</a:t>
            </a:r>
            <a:endParaRPr lang="en-AU" sz="1200" dirty="0">
              <a:effectLst/>
              <a:latin typeface="Book Antiqua" panose="02040602050305030304" pitchFamily="18" charset="0"/>
              <a:ea typeface="Yu Gothic" panose="020B0400000000000000" pitchFamily="34" charset="-128"/>
              <a:cs typeface="Times New Roman" panose="02020603050405020304" pitchFamily="18" charset="0"/>
            </a:endParaRPr>
          </a:p>
        </p:txBody>
      </p:sp>
      <p:sp>
        <p:nvSpPr>
          <p:cNvPr id="21" name="object 34">
            <a:extLst>
              <a:ext uri="{FF2B5EF4-FFF2-40B4-BE49-F238E27FC236}">
                <a16:creationId xmlns:a16="http://schemas.microsoft.com/office/drawing/2014/main" id="{DF9486A2-DE89-C9F6-EA17-E094D0E1955F}"/>
              </a:ext>
            </a:extLst>
          </p:cNvPr>
          <p:cNvSpPr txBox="1"/>
          <p:nvPr/>
        </p:nvSpPr>
        <p:spPr>
          <a:xfrm>
            <a:off x="1216152" y="7708392"/>
            <a:ext cx="5577840" cy="470001"/>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A gaming streamer famous for his tutorials on account security had his own account hacked during a live stream.</a:t>
            </a:r>
            <a:endParaRPr sz="1200" dirty="0">
              <a:latin typeface="Book Antiqua" panose="02040602050305030304" pitchFamily="18" charset="0"/>
              <a:cs typeface="Cambria"/>
            </a:endParaRPr>
          </a:p>
        </p:txBody>
      </p:sp>
    </p:spTree>
    <p:extLst>
      <p:ext uri="{BB962C8B-B14F-4D97-AF65-F5344CB8AC3E}">
        <p14:creationId xmlns:p14="http://schemas.microsoft.com/office/powerpoint/2010/main" val="1138888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Top Corners Snipped 7">
            <a:extLst>
              <a:ext uri="{FF2B5EF4-FFF2-40B4-BE49-F238E27FC236}">
                <a16:creationId xmlns:a16="http://schemas.microsoft.com/office/drawing/2014/main" id="{3ED2E317-E182-4B57-36F3-69EA21352EDE}"/>
              </a:ext>
            </a:extLst>
          </p:cNvPr>
          <p:cNvSpPr/>
          <p:nvPr/>
        </p:nvSpPr>
        <p:spPr>
          <a:xfrm rot="5400000">
            <a:off x="4069562" y="3201097"/>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2" name="Rectangle: Top Corners Snipped 2">
            <a:extLst>
              <a:ext uri="{FF2B5EF4-FFF2-40B4-BE49-F238E27FC236}">
                <a16:creationId xmlns:a16="http://schemas.microsoft.com/office/drawing/2014/main" id="{7B3583E6-007B-2358-6C36-EA053CB66D0E}"/>
              </a:ext>
            </a:extLst>
          </p:cNvPr>
          <p:cNvSpPr/>
          <p:nvPr/>
        </p:nvSpPr>
        <p:spPr>
          <a:xfrm rot="5400000">
            <a:off x="702347" y="8443159"/>
            <a:ext cx="364258"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5" name="Straight Connector 4">
            <a:extLst>
              <a:ext uri="{FF2B5EF4-FFF2-40B4-BE49-F238E27FC236}">
                <a16:creationId xmlns:a16="http://schemas.microsoft.com/office/drawing/2014/main" id="{C420349D-BA84-7582-0C8E-C98F6CE816CD}"/>
              </a:ext>
            </a:extLst>
          </p:cNvPr>
          <p:cNvCxnSpPr/>
          <p:nvPr/>
        </p:nvCxnSpPr>
        <p:spPr>
          <a:xfrm>
            <a:off x="0" y="697424"/>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45952" y="697424"/>
            <a:ext cx="6957" cy="9147101"/>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4461" y="9869020"/>
            <a:ext cx="7559675" cy="0"/>
          </a:xfrm>
          <a:prstGeom prst="line">
            <a:avLst/>
          </a:prstGeom>
          <a:ln w="9525"/>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73D5ED79-14F3-6497-01A8-89CAB0A55D34}"/>
              </a:ext>
            </a:extLst>
          </p:cNvPr>
          <p:cNvSpPr/>
          <p:nvPr/>
        </p:nvSpPr>
        <p:spPr>
          <a:xfrm>
            <a:off x="384397" y="102858"/>
            <a:ext cx="523110"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AF820375-8CC4-2A64-AD14-3BDF00344283}"/>
              </a:ext>
            </a:extLst>
          </p:cNvPr>
          <p:cNvSpPr/>
          <p:nvPr/>
        </p:nvSpPr>
        <p:spPr>
          <a:xfrm>
            <a:off x="1014969" y="102858"/>
            <a:ext cx="5973059" cy="5179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TextBox 18">
            <a:extLst>
              <a:ext uri="{FF2B5EF4-FFF2-40B4-BE49-F238E27FC236}">
                <a16:creationId xmlns:a16="http://schemas.microsoft.com/office/drawing/2014/main" id="{5F6E1B24-EA49-6768-EC9D-9AFC54DC2086}"/>
              </a:ext>
            </a:extLst>
          </p:cNvPr>
          <p:cNvSpPr txBox="1"/>
          <p:nvPr/>
        </p:nvSpPr>
        <p:spPr>
          <a:xfrm>
            <a:off x="321745" y="54043"/>
            <a:ext cx="639493" cy="307777"/>
          </a:xfrm>
          <a:prstGeom prst="rect">
            <a:avLst/>
          </a:prstGeom>
          <a:noFill/>
          <a:ln>
            <a:noFill/>
          </a:ln>
        </p:spPr>
        <p:txBody>
          <a:bodyPr wrap="square" rtlCol="0">
            <a:spAutoFit/>
          </a:bodyPr>
          <a:lstStyle/>
          <a:p>
            <a:pPr algn="ctr"/>
            <a:r>
              <a:rPr lang="en-AU" sz="1400" b="1" dirty="0">
                <a:latin typeface="Candara" panose="020E0502030303020204" pitchFamily="34" charset="0"/>
                <a:cs typeface="Aharoni" panose="02010803020104030203" pitchFamily="2" charset="-79"/>
              </a:rPr>
              <a:t>TEST</a:t>
            </a:r>
            <a:endParaRPr lang="en-AU" sz="2000" dirty="0">
              <a:latin typeface="Candara" panose="020E0502030303020204" pitchFamily="34" charset="0"/>
            </a:endParaRPr>
          </a:p>
        </p:txBody>
      </p:sp>
      <p:sp>
        <p:nvSpPr>
          <p:cNvPr id="20" name="TextBox 19">
            <a:extLst>
              <a:ext uri="{FF2B5EF4-FFF2-40B4-BE49-F238E27FC236}">
                <a16:creationId xmlns:a16="http://schemas.microsoft.com/office/drawing/2014/main" id="{3B69BAF7-66A1-3E93-2677-09BA3D09A9F4}"/>
              </a:ext>
            </a:extLst>
          </p:cNvPr>
          <p:cNvSpPr txBox="1"/>
          <p:nvPr/>
        </p:nvSpPr>
        <p:spPr>
          <a:xfrm>
            <a:off x="432955" y="197438"/>
            <a:ext cx="417072" cy="461665"/>
          </a:xfrm>
          <a:prstGeom prst="rect">
            <a:avLst/>
          </a:prstGeom>
          <a:noFill/>
          <a:ln>
            <a:noFill/>
          </a:ln>
        </p:spPr>
        <p:txBody>
          <a:bodyPr wrap="square" rtlCol="0">
            <a:spAutoFit/>
          </a:bodyPr>
          <a:lstStyle/>
          <a:p>
            <a:pPr algn="ctr"/>
            <a:r>
              <a:rPr lang="en-US" sz="2400" b="1" dirty="0">
                <a:latin typeface="Candara" panose="020E0502030303020204" pitchFamily="34" charset="0"/>
                <a:cs typeface="Aharoni" panose="02010803020104030203" pitchFamily="2" charset="-79"/>
              </a:rPr>
              <a:t>5</a:t>
            </a:r>
            <a:endParaRPr lang="en-AU" sz="2400" dirty="0">
              <a:latin typeface="Candara" panose="020E0502030303020204" pitchFamily="34" charset="0"/>
            </a:endParaRPr>
          </a:p>
        </p:txBody>
      </p:sp>
      <p:sp>
        <p:nvSpPr>
          <p:cNvPr id="21" name="TextBox 20">
            <a:extLst>
              <a:ext uri="{FF2B5EF4-FFF2-40B4-BE49-F238E27FC236}">
                <a16:creationId xmlns:a16="http://schemas.microsoft.com/office/drawing/2014/main" id="{34A2D083-A4F2-EEBF-7D48-ECC0C5433CF6}"/>
              </a:ext>
            </a:extLst>
          </p:cNvPr>
          <p:cNvSpPr txBox="1"/>
          <p:nvPr/>
        </p:nvSpPr>
        <p:spPr>
          <a:xfrm>
            <a:off x="1009796" y="104804"/>
            <a:ext cx="5429644" cy="307777"/>
          </a:xfrm>
          <a:prstGeom prst="rect">
            <a:avLst/>
          </a:prstGeom>
          <a:noFill/>
        </p:spPr>
        <p:txBody>
          <a:bodyPr wrap="square" rtlCol="0">
            <a:spAutoFit/>
          </a:bodyPr>
          <a:lstStyle/>
          <a:p>
            <a:r>
              <a:rPr lang="en-AU" sz="1400" dirty="0">
                <a:latin typeface="Candara" panose="020E0502030303020204" pitchFamily="34" charset="0"/>
              </a:rPr>
              <a:t>NOTES                                                                                  DUE</a:t>
            </a:r>
          </a:p>
        </p:txBody>
      </p:sp>
      <p:sp>
        <p:nvSpPr>
          <p:cNvPr id="2" name="TextBox 1">
            <a:extLst>
              <a:ext uri="{FF2B5EF4-FFF2-40B4-BE49-F238E27FC236}">
                <a16:creationId xmlns:a16="http://schemas.microsoft.com/office/drawing/2014/main" id="{AABA0DE0-3353-0957-01FE-7A51A76E202E}"/>
              </a:ext>
            </a:extLst>
          </p:cNvPr>
          <p:cNvSpPr txBox="1"/>
          <p:nvPr/>
        </p:nvSpPr>
        <p:spPr>
          <a:xfrm>
            <a:off x="90912" y="772874"/>
            <a:ext cx="461665" cy="3411650"/>
          </a:xfrm>
          <a:prstGeom prst="rect">
            <a:avLst/>
          </a:prstGeom>
          <a:noFill/>
        </p:spPr>
        <p:txBody>
          <a:bodyPr vert="eaVert" wrap="square" rtlCol="0">
            <a:spAutoFit/>
          </a:bodyPr>
          <a:lstStyle/>
          <a:p>
            <a:r>
              <a:rPr lang="en-AU" dirty="0">
                <a:latin typeface="Candara" panose="020E0502030303020204" pitchFamily="34" charset="0"/>
              </a:rPr>
              <a:t>Spelling and Vocabulary</a:t>
            </a:r>
          </a:p>
        </p:txBody>
      </p:sp>
      <p:sp>
        <p:nvSpPr>
          <p:cNvPr id="8" name="Rectangle: Top Corners Snipped 7">
            <a:extLst>
              <a:ext uri="{FF2B5EF4-FFF2-40B4-BE49-F238E27FC236}">
                <a16:creationId xmlns:a16="http://schemas.microsoft.com/office/drawing/2014/main" id="{8F42F9C8-F09B-ADC7-D1CF-30047B1B6DE0}"/>
              </a:ext>
            </a:extLst>
          </p:cNvPr>
          <p:cNvSpPr/>
          <p:nvPr/>
        </p:nvSpPr>
        <p:spPr>
          <a:xfrm rot="5400000">
            <a:off x="712228" y="323289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object 34">
            <a:extLst>
              <a:ext uri="{FF2B5EF4-FFF2-40B4-BE49-F238E27FC236}">
                <a16:creationId xmlns:a16="http://schemas.microsoft.com/office/drawing/2014/main" id="{8BD686AB-8027-4BBE-ACFD-264774ECE967}"/>
              </a:ext>
            </a:extLst>
          </p:cNvPr>
          <p:cNvSpPr txBox="1"/>
          <p:nvPr/>
        </p:nvSpPr>
        <p:spPr>
          <a:xfrm>
            <a:off x="780522" y="932218"/>
            <a:ext cx="6519834" cy="579646"/>
          </a:xfrm>
          <a:prstGeom prst="rect">
            <a:avLst/>
          </a:prstGeom>
        </p:spPr>
        <p:txBody>
          <a:bodyPr vert="horz" wrap="square" lIns="0" tIns="12700" rIns="0" bIns="0" rtlCol="0">
            <a:spAutoFit/>
          </a:bodyPr>
          <a:lstStyle/>
          <a:p>
            <a:pPr marL="12700">
              <a:lnSpc>
                <a:spcPct val="100000"/>
              </a:lnSpc>
              <a:spcBef>
                <a:spcPts val="100"/>
              </a:spcBef>
            </a:pPr>
            <a:r>
              <a:rPr lang="en-AU" sz="1200" b="1" spc="-20" dirty="0">
                <a:solidFill>
                  <a:srgbClr val="231F20"/>
                </a:solidFill>
                <a:latin typeface="Book Antiqua" panose="02040602050305030304" pitchFamily="18" charset="0"/>
                <a:cs typeface="Cambria"/>
              </a:rPr>
              <a:t>In order to make your writing more effective, it is vital to utilise interesting adjectives. Choose a more impactful adjective from the box to replace the listed adjectives. </a:t>
            </a:r>
          </a:p>
          <a:p>
            <a:pPr marL="12700">
              <a:lnSpc>
                <a:spcPct val="100000"/>
              </a:lnSpc>
              <a:spcBef>
                <a:spcPts val="100"/>
              </a:spcBef>
            </a:pPr>
            <a:r>
              <a:rPr lang="en-AU" sz="1200" b="1" spc="-20" dirty="0">
                <a:solidFill>
                  <a:srgbClr val="231F20"/>
                </a:solidFill>
                <a:latin typeface="Book Antiqua" panose="02040602050305030304" pitchFamily="18" charset="0"/>
                <a:cs typeface="Cambria"/>
              </a:rPr>
              <a:t>Feel free to consult a dictionary!</a:t>
            </a:r>
          </a:p>
        </p:txBody>
      </p:sp>
      <p:sp>
        <p:nvSpPr>
          <p:cNvPr id="23" name="object 34">
            <a:extLst>
              <a:ext uri="{FF2B5EF4-FFF2-40B4-BE49-F238E27FC236}">
                <a16:creationId xmlns:a16="http://schemas.microsoft.com/office/drawing/2014/main" id="{AB8D4C32-BB80-874F-907C-282541A673AE}"/>
              </a:ext>
            </a:extLst>
          </p:cNvPr>
          <p:cNvSpPr txBox="1"/>
          <p:nvPr/>
        </p:nvSpPr>
        <p:spPr>
          <a:xfrm>
            <a:off x="1345773" y="5132722"/>
            <a:ext cx="966739" cy="382156"/>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Harmful in a hidden, gradual way</a:t>
            </a:r>
          </a:p>
        </p:txBody>
      </p:sp>
      <p:sp>
        <p:nvSpPr>
          <p:cNvPr id="24" name="Rectangle: Top Corners Snipped 23">
            <a:extLst>
              <a:ext uri="{FF2B5EF4-FFF2-40B4-BE49-F238E27FC236}">
                <a16:creationId xmlns:a16="http://schemas.microsoft.com/office/drawing/2014/main" id="{C855E093-255F-FC3A-B1BA-22CEBB65BD72}"/>
              </a:ext>
            </a:extLst>
          </p:cNvPr>
          <p:cNvSpPr/>
          <p:nvPr/>
        </p:nvSpPr>
        <p:spPr>
          <a:xfrm rot="5400000">
            <a:off x="714181" y="4116620"/>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Rectangle: Top Corners Snipped 24">
            <a:extLst>
              <a:ext uri="{FF2B5EF4-FFF2-40B4-BE49-F238E27FC236}">
                <a16:creationId xmlns:a16="http://schemas.microsoft.com/office/drawing/2014/main" id="{AA0902E1-6A3E-980F-31A3-39AF9E1EEA96}"/>
              </a:ext>
            </a:extLst>
          </p:cNvPr>
          <p:cNvSpPr/>
          <p:nvPr/>
        </p:nvSpPr>
        <p:spPr>
          <a:xfrm rot="5400000">
            <a:off x="714745" y="507057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aphicFrame>
        <p:nvGraphicFramePr>
          <p:cNvPr id="26" name="Table 32">
            <a:extLst>
              <a:ext uri="{FF2B5EF4-FFF2-40B4-BE49-F238E27FC236}">
                <a16:creationId xmlns:a16="http://schemas.microsoft.com/office/drawing/2014/main" id="{B8E3C9AC-7830-188B-B329-A16BDFCCA4DA}"/>
              </a:ext>
            </a:extLst>
          </p:cNvPr>
          <p:cNvGraphicFramePr>
            <a:graphicFrameLocks noGrp="1"/>
          </p:cNvGraphicFramePr>
          <p:nvPr>
            <p:extLst>
              <p:ext uri="{D42A27DB-BD31-4B8C-83A1-F6EECF244321}">
                <p14:modId xmlns:p14="http://schemas.microsoft.com/office/powerpoint/2010/main" val="2699463710"/>
              </p:ext>
            </p:extLst>
          </p:nvPr>
        </p:nvGraphicFramePr>
        <p:xfrm>
          <a:off x="921216" y="1757135"/>
          <a:ext cx="6279354" cy="1097280"/>
        </p:xfrm>
        <a:graphic>
          <a:graphicData uri="http://schemas.openxmlformats.org/drawingml/2006/table">
            <a:tbl>
              <a:tblPr firstRow="1" bandRow="1">
                <a:tableStyleId>{5940675A-B579-460E-94D1-54222C63F5DA}</a:tableStyleId>
              </a:tblPr>
              <a:tblGrid>
                <a:gridCol w="2093118">
                  <a:extLst>
                    <a:ext uri="{9D8B030D-6E8A-4147-A177-3AD203B41FA5}">
                      <a16:colId xmlns:a16="http://schemas.microsoft.com/office/drawing/2014/main" val="1898890999"/>
                    </a:ext>
                  </a:extLst>
                </a:gridCol>
                <a:gridCol w="2093118">
                  <a:extLst>
                    <a:ext uri="{9D8B030D-6E8A-4147-A177-3AD203B41FA5}">
                      <a16:colId xmlns:a16="http://schemas.microsoft.com/office/drawing/2014/main" val="2466564962"/>
                    </a:ext>
                  </a:extLst>
                </a:gridCol>
                <a:gridCol w="2093118">
                  <a:extLst>
                    <a:ext uri="{9D8B030D-6E8A-4147-A177-3AD203B41FA5}">
                      <a16:colId xmlns:a16="http://schemas.microsoft.com/office/drawing/2014/main" val="1224592699"/>
                    </a:ext>
                  </a:extLst>
                </a:gridCol>
              </a:tblGrid>
              <a:tr h="264661">
                <a:tc>
                  <a:txBody>
                    <a:bodyPr/>
                    <a:lstStyle/>
                    <a:p>
                      <a:r>
                        <a:rPr lang="en-AU" sz="1200" dirty="0">
                          <a:latin typeface="Book Antiqua" panose="02040602050305030304" pitchFamily="18" charset="0"/>
                        </a:rPr>
                        <a:t>Sanguine</a:t>
                      </a:r>
                    </a:p>
                  </a:txBody>
                  <a:tcPr/>
                </a:tc>
                <a:tc>
                  <a:txBody>
                    <a:bodyPr/>
                    <a:lstStyle/>
                    <a:p>
                      <a:r>
                        <a:rPr lang="en-AU" sz="1200" dirty="0">
                          <a:latin typeface="Book Antiqua" panose="02040602050305030304" pitchFamily="18" charset="0"/>
                        </a:rPr>
                        <a:t>Laconic</a:t>
                      </a:r>
                    </a:p>
                  </a:txBody>
                  <a:tcPr/>
                </a:tc>
                <a:tc>
                  <a:txBody>
                    <a:bodyPr/>
                    <a:lstStyle/>
                    <a:p>
                      <a:r>
                        <a:rPr lang="en-AU" sz="1200" dirty="0">
                          <a:latin typeface="Book Antiqua" panose="02040602050305030304" pitchFamily="18" charset="0"/>
                        </a:rPr>
                        <a:t>Insidious</a:t>
                      </a:r>
                    </a:p>
                  </a:txBody>
                  <a:tcPr/>
                </a:tc>
                <a:extLst>
                  <a:ext uri="{0D108BD9-81ED-4DB2-BD59-A6C34878D82A}">
                    <a16:rowId xmlns:a16="http://schemas.microsoft.com/office/drawing/2014/main" val="2544078302"/>
                  </a:ext>
                </a:extLst>
              </a:tr>
              <a:tr h="264661">
                <a:tc>
                  <a:txBody>
                    <a:bodyPr/>
                    <a:lstStyle/>
                    <a:p>
                      <a:r>
                        <a:rPr lang="en-AU" sz="1200" dirty="0">
                          <a:latin typeface="Book Antiqua" panose="02040602050305030304" pitchFamily="18" charset="0"/>
                        </a:rPr>
                        <a:t>Fastidious</a:t>
                      </a:r>
                    </a:p>
                  </a:txBody>
                  <a:tcPr/>
                </a:tc>
                <a:tc>
                  <a:txBody>
                    <a:bodyPr/>
                    <a:lstStyle/>
                    <a:p>
                      <a:r>
                        <a:rPr lang="en-AU" sz="1200" dirty="0">
                          <a:latin typeface="Book Antiqua" panose="02040602050305030304" pitchFamily="18" charset="0"/>
                        </a:rPr>
                        <a:t>Perfunctory</a:t>
                      </a:r>
                    </a:p>
                  </a:txBody>
                  <a:tcPr/>
                </a:tc>
                <a:tc>
                  <a:txBody>
                    <a:bodyPr/>
                    <a:lstStyle/>
                    <a:p>
                      <a:r>
                        <a:rPr lang="en-AU" sz="1200" dirty="0">
                          <a:latin typeface="Book Antiqua" panose="02040602050305030304" pitchFamily="18" charset="0"/>
                        </a:rPr>
                        <a:t>Implacable</a:t>
                      </a:r>
                    </a:p>
                  </a:txBody>
                  <a:tcPr/>
                </a:tc>
                <a:extLst>
                  <a:ext uri="{0D108BD9-81ED-4DB2-BD59-A6C34878D82A}">
                    <a16:rowId xmlns:a16="http://schemas.microsoft.com/office/drawing/2014/main" val="4024008567"/>
                  </a:ext>
                </a:extLst>
              </a:tr>
              <a:tr h="264661">
                <a:tc>
                  <a:txBody>
                    <a:bodyPr/>
                    <a:lstStyle/>
                    <a:p>
                      <a:r>
                        <a:rPr lang="en-AU" sz="1200" dirty="0">
                          <a:latin typeface="Book Antiqua" panose="02040602050305030304" pitchFamily="18" charset="0"/>
                        </a:rPr>
                        <a:t>Diffident</a:t>
                      </a:r>
                    </a:p>
                  </a:txBody>
                  <a:tcPr/>
                </a:tc>
                <a:tc>
                  <a:txBody>
                    <a:bodyPr/>
                    <a:lstStyle/>
                    <a:p>
                      <a:r>
                        <a:rPr lang="en-AU" sz="1200" dirty="0">
                          <a:latin typeface="Book Antiqua" panose="02040602050305030304" pitchFamily="18" charset="0"/>
                        </a:rPr>
                        <a:t>Sardonic</a:t>
                      </a:r>
                    </a:p>
                  </a:txBody>
                  <a:tcPr/>
                </a:tc>
                <a:tc>
                  <a:txBody>
                    <a:bodyPr/>
                    <a:lstStyle/>
                    <a:p>
                      <a:r>
                        <a:rPr lang="en-AU" sz="1200" dirty="0">
                          <a:latin typeface="Book Antiqua" panose="02040602050305030304" pitchFamily="18" charset="0"/>
                        </a:rPr>
                        <a:t>Ostentatious</a:t>
                      </a:r>
                    </a:p>
                  </a:txBody>
                  <a:tcPr/>
                </a:tc>
                <a:extLst>
                  <a:ext uri="{0D108BD9-81ED-4DB2-BD59-A6C34878D82A}">
                    <a16:rowId xmlns:a16="http://schemas.microsoft.com/office/drawing/2014/main" val="3928641624"/>
                  </a:ext>
                </a:extLst>
              </a:tr>
              <a:tr h="190308">
                <a:tc>
                  <a:txBody>
                    <a:bodyPr/>
                    <a:lstStyle/>
                    <a:p>
                      <a:r>
                        <a:rPr lang="en-AU" sz="1200" dirty="0">
                          <a:latin typeface="Book Antiqua" panose="02040602050305030304" pitchFamily="18" charset="0"/>
                        </a:rPr>
                        <a:t>Lugubrious</a:t>
                      </a:r>
                    </a:p>
                  </a:txBody>
                  <a:tcPr/>
                </a:tc>
                <a:tc>
                  <a:txBody>
                    <a:bodyPr/>
                    <a:lstStyle/>
                    <a:p>
                      <a:r>
                        <a:rPr lang="en-AU" sz="1200" dirty="0">
                          <a:latin typeface="Book Antiqua" panose="02040602050305030304" pitchFamily="18" charset="0"/>
                        </a:rPr>
                        <a:t>Indefatigable</a:t>
                      </a:r>
                    </a:p>
                  </a:txBody>
                  <a:tcPr/>
                </a:tc>
                <a:tc>
                  <a:txBody>
                    <a:bodyPr/>
                    <a:lstStyle/>
                    <a:p>
                      <a:r>
                        <a:rPr lang="en-AU" sz="1200" dirty="0">
                          <a:latin typeface="Book Antiqua" panose="02040602050305030304" pitchFamily="18" charset="0"/>
                        </a:rPr>
                        <a:t>Pragmatic</a:t>
                      </a:r>
                    </a:p>
                  </a:txBody>
                  <a:tcPr/>
                </a:tc>
                <a:extLst>
                  <a:ext uri="{0D108BD9-81ED-4DB2-BD59-A6C34878D82A}">
                    <a16:rowId xmlns:a16="http://schemas.microsoft.com/office/drawing/2014/main" val="923656558"/>
                  </a:ext>
                </a:extLst>
              </a:tr>
            </a:tbl>
          </a:graphicData>
        </a:graphic>
      </p:graphicFrame>
      <p:sp>
        <p:nvSpPr>
          <p:cNvPr id="27" name="object 34">
            <a:extLst>
              <a:ext uri="{FF2B5EF4-FFF2-40B4-BE49-F238E27FC236}">
                <a16:creationId xmlns:a16="http://schemas.microsoft.com/office/drawing/2014/main" id="{4ED2DB5C-2148-C1E2-75CF-6C927CAB5FCC}"/>
              </a:ext>
            </a:extLst>
          </p:cNvPr>
          <p:cNvSpPr txBox="1"/>
          <p:nvPr/>
        </p:nvSpPr>
        <p:spPr>
          <a:xfrm>
            <a:off x="1331929" y="4154302"/>
            <a:ext cx="980583" cy="382156"/>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Showy and designed to impress</a:t>
            </a:r>
          </a:p>
        </p:txBody>
      </p:sp>
      <p:sp>
        <p:nvSpPr>
          <p:cNvPr id="28" name="object 34">
            <a:extLst>
              <a:ext uri="{FF2B5EF4-FFF2-40B4-BE49-F238E27FC236}">
                <a16:creationId xmlns:a16="http://schemas.microsoft.com/office/drawing/2014/main" id="{1EDBCF54-189A-4203-4E0A-BFD23BB9A9B8}"/>
              </a:ext>
            </a:extLst>
          </p:cNvPr>
          <p:cNvSpPr txBox="1"/>
          <p:nvPr/>
        </p:nvSpPr>
        <p:spPr>
          <a:xfrm>
            <a:off x="1324972" y="3289387"/>
            <a:ext cx="1039205" cy="382156"/>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Done with minimal effort</a:t>
            </a:r>
          </a:p>
        </p:txBody>
      </p:sp>
      <p:sp>
        <p:nvSpPr>
          <p:cNvPr id="30" name="object 34">
            <a:extLst>
              <a:ext uri="{FF2B5EF4-FFF2-40B4-BE49-F238E27FC236}">
                <a16:creationId xmlns:a16="http://schemas.microsoft.com/office/drawing/2014/main" id="{7B11E090-4E27-2816-FE22-29AEF591F2CC}"/>
              </a:ext>
            </a:extLst>
          </p:cNvPr>
          <p:cNvSpPr txBox="1"/>
          <p:nvPr/>
        </p:nvSpPr>
        <p:spPr>
          <a:xfrm>
            <a:off x="4822638" y="3236465"/>
            <a:ext cx="1165155" cy="382156"/>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Optimistic in a bad situation</a:t>
            </a:r>
          </a:p>
        </p:txBody>
      </p:sp>
      <p:sp>
        <p:nvSpPr>
          <p:cNvPr id="35" name="object 34">
            <a:extLst>
              <a:ext uri="{FF2B5EF4-FFF2-40B4-BE49-F238E27FC236}">
                <a16:creationId xmlns:a16="http://schemas.microsoft.com/office/drawing/2014/main" id="{4B4DF569-EE57-DF0F-CD9C-C1596195B00C}"/>
              </a:ext>
            </a:extLst>
          </p:cNvPr>
          <p:cNvSpPr txBox="1"/>
          <p:nvPr/>
        </p:nvSpPr>
        <p:spPr>
          <a:xfrm>
            <a:off x="4808724" y="4086146"/>
            <a:ext cx="877404" cy="382156"/>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Shy and lacking confidence</a:t>
            </a:r>
          </a:p>
        </p:txBody>
      </p:sp>
      <p:sp>
        <p:nvSpPr>
          <p:cNvPr id="38" name="object 34">
            <a:extLst>
              <a:ext uri="{FF2B5EF4-FFF2-40B4-BE49-F238E27FC236}">
                <a16:creationId xmlns:a16="http://schemas.microsoft.com/office/drawing/2014/main" id="{39D9461B-9C87-8AB3-7ABB-00C5183F6F81}"/>
              </a:ext>
            </a:extLst>
          </p:cNvPr>
          <p:cNvSpPr txBox="1"/>
          <p:nvPr/>
        </p:nvSpPr>
        <p:spPr>
          <a:xfrm>
            <a:off x="4815681" y="5020870"/>
            <a:ext cx="1226801" cy="394712"/>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Tirelessly persistent</a:t>
            </a:r>
          </a:p>
        </p:txBody>
      </p:sp>
      <p:sp>
        <p:nvSpPr>
          <p:cNvPr id="39" name="object 34">
            <a:extLst>
              <a:ext uri="{FF2B5EF4-FFF2-40B4-BE49-F238E27FC236}">
                <a16:creationId xmlns:a16="http://schemas.microsoft.com/office/drawing/2014/main" id="{25AA0C29-B1EE-998A-D50A-219843C4DCAF}"/>
              </a:ext>
            </a:extLst>
          </p:cNvPr>
          <p:cNvSpPr txBox="1"/>
          <p:nvPr/>
        </p:nvSpPr>
        <p:spPr>
          <a:xfrm>
            <a:off x="2431863" y="3347680"/>
            <a:ext cx="1911652"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a:t>
            </a:r>
          </a:p>
        </p:txBody>
      </p:sp>
      <p:sp>
        <p:nvSpPr>
          <p:cNvPr id="42" name="object 34">
            <a:extLst>
              <a:ext uri="{FF2B5EF4-FFF2-40B4-BE49-F238E27FC236}">
                <a16:creationId xmlns:a16="http://schemas.microsoft.com/office/drawing/2014/main" id="{D53CEEA5-FB6C-95C6-1B38-C3594FDCFD1A}"/>
              </a:ext>
            </a:extLst>
          </p:cNvPr>
          <p:cNvSpPr txBox="1"/>
          <p:nvPr/>
        </p:nvSpPr>
        <p:spPr>
          <a:xfrm>
            <a:off x="2431863" y="4185588"/>
            <a:ext cx="1911652"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a:t>
            </a:r>
          </a:p>
        </p:txBody>
      </p:sp>
      <p:sp>
        <p:nvSpPr>
          <p:cNvPr id="44" name="object 34">
            <a:extLst>
              <a:ext uri="{FF2B5EF4-FFF2-40B4-BE49-F238E27FC236}">
                <a16:creationId xmlns:a16="http://schemas.microsoft.com/office/drawing/2014/main" id="{403D5EB2-5E6B-DC3A-D011-C8EA29E0D2F3}"/>
              </a:ext>
            </a:extLst>
          </p:cNvPr>
          <p:cNvSpPr txBox="1"/>
          <p:nvPr/>
        </p:nvSpPr>
        <p:spPr>
          <a:xfrm>
            <a:off x="2430141" y="5190868"/>
            <a:ext cx="1911652"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a:t>
            </a:r>
          </a:p>
        </p:txBody>
      </p:sp>
      <p:sp>
        <p:nvSpPr>
          <p:cNvPr id="46" name="object 34">
            <a:extLst>
              <a:ext uri="{FF2B5EF4-FFF2-40B4-BE49-F238E27FC236}">
                <a16:creationId xmlns:a16="http://schemas.microsoft.com/office/drawing/2014/main" id="{AD365BF5-20FA-7C82-4866-213A3DD0A855}"/>
              </a:ext>
            </a:extLst>
          </p:cNvPr>
          <p:cNvSpPr txBox="1"/>
          <p:nvPr/>
        </p:nvSpPr>
        <p:spPr>
          <a:xfrm>
            <a:off x="5874799" y="3322974"/>
            <a:ext cx="1911652"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a:t>
            </a:r>
          </a:p>
        </p:txBody>
      </p:sp>
      <p:sp>
        <p:nvSpPr>
          <p:cNvPr id="47" name="object 34">
            <a:extLst>
              <a:ext uri="{FF2B5EF4-FFF2-40B4-BE49-F238E27FC236}">
                <a16:creationId xmlns:a16="http://schemas.microsoft.com/office/drawing/2014/main" id="{29E93BBA-7D5B-ED5A-5FE0-56A306F42485}"/>
              </a:ext>
            </a:extLst>
          </p:cNvPr>
          <p:cNvSpPr txBox="1"/>
          <p:nvPr/>
        </p:nvSpPr>
        <p:spPr>
          <a:xfrm>
            <a:off x="5874799" y="4173797"/>
            <a:ext cx="1911652"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a:t>
            </a:r>
          </a:p>
        </p:txBody>
      </p:sp>
      <p:sp>
        <p:nvSpPr>
          <p:cNvPr id="48" name="object 34">
            <a:extLst>
              <a:ext uri="{FF2B5EF4-FFF2-40B4-BE49-F238E27FC236}">
                <a16:creationId xmlns:a16="http://schemas.microsoft.com/office/drawing/2014/main" id="{8CAA9F65-43CE-898D-7040-9B0F76288C1D}"/>
              </a:ext>
            </a:extLst>
          </p:cNvPr>
          <p:cNvSpPr txBox="1"/>
          <p:nvPr/>
        </p:nvSpPr>
        <p:spPr>
          <a:xfrm>
            <a:off x="5889136" y="5092123"/>
            <a:ext cx="1911652"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a:t>
            </a:r>
          </a:p>
        </p:txBody>
      </p:sp>
      <p:sp>
        <p:nvSpPr>
          <p:cNvPr id="49" name="TextBox 48">
            <a:extLst>
              <a:ext uri="{FF2B5EF4-FFF2-40B4-BE49-F238E27FC236}">
                <a16:creationId xmlns:a16="http://schemas.microsoft.com/office/drawing/2014/main" id="{A943134B-25DD-A04D-3F8C-45DF59E9AD97}"/>
              </a:ext>
            </a:extLst>
          </p:cNvPr>
          <p:cNvSpPr txBox="1"/>
          <p:nvPr/>
        </p:nvSpPr>
        <p:spPr>
          <a:xfrm>
            <a:off x="741424" y="3318102"/>
            <a:ext cx="374237" cy="276999"/>
          </a:xfrm>
          <a:prstGeom prst="rect">
            <a:avLst/>
          </a:prstGeom>
          <a:noFill/>
        </p:spPr>
        <p:txBody>
          <a:bodyPr wrap="square" rtlCol="0">
            <a:spAutoFit/>
          </a:bodyPr>
          <a:lstStyle/>
          <a:p>
            <a:r>
              <a:rPr lang="en-AU" sz="1200" b="1" spc="-50" dirty="0">
                <a:solidFill>
                  <a:srgbClr val="231F20"/>
                </a:solidFill>
                <a:latin typeface="Arial"/>
                <a:cs typeface="Arial"/>
              </a:rPr>
              <a:t>1</a:t>
            </a:r>
            <a:endParaRPr lang="en-AU" sz="1200" dirty="0"/>
          </a:p>
        </p:txBody>
      </p:sp>
      <p:sp>
        <p:nvSpPr>
          <p:cNvPr id="50" name="TextBox 49">
            <a:extLst>
              <a:ext uri="{FF2B5EF4-FFF2-40B4-BE49-F238E27FC236}">
                <a16:creationId xmlns:a16="http://schemas.microsoft.com/office/drawing/2014/main" id="{908EC4DA-1D46-BED5-1926-D93132354ACB}"/>
              </a:ext>
            </a:extLst>
          </p:cNvPr>
          <p:cNvSpPr txBox="1"/>
          <p:nvPr/>
        </p:nvSpPr>
        <p:spPr>
          <a:xfrm>
            <a:off x="721981" y="4196650"/>
            <a:ext cx="374237" cy="276999"/>
          </a:xfrm>
          <a:prstGeom prst="rect">
            <a:avLst/>
          </a:prstGeom>
          <a:noFill/>
        </p:spPr>
        <p:txBody>
          <a:bodyPr wrap="square" rtlCol="0">
            <a:spAutoFit/>
          </a:bodyPr>
          <a:lstStyle/>
          <a:p>
            <a:r>
              <a:rPr lang="en-AU" sz="1200" b="1" spc="-50" dirty="0">
                <a:solidFill>
                  <a:srgbClr val="231F20"/>
                </a:solidFill>
                <a:latin typeface="Arial"/>
                <a:cs typeface="Arial"/>
              </a:rPr>
              <a:t>2</a:t>
            </a:r>
            <a:endParaRPr lang="en-AU" sz="1200" dirty="0"/>
          </a:p>
        </p:txBody>
      </p:sp>
      <p:sp>
        <p:nvSpPr>
          <p:cNvPr id="51" name="TextBox 50">
            <a:extLst>
              <a:ext uri="{FF2B5EF4-FFF2-40B4-BE49-F238E27FC236}">
                <a16:creationId xmlns:a16="http://schemas.microsoft.com/office/drawing/2014/main" id="{BA804E92-27B5-1893-C6F9-ABB5A9AA0DD1}"/>
              </a:ext>
            </a:extLst>
          </p:cNvPr>
          <p:cNvSpPr txBox="1"/>
          <p:nvPr/>
        </p:nvSpPr>
        <p:spPr>
          <a:xfrm>
            <a:off x="721981" y="5158675"/>
            <a:ext cx="374237" cy="276999"/>
          </a:xfrm>
          <a:prstGeom prst="rect">
            <a:avLst/>
          </a:prstGeom>
          <a:noFill/>
        </p:spPr>
        <p:txBody>
          <a:bodyPr wrap="square" rtlCol="0">
            <a:spAutoFit/>
          </a:bodyPr>
          <a:lstStyle/>
          <a:p>
            <a:r>
              <a:rPr lang="en-AU" sz="1200" b="1" spc="-50" dirty="0">
                <a:solidFill>
                  <a:srgbClr val="231F20"/>
                </a:solidFill>
                <a:latin typeface="Arial"/>
                <a:cs typeface="Arial"/>
              </a:rPr>
              <a:t>3</a:t>
            </a:r>
            <a:endParaRPr lang="en-AU" sz="1200" dirty="0"/>
          </a:p>
        </p:txBody>
      </p:sp>
      <p:cxnSp>
        <p:nvCxnSpPr>
          <p:cNvPr id="111" name="Straight Connector 110">
            <a:extLst>
              <a:ext uri="{FF2B5EF4-FFF2-40B4-BE49-F238E27FC236}">
                <a16:creationId xmlns:a16="http://schemas.microsoft.com/office/drawing/2014/main" id="{A0DBBF4D-CF44-AE3F-6480-E0177AAE8149}"/>
              </a:ext>
            </a:extLst>
          </p:cNvPr>
          <p:cNvCxnSpPr>
            <a:cxnSpLocks/>
          </p:cNvCxnSpPr>
          <p:nvPr/>
        </p:nvCxnSpPr>
        <p:spPr>
          <a:xfrm>
            <a:off x="656476" y="5773536"/>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3" name="Rectangle: Top Corners Snipped 2">
            <a:extLst>
              <a:ext uri="{FF2B5EF4-FFF2-40B4-BE49-F238E27FC236}">
                <a16:creationId xmlns:a16="http://schemas.microsoft.com/office/drawing/2014/main" id="{502291C4-ADDD-0671-6C32-4F134A8ED5A9}"/>
              </a:ext>
            </a:extLst>
          </p:cNvPr>
          <p:cNvSpPr/>
          <p:nvPr/>
        </p:nvSpPr>
        <p:spPr>
          <a:xfrm rot="5400000">
            <a:off x="699550" y="9129238"/>
            <a:ext cx="364258"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Rectangle: Top Corners Snipped 15">
            <a:extLst>
              <a:ext uri="{FF2B5EF4-FFF2-40B4-BE49-F238E27FC236}">
                <a16:creationId xmlns:a16="http://schemas.microsoft.com/office/drawing/2014/main" id="{1D09258C-1917-04E6-2937-F2A1CE3E65B0}"/>
              </a:ext>
            </a:extLst>
          </p:cNvPr>
          <p:cNvSpPr/>
          <p:nvPr/>
        </p:nvSpPr>
        <p:spPr>
          <a:xfrm rot="5400000">
            <a:off x="721744" y="628153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Top Corners Snipped 16">
            <a:extLst>
              <a:ext uri="{FF2B5EF4-FFF2-40B4-BE49-F238E27FC236}">
                <a16:creationId xmlns:a16="http://schemas.microsoft.com/office/drawing/2014/main" id="{52F1A5B2-D811-B949-24E9-EC5B4587C6D0}"/>
              </a:ext>
            </a:extLst>
          </p:cNvPr>
          <p:cNvSpPr/>
          <p:nvPr/>
        </p:nvSpPr>
        <p:spPr>
          <a:xfrm rot="5400000">
            <a:off x="721744" y="775648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TextBox 17">
            <a:extLst>
              <a:ext uri="{FF2B5EF4-FFF2-40B4-BE49-F238E27FC236}">
                <a16:creationId xmlns:a16="http://schemas.microsoft.com/office/drawing/2014/main" id="{5B0790D6-2F5E-BA7C-942E-3BAC0F8CEC52}"/>
              </a:ext>
            </a:extLst>
          </p:cNvPr>
          <p:cNvSpPr txBox="1"/>
          <p:nvPr/>
        </p:nvSpPr>
        <p:spPr>
          <a:xfrm>
            <a:off x="728442" y="6371032"/>
            <a:ext cx="374237" cy="276999"/>
          </a:xfrm>
          <a:prstGeom prst="rect">
            <a:avLst/>
          </a:prstGeom>
          <a:noFill/>
        </p:spPr>
        <p:txBody>
          <a:bodyPr wrap="square" rtlCol="0">
            <a:spAutoFit/>
          </a:bodyPr>
          <a:lstStyle/>
          <a:p>
            <a:r>
              <a:rPr lang="en-AU" sz="1200" b="1" spc="-50" dirty="0">
                <a:solidFill>
                  <a:srgbClr val="231F20"/>
                </a:solidFill>
                <a:latin typeface="Arial"/>
                <a:cs typeface="Arial"/>
              </a:rPr>
              <a:t>7</a:t>
            </a:r>
            <a:endParaRPr lang="en-AU" sz="1200" dirty="0"/>
          </a:p>
        </p:txBody>
      </p:sp>
      <p:sp>
        <p:nvSpPr>
          <p:cNvPr id="22" name="TextBox 21">
            <a:extLst>
              <a:ext uri="{FF2B5EF4-FFF2-40B4-BE49-F238E27FC236}">
                <a16:creationId xmlns:a16="http://schemas.microsoft.com/office/drawing/2014/main" id="{383ED6A8-D99C-FC24-ED4C-F83108C3AB1D}"/>
              </a:ext>
            </a:extLst>
          </p:cNvPr>
          <p:cNvSpPr txBox="1"/>
          <p:nvPr/>
        </p:nvSpPr>
        <p:spPr>
          <a:xfrm>
            <a:off x="735442" y="7845983"/>
            <a:ext cx="374237" cy="276999"/>
          </a:xfrm>
          <a:prstGeom prst="rect">
            <a:avLst/>
          </a:prstGeom>
          <a:noFill/>
        </p:spPr>
        <p:txBody>
          <a:bodyPr wrap="square" rtlCol="0">
            <a:spAutoFit/>
          </a:bodyPr>
          <a:lstStyle/>
          <a:p>
            <a:r>
              <a:rPr lang="en-AU" sz="1200" b="1" spc="-50" dirty="0">
                <a:solidFill>
                  <a:srgbClr val="231F20"/>
                </a:solidFill>
                <a:latin typeface="Arial"/>
                <a:cs typeface="Arial"/>
              </a:rPr>
              <a:t>9</a:t>
            </a:r>
            <a:endParaRPr lang="en-AU" sz="1200" dirty="0"/>
          </a:p>
        </p:txBody>
      </p:sp>
      <p:sp>
        <p:nvSpPr>
          <p:cNvPr id="29" name="TextBox 28">
            <a:extLst>
              <a:ext uri="{FF2B5EF4-FFF2-40B4-BE49-F238E27FC236}">
                <a16:creationId xmlns:a16="http://schemas.microsoft.com/office/drawing/2014/main" id="{A7270835-90C7-F497-D00A-80C196AD9CAD}"/>
              </a:ext>
            </a:extLst>
          </p:cNvPr>
          <p:cNvSpPr txBox="1"/>
          <p:nvPr/>
        </p:nvSpPr>
        <p:spPr>
          <a:xfrm>
            <a:off x="702212" y="9234888"/>
            <a:ext cx="374237" cy="276999"/>
          </a:xfrm>
          <a:prstGeom prst="rect">
            <a:avLst/>
          </a:prstGeom>
          <a:noFill/>
        </p:spPr>
        <p:txBody>
          <a:bodyPr wrap="square" rtlCol="0">
            <a:spAutoFit/>
          </a:bodyPr>
          <a:lstStyle/>
          <a:p>
            <a:r>
              <a:rPr lang="en-AU" sz="1200" b="1" spc="-50" dirty="0">
                <a:solidFill>
                  <a:srgbClr val="231F20"/>
                </a:solidFill>
                <a:latin typeface="Arial"/>
                <a:cs typeface="Arial"/>
              </a:rPr>
              <a:t>11</a:t>
            </a:r>
            <a:endParaRPr lang="en-AU" sz="1200" dirty="0"/>
          </a:p>
        </p:txBody>
      </p:sp>
      <p:sp>
        <p:nvSpPr>
          <p:cNvPr id="37" name="TextBox 36">
            <a:extLst>
              <a:ext uri="{FF2B5EF4-FFF2-40B4-BE49-F238E27FC236}">
                <a16:creationId xmlns:a16="http://schemas.microsoft.com/office/drawing/2014/main" id="{3E0441B0-0139-7C6A-B312-C1916ACE6C42}"/>
              </a:ext>
            </a:extLst>
          </p:cNvPr>
          <p:cNvSpPr txBox="1"/>
          <p:nvPr/>
        </p:nvSpPr>
        <p:spPr>
          <a:xfrm>
            <a:off x="705374" y="5896835"/>
            <a:ext cx="6495196" cy="276999"/>
          </a:xfrm>
          <a:prstGeom prst="rect">
            <a:avLst/>
          </a:prstGeom>
          <a:noFill/>
        </p:spPr>
        <p:txBody>
          <a:bodyPr wrap="square">
            <a:spAutoFit/>
          </a:bodyPr>
          <a:lstStyle/>
          <a:p>
            <a:pPr marL="12700">
              <a:lnSpc>
                <a:spcPct val="100000"/>
              </a:lnSpc>
              <a:spcBef>
                <a:spcPts val="100"/>
              </a:spcBef>
            </a:pPr>
            <a:r>
              <a:rPr lang="en-US" sz="1200" b="1" spc="-20" dirty="0">
                <a:solidFill>
                  <a:srgbClr val="231F20"/>
                </a:solidFill>
                <a:latin typeface="Book Antiqua" panose="02040602050305030304" pitchFamily="18" charset="0"/>
                <a:cs typeface="Cambria"/>
              </a:rPr>
              <a:t>Circle the correct prepositions in each sentence.</a:t>
            </a:r>
            <a:endParaRPr lang="en-AU" sz="1200" b="1" spc="-20" dirty="0">
              <a:solidFill>
                <a:srgbClr val="231F20"/>
              </a:solidFill>
              <a:latin typeface="Book Antiqua" panose="02040602050305030304" pitchFamily="18" charset="0"/>
              <a:cs typeface="Cambria"/>
            </a:endParaRPr>
          </a:p>
        </p:txBody>
      </p:sp>
      <p:graphicFrame>
        <p:nvGraphicFramePr>
          <p:cNvPr id="9" name="Table 13">
            <a:extLst>
              <a:ext uri="{FF2B5EF4-FFF2-40B4-BE49-F238E27FC236}">
                <a16:creationId xmlns:a16="http://schemas.microsoft.com/office/drawing/2014/main" id="{3778A1D7-4345-62F9-CD7D-6BC4BC5A59F3}"/>
              </a:ext>
            </a:extLst>
          </p:cNvPr>
          <p:cNvGraphicFramePr>
            <a:graphicFrameLocks noGrp="1"/>
          </p:cNvGraphicFramePr>
          <p:nvPr>
            <p:extLst>
              <p:ext uri="{D42A27DB-BD31-4B8C-83A1-F6EECF244321}">
                <p14:modId xmlns:p14="http://schemas.microsoft.com/office/powerpoint/2010/main" val="3153579619"/>
              </p:ext>
            </p:extLst>
          </p:nvPr>
        </p:nvGraphicFramePr>
        <p:xfrm>
          <a:off x="1152344" y="6164536"/>
          <a:ext cx="6032768" cy="3506386"/>
        </p:xfrm>
        <a:graphic>
          <a:graphicData uri="http://schemas.openxmlformats.org/drawingml/2006/table">
            <a:tbl>
              <a:tblPr firstRow="1" bandRow="1">
                <a:tableStyleId>{5940675A-B579-460E-94D1-54222C63F5DA}</a:tableStyleId>
              </a:tblPr>
              <a:tblGrid>
                <a:gridCol w="6032768">
                  <a:extLst>
                    <a:ext uri="{9D8B030D-6E8A-4147-A177-3AD203B41FA5}">
                      <a16:colId xmlns:a16="http://schemas.microsoft.com/office/drawing/2014/main" val="3661105598"/>
                    </a:ext>
                  </a:extLst>
                </a:gridCol>
              </a:tblGrid>
              <a:tr h="788912">
                <a:tc>
                  <a:txBody>
                    <a:bodyPr/>
                    <a:lstStyle/>
                    <a:p>
                      <a:r>
                        <a:rPr lang="en-US" sz="1200" kern="1200" dirty="0">
                          <a:solidFill>
                            <a:schemeClr val="tx1"/>
                          </a:solidFill>
                          <a:effectLst/>
                          <a:latin typeface="Book Antiqua" panose="02040602050305030304" pitchFamily="18" charset="0"/>
                          <a:ea typeface="+mn-ea"/>
                          <a:cs typeface="+mn-cs"/>
                        </a:rPr>
                        <a:t xml:space="preserve">Our teacher decided that the class's silence was tantamount </a:t>
                      </a:r>
                      <a:r>
                        <a:rPr lang="en-US" sz="1200" kern="1200" dirty="0" b="1">
                          <a:solidFill>
                            <a:schemeClr val="tx1"/>
                          </a:solidFill>
                          <a:effectLst/>
                          <a:latin typeface="Book Antiqua" panose="02040602050305030304" pitchFamily="18" charset="0"/>
                          <a:ea typeface="+mn-ea"/>
                          <a:cs typeface="+mn-cs"/>
                        </a:rPr>
                        <a:t>to/with</a:t>
                      </a:r>
                      <a:r>
                        <a:rPr lang="en-US" sz="1200" kern="1200" dirty="0">
                          <a:solidFill>
                            <a:schemeClr val="tx1"/>
                          </a:solidFill>
                          <a:effectLst/>
                          <a:latin typeface="Book Antiqua" panose="02040602050305030304" pitchFamily="18" charset="0"/>
                          <a:ea typeface="+mn-ea"/>
                          <a:cs typeface="+mn-cs"/>
                        </a:rPr>
                        <a:t xml:space="preserve"> an admission of guilt.</a:t>
                      </a:r>
                      <a:endParaRPr lang="en-AU" sz="1200" b="1" kern="1200" dirty="0">
                        <a:solidFill>
                          <a:schemeClr val="tx1"/>
                        </a:solidFill>
                        <a:latin typeface="Book Antiqua" panose="02040602050305030304" pitchFamily="18" charset="0"/>
                        <a:ea typeface="+mn-ea"/>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15441180"/>
                  </a:ext>
                </a:extLst>
              </a:tr>
              <a:tr h="673572">
                <a:tc>
                  <a:txBody>
                    <a:bodyPr/>
                    <a:lstStyle/>
                    <a:p>
                      <a:r>
                        <a:rPr lang="en-US" sz="1200" kern="1200" dirty="0">
                          <a:solidFill>
                            <a:schemeClr val="tx1"/>
                          </a:solidFill>
                          <a:effectLst/>
                          <a:latin typeface="Book Antiqua" panose="02040602050305030304" pitchFamily="18" charset="0"/>
                          <a:ea typeface="+mn-ea"/>
                          <a:cs typeface="+mn-cs"/>
                        </a:rPr>
                        <a:t xml:space="preserve">The sudden spike in vinyl sales was indicative </a:t>
                      </a:r>
                      <a:r>
                        <a:rPr lang="en-US" sz="1200" kern="1200" dirty="0" b="1">
                          <a:solidFill>
                            <a:schemeClr val="tx1"/>
                          </a:solidFill>
                          <a:effectLst/>
                          <a:latin typeface="Book Antiqua" panose="02040602050305030304" pitchFamily="18" charset="0"/>
                          <a:ea typeface="+mn-ea"/>
                          <a:cs typeface="+mn-cs"/>
                        </a:rPr>
                        <a:t>of/to</a:t>
                      </a:r>
                      <a:r>
                        <a:rPr lang="en-US" sz="1200" kern="1200" dirty="0">
                          <a:solidFill>
                            <a:schemeClr val="tx1"/>
                          </a:solidFill>
                          <a:effectLst/>
                          <a:latin typeface="Book Antiqua" panose="02040602050305030304" pitchFamily="18" charset="0"/>
                          <a:ea typeface="+mn-ea"/>
                          <a:cs typeface="+mn-cs"/>
                        </a:rPr>
                        <a:t xml:space="preserve"> a much larger shift in teenage music tastes.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93186194"/>
                  </a:ext>
                </a:extLst>
              </a:tr>
              <a:tr h="631736">
                <a:tc>
                  <a:txBody>
                    <a:bodyPr/>
                    <a:lstStyle/>
                    <a:p>
                      <a:r>
                        <a:rPr lang="en-US" sz="1200" kern="1200" dirty="0">
                          <a:solidFill>
                            <a:schemeClr val="tx1"/>
                          </a:solidFill>
                          <a:effectLst/>
                          <a:latin typeface="Book Antiqua" panose="02040602050305030304" pitchFamily="18" charset="0"/>
                          <a:ea typeface="+mn-ea"/>
                          <a:cs typeface="+mn-cs"/>
                        </a:rPr>
                        <a:t xml:space="preserve">The entire rescue plan was predicated </a:t>
                      </a:r>
                      <a:r>
                        <a:rPr lang="en-US" sz="1200" kern="1200" dirty="0" b="1">
                          <a:solidFill>
                            <a:schemeClr val="tx1"/>
                          </a:solidFill>
                          <a:effectLst/>
                          <a:latin typeface="Book Antiqua" panose="02040602050305030304" pitchFamily="18" charset="0"/>
                          <a:ea typeface="+mn-ea"/>
                          <a:cs typeface="+mn-cs"/>
                        </a:rPr>
                        <a:t>on/by</a:t>
                      </a:r>
                      <a:r>
                        <a:rPr lang="en-US" sz="1200" kern="1200" dirty="0">
                          <a:solidFill>
                            <a:schemeClr val="tx1"/>
                          </a:solidFill>
                          <a:effectLst/>
                          <a:latin typeface="Book Antiqua" panose="02040602050305030304" pitchFamily="18" charset="0"/>
                          <a:ea typeface="+mn-ea"/>
                          <a:cs typeface="+mn-cs"/>
                        </a:rPr>
                        <a:t xml:space="preserve"> the assumption that the weather would hold.</a:t>
                      </a:r>
                      <a:endParaRPr lang="en-AU" sz="1200" kern="1200" dirty="0">
                        <a:solidFill>
                          <a:schemeClr val="tx1"/>
                        </a:solidFill>
                        <a:effectLst/>
                        <a:latin typeface="Book Antiqua" panose="0204060205030503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60620579"/>
                  </a:ext>
                </a:extLst>
              </a:tr>
              <a:tr h="706083">
                <a:tc>
                  <a:txBody>
                    <a:bodyPr/>
                    <a:lstStyle/>
                    <a:p>
                      <a:r>
                        <a:rPr lang="en-US" sz="1200" kern="1200" dirty="0">
                          <a:solidFill>
                            <a:schemeClr val="tx1"/>
                          </a:solidFill>
                          <a:effectLst/>
                          <a:latin typeface="Book Antiqua" panose="02040602050305030304" pitchFamily="18" charset="0"/>
                          <a:ea typeface="+mn-ea"/>
                          <a:cs typeface="+mn-cs"/>
                        </a:rPr>
                        <a:t xml:space="preserve">Only three agents in the resistance were privy </a:t>
                      </a:r>
                      <a:r>
                        <a:rPr lang="en-US" sz="1200" kern="1200" dirty="0" b="1">
                          <a:solidFill>
                            <a:schemeClr val="tx1"/>
                          </a:solidFill>
                          <a:effectLst/>
                          <a:latin typeface="Book Antiqua" panose="02040602050305030304" pitchFamily="18" charset="0"/>
                          <a:ea typeface="+mn-ea"/>
                          <a:cs typeface="+mn-cs"/>
                        </a:rPr>
                        <a:t>to/of</a:t>
                      </a:r>
                      <a:r>
                        <a:rPr lang="en-US" sz="1200" kern="1200" dirty="0">
                          <a:solidFill>
                            <a:schemeClr val="tx1"/>
                          </a:solidFill>
                          <a:effectLst/>
                          <a:latin typeface="Book Antiqua" panose="02040602050305030304" pitchFamily="18" charset="0"/>
                          <a:ea typeface="+mn-ea"/>
                          <a:cs typeface="+mn-cs"/>
                        </a:rPr>
                        <a:t xml:space="preserve"> the details of the operation.</a:t>
                      </a:r>
                      <a:endParaRPr lang="en-AU" sz="1200" kern="1200" dirty="0">
                        <a:solidFill>
                          <a:schemeClr val="tx1"/>
                        </a:solidFill>
                        <a:effectLst/>
                        <a:latin typeface="Book Antiqua" panose="0204060205030503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5178039"/>
                  </a:ext>
                </a:extLst>
              </a:tr>
              <a:tr h="706083">
                <a:tc>
                  <a:txBody>
                    <a:bodyPr/>
                    <a:lstStyle/>
                    <a:p>
                      <a:r>
                        <a:rPr lang="en-US" sz="1200" kern="1200" dirty="0">
                          <a:solidFill>
                            <a:schemeClr val="tx1"/>
                          </a:solidFill>
                          <a:effectLst/>
                          <a:latin typeface="Book Antiqua" panose="02040602050305030304" pitchFamily="18" charset="0"/>
                          <a:ea typeface="+mn-ea"/>
                          <a:cs typeface="+mn-cs"/>
                        </a:rPr>
                        <a:t xml:space="preserve">The first crossing of the Nullarbor by car was fraught </a:t>
                      </a:r>
                      <a:r>
                        <a:rPr lang="en-US" sz="1200" kern="1200" dirty="0" b="1">
                          <a:solidFill>
                            <a:schemeClr val="tx1"/>
                          </a:solidFill>
                          <a:effectLst/>
                          <a:latin typeface="Book Antiqua" panose="02040602050305030304" pitchFamily="18" charset="0"/>
                          <a:ea typeface="+mn-ea"/>
                          <a:cs typeface="+mn-cs"/>
                        </a:rPr>
                        <a:t>with/by</a:t>
                      </a:r>
                      <a:r>
                        <a:rPr lang="en-US" sz="1200" kern="1200" dirty="0">
                          <a:solidFill>
                            <a:schemeClr val="tx1"/>
                          </a:solidFill>
                          <a:effectLst/>
                          <a:latin typeface="Book Antiqua" panose="02040602050305030304" pitchFamily="18" charset="0"/>
                          <a:ea typeface="+mn-ea"/>
                          <a:cs typeface="+mn-cs"/>
                        </a:rPr>
                        <a:t xml:space="preserve"> danger.</a:t>
                      </a:r>
                      <a:endParaRPr lang="en-AU" sz="1200" kern="1200" dirty="0">
                        <a:solidFill>
                          <a:schemeClr val="tx1"/>
                        </a:solidFill>
                        <a:effectLst/>
                        <a:latin typeface="Book Antiqua" panose="0204060205030503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58531627"/>
                  </a:ext>
                </a:extLst>
              </a:tr>
            </a:tbl>
          </a:graphicData>
        </a:graphic>
      </p:graphicFrame>
      <p:sp>
        <p:nvSpPr>
          <p:cNvPr id="31" name="TextBox 30">
            <a:extLst>
              <a:ext uri="{FF2B5EF4-FFF2-40B4-BE49-F238E27FC236}">
                <a16:creationId xmlns:a16="http://schemas.microsoft.com/office/drawing/2014/main" id="{AABC6287-7AF8-5801-1499-BDAA9FF3921F}"/>
              </a:ext>
            </a:extLst>
          </p:cNvPr>
          <p:cNvSpPr txBox="1"/>
          <p:nvPr/>
        </p:nvSpPr>
        <p:spPr>
          <a:xfrm>
            <a:off x="685043" y="8540976"/>
            <a:ext cx="374237" cy="276999"/>
          </a:xfrm>
          <a:prstGeom prst="rect">
            <a:avLst/>
          </a:prstGeom>
          <a:noFill/>
        </p:spPr>
        <p:txBody>
          <a:bodyPr wrap="square" rtlCol="0">
            <a:spAutoFit/>
          </a:bodyPr>
          <a:lstStyle/>
          <a:p>
            <a:r>
              <a:rPr lang="en-AU" sz="1200" b="1" spc="-50" dirty="0">
                <a:solidFill>
                  <a:srgbClr val="231F20"/>
                </a:solidFill>
                <a:latin typeface="Arial"/>
                <a:cs typeface="Arial"/>
              </a:rPr>
              <a:t>10</a:t>
            </a:r>
            <a:endParaRPr lang="en-AU" sz="1200" dirty="0"/>
          </a:p>
        </p:txBody>
      </p:sp>
      <p:sp>
        <p:nvSpPr>
          <p:cNvPr id="33" name="Rectangle: Top Corners Snipped 16">
            <a:extLst>
              <a:ext uri="{FF2B5EF4-FFF2-40B4-BE49-F238E27FC236}">
                <a16:creationId xmlns:a16="http://schemas.microsoft.com/office/drawing/2014/main" id="{4E798244-3868-9D5C-F885-C27426799A8A}"/>
              </a:ext>
            </a:extLst>
          </p:cNvPr>
          <p:cNvSpPr/>
          <p:nvPr/>
        </p:nvSpPr>
        <p:spPr>
          <a:xfrm rot="5400000">
            <a:off x="723531" y="7062570"/>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TextBox 33">
            <a:extLst>
              <a:ext uri="{FF2B5EF4-FFF2-40B4-BE49-F238E27FC236}">
                <a16:creationId xmlns:a16="http://schemas.microsoft.com/office/drawing/2014/main" id="{2658F77F-3159-3AF5-60C8-CA70A5437917}"/>
              </a:ext>
            </a:extLst>
          </p:cNvPr>
          <p:cNvSpPr txBox="1"/>
          <p:nvPr/>
        </p:nvSpPr>
        <p:spPr>
          <a:xfrm>
            <a:off x="725042" y="7163749"/>
            <a:ext cx="374237" cy="276999"/>
          </a:xfrm>
          <a:prstGeom prst="rect">
            <a:avLst/>
          </a:prstGeom>
          <a:noFill/>
        </p:spPr>
        <p:txBody>
          <a:bodyPr wrap="square" rtlCol="0">
            <a:spAutoFit/>
          </a:bodyPr>
          <a:lstStyle/>
          <a:p>
            <a:r>
              <a:rPr lang="en-AU" sz="1200" b="1" spc="-50" dirty="0">
                <a:solidFill>
                  <a:srgbClr val="231F20"/>
                </a:solidFill>
                <a:latin typeface="Arial"/>
                <a:cs typeface="Arial"/>
              </a:rPr>
              <a:t>8</a:t>
            </a:r>
            <a:endParaRPr lang="en-AU" sz="1200" dirty="0"/>
          </a:p>
        </p:txBody>
      </p:sp>
      <p:sp>
        <p:nvSpPr>
          <p:cNvPr id="36" name="TextBox 35">
            <a:extLst>
              <a:ext uri="{FF2B5EF4-FFF2-40B4-BE49-F238E27FC236}">
                <a16:creationId xmlns:a16="http://schemas.microsoft.com/office/drawing/2014/main" id="{87161642-4283-6111-C3FF-8172AD94E8BC}"/>
              </a:ext>
            </a:extLst>
          </p:cNvPr>
          <p:cNvSpPr txBox="1"/>
          <p:nvPr/>
        </p:nvSpPr>
        <p:spPr>
          <a:xfrm>
            <a:off x="4075234" y="3290596"/>
            <a:ext cx="374237" cy="276999"/>
          </a:xfrm>
          <a:prstGeom prst="rect">
            <a:avLst/>
          </a:prstGeom>
          <a:noFill/>
        </p:spPr>
        <p:txBody>
          <a:bodyPr wrap="square" rtlCol="0">
            <a:spAutoFit/>
          </a:bodyPr>
          <a:lstStyle/>
          <a:p>
            <a:r>
              <a:rPr lang="en-AU" sz="1200" b="1" spc="-50" dirty="0">
                <a:solidFill>
                  <a:srgbClr val="231F20"/>
                </a:solidFill>
                <a:latin typeface="Arial"/>
                <a:cs typeface="Arial"/>
              </a:rPr>
              <a:t>4</a:t>
            </a:r>
            <a:endParaRPr lang="en-AU" sz="1200" dirty="0"/>
          </a:p>
        </p:txBody>
      </p:sp>
      <p:sp>
        <p:nvSpPr>
          <p:cNvPr id="41" name="Rectangle: Top Corners Snipped 7">
            <a:extLst>
              <a:ext uri="{FF2B5EF4-FFF2-40B4-BE49-F238E27FC236}">
                <a16:creationId xmlns:a16="http://schemas.microsoft.com/office/drawing/2014/main" id="{6A5E6AE0-40BD-58B4-AB14-A85C03D0C84F}"/>
              </a:ext>
            </a:extLst>
          </p:cNvPr>
          <p:cNvSpPr/>
          <p:nvPr/>
        </p:nvSpPr>
        <p:spPr>
          <a:xfrm rot="5400000">
            <a:off x="4108503" y="404454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3" name="Rectangle: Top Corners Snipped 7">
            <a:extLst>
              <a:ext uri="{FF2B5EF4-FFF2-40B4-BE49-F238E27FC236}">
                <a16:creationId xmlns:a16="http://schemas.microsoft.com/office/drawing/2014/main" id="{2EEEA77C-DD20-128C-57C6-77D782BDEDE4}"/>
              </a:ext>
            </a:extLst>
          </p:cNvPr>
          <p:cNvSpPr/>
          <p:nvPr/>
        </p:nvSpPr>
        <p:spPr>
          <a:xfrm rot="5400000">
            <a:off x="4088222" y="499280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5" name="TextBox 44">
            <a:extLst>
              <a:ext uri="{FF2B5EF4-FFF2-40B4-BE49-F238E27FC236}">
                <a16:creationId xmlns:a16="http://schemas.microsoft.com/office/drawing/2014/main" id="{8EBC8275-95D9-2BF7-20B2-08117C7E44B0}"/>
              </a:ext>
            </a:extLst>
          </p:cNvPr>
          <p:cNvSpPr txBox="1"/>
          <p:nvPr/>
        </p:nvSpPr>
        <p:spPr>
          <a:xfrm>
            <a:off x="4088629" y="4141256"/>
            <a:ext cx="374237" cy="276999"/>
          </a:xfrm>
          <a:prstGeom prst="rect">
            <a:avLst/>
          </a:prstGeom>
          <a:noFill/>
        </p:spPr>
        <p:txBody>
          <a:bodyPr wrap="square" rtlCol="0">
            <a:spAutoFit/>
          </a:bodyPr>
          <a:lstStyle/>
          <a:p>
            <a:r>
              <a:rPr lang="en-AU" sz="1200" b="1" spc="-50" dirty="0">
                <a:solidFill>
                  <a:srgbClr val="231F20"/>
                </a:solidFill>
                <a:latin typeface="Arial"/>
                <a:cs typeface="Arial"/>
              </a:rPr>
              <a:t>5</a:t>
            </a:r>
            <a:endParaRPr lang="en-AU" sz="1200" dirty="0"/>
          </a:p>
        </p:txBody>
      </p:sp>
      <p:sp>
        <p:nvSpPr>
          <p:cNvPr id="54" name="TextBox 53">
            <a:extLst>
              <a:ext uri="{FF2B5EF4-FFF2-40B4-BE49-F238E27FC236}">
                <a16:creationId xmlns:a16="http://schemas.microsoft.com/office/drawing/2014/main" id="{5754A133-857B-2284-BDB5-A96ED33FD6BC}"/>
              </a:ext>
            </a:extLst>
          </p:cNvPr>
          <p:cNvSpPr txBox="1"/>
          <p:nvPr/>
        </p:nvSpPr>
        <p:spPr>
          <a:xfrm>
            <a:off x="4098352" y="5077392"/>
            <a:ext cx="374237" cy="276999"/>
          </a:xfrm>
          <a:prstGeom prst="rect">
            <a:avLst/>
          </a:prstGeom>
          <a:noFill/>
        </p:spPr>
        <p:txBody>
          <a:bodyPr wrap="square" rtlCol="0">
            <a:spAutoFit/>
          </a:bodyPr>
          <a:lstStyle/>
          <a:p>
            <a:r>
              <a:rPr lang="en-AU" sz="1200" b="1" spc="-50" dirty="0">
                <a:solidFill>
                  <a:srgbClr val="231F20"/>
                </a:solidFill>
                <a:latin typeface="Arial"/>
                <a:cs typeface="Arial"/>
              </a:rPr>
              <a:t>6</a:t>
            </a:r>
            <a:endParaRPr lang="en-AU" sz="1200" dirty="0"/>
          </a:p>
        </p:txBody>
      </p:sp>
    </p:spTree>
    <p:extLst>
      <p:ext uri="{BB962C8B-B14F-4D97-AF65-F5344CB8AC3E}">
        <p14:creationId xmlns:p14="http://schemas.microsoft.com/office/powerpoint/2010/main" val="11534333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5620" y="431900"/>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33144" y="431900"/>
            <a:ext cx="8347" cy="9459049"/>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4462" y="9890949"/>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649D0BE1-2EDF-9D3F-9AA3-71EA3CE62C7A}"/>
              </a:ext>
            </a:extLst>
          </p:cNvPr>
          <p:cNvCxnSpPr>
            <a:cxnSpLocks/>
          </p:cNvCxnSpPr>
          <p:nvPr/>
        </p:nvCxnSpPr>
        <p:spPr>
          <a:xfrm>
            <a:off x="663661" y="9892404"/>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4" name="object 34">
            <a:extLst>
              <a:ext uri="{FF2B5EF4-FFF2-40B4-BE49-F238E27FC236}">
                <a16:creationId xmlns:a16="http://schemas.microsoft.com/office/drawing/2014/main" id="{95DF739C-3192-6132-5E9B-AD827E1821F7}"/>
              </a:ext>
            </a:extLst>
          </p:cNvPr>
          <p:cNvSpPr txBox="1"/>
          <p:nvPr/>
        </p:nvSpPr>
        <p:spPr>
          <a:xfrm>
            <a:off x="696835" y="10144659"/>
            <a:ext cx="3671806"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NUMBER OF CORRECT ANSWERS</a:t>
            </a:r>
            <a:endParaRPr b="1" dirty="0">
              <a:latin typeface="Candara" panose="020E0502030303020204" pitchFamily="34" charset="0"/>
              <a:cs typeface="Cambria"/>
            </a:endParaRPr>
          </a:p>
        </p:txBody>
      </p:sp>
      <p:sp>
        <p:nvSpPr>
          <p:cNvPr id="7" name="Rectangle 6">
            <a:extLst>
              <a:ext uri="{FF2B5EF4-FFF2-40B4-BE49-F238E27FC236}">
                <a16:creationId xmlns:a16="http://schemas.microsoft.com/office/drawing/2014/main" id="{69E24734-DF31-3A7F-D61D-63424D5D73F8}"/>
              </a:ext>
            </a:extLst>
          </p:cNvPr>
          <p:cNvSpPr/>
          <p:nvPr/>
        </p:nvSpPr>
        <p:spPr>
          <a:xfrm>
            <a:off x="5064072" y="10018269"/>
            <a:ext cx="1136755"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bject 34">
            <a:extLst>
              <a:ext uri="{FF2B5EF4-FFF2-40B4-BE49-F238E27FC236}">
                <a16:creationId xmlns:a16="http://schemas.microsoft.com/office/drawing/2014/main" id="{5E469678-8223-2EE8-7E84-BA974DF12FDB}"/>
              </a:ext>
            </a:extLst>
          </p:cNvPr>
          <p:cNvSpPr txBox="1"/>
          <p:nvPr/>
        </p:nvSpPr>
        <p:spPr>
          <a:xfrm>
            <a:off x="5632449" y="10107321"/>
            <a:ext cx="761833"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/20</a:t>
            </a:r>
            <a:endParaRPr b="1" dirty="0">
              <a:latin typeface="Candara" panose="020E0502030303020204" pitchFamily="34" charset="0"/>
              <a:cs typeface="Cambria"/>
            </a:endParaRPr>
          </a:p>
        </p:txBody>
      </p:sp>
      <p:sp>
        <p:nvSpPr>
          <p:cNvPr id="2" name="TextBox 1">
            <a:extLst>
              <a:ext uri="{FF2B5EF4-FFF2-40B4-BE49-F238E27FC236}">
                <a16:creationId xmlns:a16="http://schemas.microsoft.com/office/drawing/2014/main" id="{7AE1700C-8B86-ECEB-C982-5F8EBE57E0D7}"/>
              </a:ext>
            </a:extLst>
          </p:cNvPr>
          <p:cNvSpPr txBox="1"/>
          <p:nvPr/>
        </p:nvSpPr>
        <p:spPr>
          <a:xfrm>
            <a:off x="87103" y="6769651"/>
            <a:ext cx="461665" cy="1786601"/>
          </a:xfrm>
          <a:prstGeom prst="rect">
            <a:avLst/>
          </a:prstGeom>
          <a:noFill/>
        </p:spPr>
        <p:txBody>
          <a:bodyPr vert="eaVert" wrap="square" rtlCol="0">
            <a:spAutoFit/>
          </a:bodyPr>
          <a:lstStyle/>
          <a:p>
            <a:r>
              <a:rPr lang="en-AU" dirty="0">
                <a:latin typeface="Candara" panose="020E0502030303020204" pitchFamily="34" charset="0"/>
              </a:rPr>
              <a:t>Punctuation</a:t>
            </a:r>
          </a:p>
        </p:txBody>
      </p:sp>
      <p:sp>
        <p:nvSpPr>
          <p:cNvPr id="60" name="Rectangle: Top Corners Snipped 59">
            <a:extLst>
              <a:ext uri="{FF2B5EF4-FFF2-40B4-BE49-F238E27FC236}">
                <a16:creationId xmlns:a16="http://schemas.microsoft.com/office/drawing/2014/main" id="{3C141403-C5BB-BD2B-0F96-2B5AD1466A2E}"/>
              </a:ext>
            </a:extLst>
          </p:cNvPr>
          <p:cNvSpPr/>
          <p:nvPr/>
        </p:nvSpPr>
        <p:spPr>
          <a:xfrm rot="5400000">
            <a:off x="710726" y="859542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4" name="Rectangle: Top Corners Snipped 63">
            <a:extLst>
              <a:ext uri="{FF2B5EF4-FFF2-40B4-BE49-F238E27FC236}">
                <a16:creationId xmlns:a16="http://schemas.microsoft.com/office/drawing/2014/main" id="{74F477F6-8673-1F35-5718-7CD630600B3D}"/>
              </a:ext>
            </a:extLst>
          </p:cNvPr>
          <p:cNvSpPr/>
          <p:nvPr/>
        </p:nvSpPr>
        <p:spPr>
          <a:xfrm rot="5400000">
            <a:off x="710726" y="9186347"/>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5" name="TextBox 54">
            <a:extLst>
              <a:ext uri="{FF2B5EF4-FFF2-40B4-BE49-F238E27FC236}">
                <a16:creationId xmlns:a16="http://schemas.microsoft.com/office/drawing/2014/main" id="{FEA4F46C-F646-E4C8-6223-3DAC5DF4B131}"/>
              </a:ext>
            </a:extLst>
          </p:cNvPr>
          <p:cNvSpPr txBox="1"/>
          <p:nvPr/>
        </p:nvSpPr>
        <p:spPr>
          <a:xfrm>
            <a:off x="696835" y="9285858"/>
            <a:ext cx="374237" cy="276999"/>
          </a:xfrm>
          <a:prstGeom prst="rect">
            <a:avLst/>
          </a:prstGeom>
          <a:noFill/>
        </p:spPr>
        <p:txBody>
          <a:bodyPr wrap="square" rtlCol="0">
            <a:spAutoFit/>
          </a:bodyPr>
          <a:lstStyle/>
          <a:p>
            <a:r>
              <a:rPr lang="en-AU" sz="1200" b="1" spc="-50" dirty="0">
                <a:solidFill>
                  <a:srgbClr val="231F20"/>
                </a:solidFill>
                <a:latin typeface="Arial"/>
                <a:cs typeface="Arial"/>
              </a:rPr>
              <a:t>20</a:t>
            </a:r>
            <a:endParaRPr lang="en-AU" sz="1200" dirty="0"/>
          </a:p>
        </p:txBody>
      </p:sp>
      <p:sp>
        <p:nvSpPr>
          <p:cNvPr id="10" name="TextBox 9">
            <a:extLst>
              <a:ext uri="{FF2B5EF4-FFF2-40B4-BE49-F238E27FC236}">
                <a16:creationId xmlns:a16="http://schemas.microsoft.com/office/drawing/2014/main" id="{BA394958-4AC4-464B-59AE-4F234D82241A}"/>
              </a:ext>
            </a:extLst>
          </p:cNvPr>
          <p:cNvSpPr txBox="1"/>
          <p:nvPr/>
        </p:nvSpPr>
        <p:spPr>
          <a:xfrm>
            <a:off x="661218" y="8684929"/>
            <a:ext cx="374237" cy="276999"/>
          </a:xfrm>
          <a:prstGeom prst="rect">
            <a:avLst/>
          </a:prstGeom>
          <a:noFill/>
        </p:spPr>
        <p:txBody>
          <a:bodyPr wrap="square" rtlCol="0">
            <a:spAutoFit/>
          </a:bodyPr>
          <a:lstStyle/>
          <a:p>
            <a:r>
              <a:rPr lang="en-AU" sz="1200" b="1" spc="-50" dirty="0">
                <a:solidFill>
                  <a:srgbClr val="231F20"/>
                </a:solidFill>
                <a:latin typeface="Arial"/>
                <a:cs typeface="Arial"/>
              </a:rPr>
              <a:t>19</a:t>
            </a:r>
            <a:endParaRPr lang="en-AU" sz="1200" dirty="0"/>
          </a:p>
        </p:txBody>
      </p:sp>
      <p:sp>
        <p:nvSpPr>
          <p:cNvPr id="29" name="TextBox 28">
            <a:extLst>
              <a:ext uri="{FF2B5EF4-FFF2-40B4-BE49-F238E27FC236}">
                <a16:creationId xmlns:a16="http://schemas.microsoft.com/office/drawing/2014/main" id="{E0555ABB-4D28-2DB0-1665-B324E444ABAF}"/>
              </a:ext>
            </a:extLst>
          </p:cNvPr>
          <p:cNvSpPr txBox="1"/>
          <p:nvPr/>
        </p:nvSpPr>
        <p:spPr>
          <a:xfrm>
            <a:off x="107011" y="513109"/>
            <a:ext cx="461665" cy="1783080"/>
          </a:xfrm>
          <a:prstGeom prst="rect">
            <a:avLst/>
          </a:prstGeom>
          <a:noFill/>
        </p:spPr>
        <p:txBody>
          <a:bodyPr vert="eaVert" wrap="square" rtlCol="0">
            <a:spAutoFit/>
          </a:bodyPr>
          <a:lstStyle/>
          <a:p>
            <a:r>
              <a:rPr lang="en-AU" dirty="0">
                <a:latin typeface="Candara" panose="020E0502030303020204" pitchFamily="34" charset="0"/>
              </a:rPr>
              <a:t>Vocabulary</a:t>
            </a:r>
          </a:p>
        </p:txBody>
      </p:sp>
      <p:cxnSp>
        <p:nvCxnSpPr>
          <p:cNvPr id="70" name="Straight Connector 69">
            <a:extLst>
              <a:ext uri="{FF2B5EF4-FFF2-40B4-BE49-F238E27FC236}">
                <a16:creationId xmlns:a16="http://schemas.microsoft.com/office/drawing/2014/main" id="{378C9A04-C3AE-9C7D-5C5D-F15F75CBC6AC}"/>
              </a:ext>
            </a:extLst>
          </p:cNvPr>
          <p:cNvCxnSpPr>
            <a:cxnSpLocks/>
          </p:cNvCxnSpPr>
          <p:nvPr/>
        </p:nvCxnSpPr>
        <p:spPr>
          <a:xfrm>
            <a:off x="640333" y="6767462"/>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94" name="Rectangle: Top Corners Snipped 93">
            <a:extLst>
              <a:ext uri="{FF2B5EF4-FFF2-40B4-BE49-F238E27FC236}">
                <a16:creationId xmlns:a16="http://schemas.microsoft.com/office/drawing/2014/main" id="{0694EC20-EF9B-E0BF-9E55-8A993FCEB047}"/>
              </a:ext>
            </a:extLst>
          </p:cNvPr>
          <p:cNvSpPr/>
          <p:nvPr/>
        </p:nvSpPr>
        <p:spPr>
          <a:xfrm rot="5400000">
            <a:off x="707623" y="742109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6" name="Rectangle: Top Corners Snipped 95">
            <a:extLst>
              <a:ext uri="{FF2B5EF4-FFF2-40B4-BE49-F238E27FC236}">
                <a16:creationId xmlns:a16="http://schemas.microsoft.com/office/drawing/2014/main" id="{B1B6E41B-F58C-CC3B-F684-F95A3DB64A00}"/>
              </a:ext>
            </a:extLst>
          </p:cNvPr>
          <p:cNvSpPr/>
          <p:nvPr/>
        </p:nvSpPr>
        <p:spPr>
          <a:xfrm rot="5400000">
            <a:off x="705646" y="800449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4" name="TextBox 103">
            <a:extLst>
              <a:ext uri="{FF2B5EF4-FFF2-40B4-BE49-F238E27FC236}">
                <a16:creationId xmlns:a16="http://schemas.microsoft.com/office/drawing/2014/main" id="{1FFA86FF-EF9C-B78C-3385-F441F9DE60C8}"/>
              </a:ext>
            </a:extLst>
          </p:cNvPr>
          <p:cNvSpPr txBox="1"/>
          <p:nvPr/>
        </p:nvSpPr>
        <p:spPr>
          <a:xfrm>
            <a:off x="679344" y="8091202"/>
            <a:ext cx="374237" cy="276999"/>
          </a:xfrm>
          <a:prstGeom prst="rect">
            <a:avLst/>
          </a:prstGeom>
          <a:noFill/>
        </p:spPr>
        <p:txBody>
          <a:bodyPr wrap="square" rtlCol="0">
            <a:spAutoFit/>
          </a:bodyPr>
          <a:lstStyle/>
          <a:p>
            <a:r>
              <a:rPr lang="en-AU" sz="1200" b="1" spc="-50" dirty="0">
                <a:solidFill>
                  <a:srgbClr val="231F20"/>
                </a:solidFill>
                <a:latin typeface="Arial"/>
                <a:cs typeface="Arial"/>
              </a:rPr>
              <a:t>18</a:t>
            </a:r>
            <a:endParaRPr lang="en-AU" sz="1200" dirty="0"/>
          </a:p>
        </p:txBody>
      </p:sp>
      <p:sp>
        <p:nvSpPr>
          <p:cNvPr id="106" name="TextBox 105">
            <a:extLst>
              <a:ext uri="{FF2B5EF4-FFF2-40B4-BE49-F238E27FC236}">
                <a16:creationId xmlns:a16="http://schemas.microsoft.com/office/drawing/2014/main" id="{8DF603E8-470A-78C4-78CB-032FAB480CFA}"/>
              </a:ext>
            </a:extLst>
          </p:cNvPr>
          <p:cNvSpPr txBox="1"/>
          <p:nvPr/>
        </p:nvSpPr>
        <p:spPr>
          <a:xfrm>
            <a:off x="674330" y="7503636"/>
            <a:ext cx="374237" cy="276999"/>
          </a:xfrm>
          <a:prstGeom prst="rect">
            <a:avLst/>
          </a:prstGeom>
          <a:noFill/>
        </p:spPr>
        <p:txBody>
          <a:bodyPr wrap="square" rtlCol="0">
            <a:spAutoFit/>
          </a:bodyPr>
          <a:lstStyle/>
          <a:p>
            <a:r>
              <a:rPr lang="en-AU" sz="1200" b="1" spc="-50" dirty="0">
                <a:solidFill>
                  <a:srgbClr val="231F20"/>
                </a:solidFill>
                <a:latin typeface="Arial"/>
                <a:cs typeface="Arial"/>
              </a:rPr>
              <a:t>17</a:t>
            </a:r>
            <a:endParaRPr lang="en-AU" sz="1200" dirty="0"/>
          </a:p>
        </p:txBody>
      </p:sp>
      <p:sp>
        <p:nvSpPr>
          <p:cNvPr id="12" name="TextBox 11">
            <a:extLst>
              <a:ext uri="{FF2B5EF4-FFF2-40B4-BE49-F238E27FC236}">
                <a16:creationId xmlns:a16="http://schemas.microsoft.com/office/drawing/2014/main" id="{674CFB9A-2BFA-B393-94CF-2A7CC80F221E}"/>
              </a:ext>
            </a:extLst>
          </p:cNvPr>
          <p:cNvSpPr txBox="1"/>
          <p:nvPr/>
        </p:nvSpPr>
        <p:spPr>
          <a:xfrm>
            <a:off x="713148" y="6833215"/>
            <a:ext cx="6759424" cy="472694"/>
          </a:xfrm>
          <a:prstGeom prst="rect">
            <a:avLst/>
          </a:prstGeom>
          <a:noFill/>
        </p:spPr>
        <p:txBody>
          <a:bodyPr wrap="square">
            <a:spAutoFit/>
          </a:bodyPr>
          <a:lstStyle/>
          <a:p>
            <a:r>
              <a:rPr lang="en-AU" sz="1200" dirty="0" b="1">
                <a:effectLst/>
                <a:latin typeface="Book Antiqua" panose="02040602050305030304" pitchFamily="18" charset="0"/>
                <a:ea typeface="Yu Gothic" panose="020B0400000000000000" pitchFamily="34" charset="-128"/>
                <a:cs typeface="Times New Roman" panose="02020603050405020304" pitchFamily="18" charset="0"/>
              </a:rPr>
              <a:t>In the following sentences, the options are italicised. Choose the form that uses hyphens appropriately and preserves the intended meaning (½ mark per choice).</a:t>
            </a:r>
            <a:endParaRPr lang="en-AU" sz="1200" dirty="0"/>
          </a:p>
        </p:txBody>
      </p:sp>
      <p:sp>
        <p:nvSpPr>
          <p:cNvPr id="78" name="TextBox 77">
            <a:extLst>
              <a:ext uri="{FF2B5EF4-FFF2-40B4-BE49-F238E27FC236}">
                <a16:creationId xmlns:a16="http://schemas.microsoft.com/office/drawing/2014/main" id="{545397C4-6719-0A67-C727-EA905B0C5C57}"/>
              </a:ext>
            </a:extLst>
          </p:cNvPr>
          <p:cNvSpPr txBox="1"/>
          <p:nvPr/>
        </p:nvSpPr>
        <p:spPr>
          <a:xfrm>
            <a:off x="1216326" y="9283203"/>
            <a:ext cx="6415230" cy="461665"/>
          </a:xfrm>
          <a:prstGeom prst="rect">
            <a:avLst/>
          </a:prstGeom>
          <a:noFill/>
        </p:spPr>
        <p:txBody>
          <a:bodyPr wrap="square">
            <a:spAutoFit/>
          </a:bodyPr>
          <a:lstStyle/>
          <a:p>
            <a:r>
              <a:rPr lang="en-AU" sz="1200" dirty="0">
                <a:latin typeface="Book Antiqua" panose="02040602050305030304" pitchFamily="18" charset="0"/>
              </a:rPr>
              <a:t xml:space="preserve">The team's </a:t>
            </a:r>
            <a:r>
              <a:rPr lang="en-AU" sz="1200" dirty="0" i="1">
                <a:latin typeface="Book Antiqua" panose="02040602050305030304" pitchFamily="18" charset="0"/>
              </a:rPr>
              <a:t>16-year-old/16 year old</a:t>
            </a:r>
            <a:r>
              <a:rPr lang="en-AU" sz="1200" dirty="0">
                <a:latin typeface="Book Antiqua" panose="02040602050305030304" pitchFamily="18" charset="0"/>
              </a:rPr>
              <a:t xml:space="preserve"> captain was the youngest ever selected;</a:t>
            </a:r>
            <a:br>
              <a:rPr lang="en-AU" sz="1200" dirty="0">
                <a:latin typeface="Book Antiqua" panose="02040602050305030304" pitchFamily="18" charset="0"/>
              </a:rPr>
            </a:br>
            <a:r>
              <a:rPr lang="en-AU" sz="1200" dirty="0">
                <a:latin typeface="Book Antiqua" panose="02040602050305030304" pitchFamily="18" charset="0"/>
              </a:rPr>
              <a:t xml:space="preserve">at </a:t>
            </a:r>
            <a:r>
              <a:rPr lang="en-AU" sz="1200" dirty="0" i="1">
                <a:latin typeface="Book Antiqua" panose="02040602050305030304" pitchFamily="18" charset="0"/>
              </a:rPr>
              <a:t>16-years-old/16 years old</a:t>
            </a:r>
            <a:r>
              <a:rPr lang="en-AU" sz="1200" dirty="0">
                <a:latin typeface="Book Antiqua" panose="02040602050305030304" pitchFamily="18" charset="0"/>
              </a:rPr>
              <a:t>, she had already played 40 senior games.</a:t>
            </a:r>
          </a:p>
        </p:txBody>
      </p:sp>
      <p:sp>
        <p:nvSpPr>
          <p:cNvPr id="79" name="TextBox 78">
            <a:extLst>
              <a:ext uri="{FF2B5EF4-FFF2-40B4-BE49-F238E27FC236}">
                <a16:creationId xmlns:a16="http://schemas.microsoft.com/office/drawing/2014/main" id="{1FD3005A-3F46-BCCD-9369-2B16C8338880}"/>
              </a:ext>
            </a:extLst>
          </p:cNvPr>
          <p:cNvSpPr txBox="1"/>
          <p:nvPr/>
        </p:nvSpPr>
        <p:spPr>
          <a:xfrm>
            <a:off x="1216326" y="8618548"/>
            <a:ext cx="6337729" cy="461665"/>
          </a:xfrm>
          <a:prstGeom prst="rect">
            <a:avLst/>
          </a:prstGeom>
          <a:noFill/>
        </p:spPr>
        <p:txBody>
          <a:bodyPr wrap="square">
            <a:spAutoFit/>
          </a:bodyPr>
          <a:lstStyle/>
          <a:p>
            <a:r>
              <a:rPr lang="en-AU" sz="1200" dirty="0">
                <a:latin typeface="Book Antiqua" panose="02040602050305030304" pitchFamily="18" charset="0"/>
              </a:rPr>
              <a:t xml:space="preserve">After the scandal, the club captain refused to </a:t>
            </a:r>
            <a:r>
              <a:rPr lang="en-AU" sz="1200" dirty="0" i="1">
                <a:latin typeface="Book Antiqua" panose="02040602050305030304" pitchFamily="18" charset="0"/>
              </a:rPr>
              <a:t>resign/re-sign</a:t>
            </a:r>
            <a:r>
              <a:rPr lang="en-AU" sz="1200" dirty="0">
                <a:latin typeface="Book Antiqua" panose="02040602050305030304" pitchFamily="18" charset="0"/>
              </a:rPr>
              <a:t>, yet the star forward</a:t>
            </a:r>
            <a:br>
              <a:rPr lang="en-AU" sz="1200" dirty="0">
                <a:latin typeface="Book Antiqua" panose="02040602050305030304" pitchFamily="18" charset="0"/>
              </a:rPr>
            </a:br>
            <a:r>
              <a:rPr lang="en-AU" sz="1200" dirty="0">
                <a:latin typeface="Book Antiqua" panose="02040602050305030304" pitchFamily="18" charset="0"/>
              </a:rPr>
              <a:t xml:space="preserve">agreed to </a:t>
            </a:r>
            <a:r>
              <a:rPr lang="en-AU" sz="1200" dirty="0" i="1">
                <a:latin typeface="Book Antiqua" panose="02040602050305030304" pitchFamily="18" charset="0"/>
              </a:rPr>
              <a:t>resign/re-sign</a:t>
            </a:r>
            <a:r>
              <a:rPr lang="en-AU" sz="1200" dirty="0">
                <a:latin typeface="Book Antiqua" panose="02040602050305030304" pitchFamily="18" charset="0"/>
              </a:rPr>
              <a:t xml:space="preserve"> for three more seasons.</a:t>
            </a:r>
          </a:p>
        </p:txBody>
      </p:sp>
      <p:sp>
        <p:nvSpPr>
          <p:cNvPr id="80" name="TextBox 79">
            <a:extLst>
              <a:ext uri="{FF2B5EF4-FFF2-40B4-BE49-F238E27FC236}">
                <a16:creationId xmlns:a16="http://schemas.microsoft.com/office/drawing/2014/main" id="{C2442D74-BEE4-6C1E-90EE-972532DE9331}"/>
              </a:ext>
            </a:extLst>
          </p:cNvPr>
          <p:cNvSpPr txBox="1"/>
          <p:nvPr/>
        </p:nvSpPr>
        <p:spPr>
          <a:xfrm>
            <a:off x="1216327" y="8037463"/>
            <a:ext cx="6253928" cy="461665"/>
          </a:xfrm>
          <a:prstGeom prst="rect">
            <a:avLst/>
          </a:prstGeom>
          <a:noFill/>
        </p:spPr>
        <p:txBody>
          <a:bodyPr wrap="square">
            <a:spAutoFit/>
          </a:bodyPr>
          <a:lstStyle/>
          <a:p>
            <a:r>
              <a:rPr lang="en-AU" sz="1200" dirty="0">
                <a:latin typeface="Book Antiqua" panose="02040602050305030304" pitchFamily="18" charset="0"/>
              </a:rPr>
              <a:t xml:space="preserve">It was a </a:t>
            </a:r>
            <a:r>
              <a:rPr lang="en-AU" sz="1200" dirty="0" i="1">
                <a:latin typeface="Book Antiqua" panose="02040602050305030304" pitchFamily="18" charset="0"/>
              </a:rPr>
              <a:t>highly-anticipated/highly anticipated</a:t>
            </a:r>
            <a:r>
              <a:rPr lang="en-AU" sz="1200" dirty="0">
                <a:latin typeface="Book Antiqua" panose="02040602050305030304" pitchFamily="18" charset="0"/>
              </a:rPr>
              <a:t xml:space="preserve"> sequel, though its ending felt oddly</a:t>
            </a:r>
            <a:br>
              <a:rPr lang="en-AU" sz="1200" dirty="0">
                <a:latin typeface="Book Antiqua" panose="02040602050305030304" pitchFamily="18" charset="0"/>
              </a:rPr>
            </a:br>
            <a:r>
              <a:rPr lang="en-AU" sz="1200" dirty="0" i="1">
                <a:latin typeface="Book Antiqua" panose="02040602050305030304" pitchFamily="18" charset="0"/>
              </a:rPr>
              <a:t>half-hearted/half hearted</a:t>
            </a:r>
            <a:r>
              <a:rPr lang="en-AU" sz="1200" dirty="0">
                <a:latin typeface="Book Antiqua" panose="02040602050305030304" pitchFamily="18" charset="0"/>
              </a:rPr>
              <a:t>.</a:t>
            </a:r>
          </a:p>
        </p:txBody>
      </p:sp>
      <p:sp>
        <p:nvSpPr>
          <p:cNvPr id="81" name="TextBox 80">
            <a:extLst>
              <a:ext uri="{FF2B5EF4-FFF2-40B4-BE49-F238E27FC236}">
                <a16:creationId xmlns:a16="http://schemas.microsoft.com/office/drawing/2014/main" id="{5B02FD87-3B61-9861-0576-6E8E6EFB9A84}"/>
              </a:ext>
            </a:extLst>
          </p:cNvPr>
          <p:cNvSpPr txBox="1"/>
          <p:nvPr/>
        </p:nvSpPr>
        <p:spPr>
          <a:xfrm>
            <a:off x="1216327" y="7432118"/>
            <a:ext cx="5875224" cy="461665"/>
          </a:xfrm>
          <a:prstGeom prst="rect">
            <a:avLst/>
          </a:prstGeom>
          <a:noFill/>
        </p:spPr>
        <p:txBody>
          <a:bodyPr wrap="square">
            <a:spAutoFit/>
          </a:bodyPr>
          <a:lstStyle/>
          <a:p>
            <a:r>
              <a:rPr lang="en-AU" sz="1200" dirty="0">
                <a:latin typeface="Book Antiqua" panose="02040602050305030304" pitchFamily="18" charset="0"/>
              </a:rPr>
              <a:t xml:space="preserve">The </a:t>
            </a:r>
            <a:r>
              <a:rPr lang="en-AU" sz="1200" dirty="0" i="1">
                <a:latin typeface="Book Antiqua" panose="02040602050305030304" pitchFamily="18" charset="0"/>
              </a:rPr>
              <a:t>well-known/well known</a:t>
            </a:r>
            <a:r>
              <a:rPr lang="en-AU" sz="1200" dirty="0">
                <a:latin typeface="Book Antiqua" panose="02040602050305030304" pitchFamily="18" charset="0"/>
              </a:rPr>
              <a:t xml:space="preserve"> author insisted that her early work was not</a:t>
            </a:r>
            <a:br>
              <a:rPr lang="en-AU" sz="1200" dirty="0">
                <a:latin typeface="Book Antiqua" panose="02040602050305030304" pitchFamily="18" charset="0"/>
              </a:rPr>
            </a:br>
            <a:r>
              <a:rPr lang="en-AU" sz="1200" dirty="0" i="1">
                <a:latin typeface="Book Antiqua" panose="02040602050305030304" pitchFamily="18" charset="0"/>
              </a:rPr>
              <a:t>well-known/well known</a:t>
            </a:r>
            <a:r>
              <a:rPr lang="en-AU" sz="1200" dirty="0">
                <a:latin typeface="Book Antiqua" panose="02040602050305030304" pitchFamily="18" charset="0"/>
              </a:rPr>
              <a:t xml:space="preserve"> at all.</a:t>
            </a:r>
          </a:p>
        </p:txBody>
      </p:sp>
      <p:sp>
        <p:nvSpPr>
          <p:cNvPr id="3" name="Rectangle: Top Corners Snipped 2">
            <a:extLst>
              <a:ext uri="{FF2B5EF4-FFF2-40B4-BE49-F238E27FC236}">
                <a16:creationId xmlns:a16="http://schemas.microsoft.com/office/drawing/2014/main" id="{2CB4C5F9-94BF-5CCF-6EBB-2166E2CEA4B4}"/>
              </a:ext>
            </a:extLst>
          </p:cNvPr>
          <p:cNvSpPr/>
          <p:nvPr/>
        </p:nvSpPr>
        <p:spPr>
          <a:xfrm rot="5400000">
            <a:off x="708076" y="579834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D9C5D50D-CEC2-91E4-5518-1404DC56D36D}"/>
              </a:ext>
            </a:extLst>
          </p:cNvPr>
          <p:cNvSpPr txBox="1"/>
          <p:nvPr/>
        </p:nvSpPr>
        <p:spPr>
          <a:xfrm>
            <a:off x="690033" y="5893697"/>
            <a:ext cx="347022" cy="276999"/>
          </a:xfrm>
          <a:prstGeom prst="rect">
            <a:avLst/>
          </a:prstGeom>
          <a:noFill/>
        </p:spPr>
        <p:txBody>
          <a:bodyPr wrap="square" rtlCol="0">
            <a:spAutoFit/>
          </a:bodyPr>
          <a:lstStyle/>
          <a:p>
            <a:r>
              <a:rPr lang="en-AU" sz="1200" b="1" spc="-50" dirty="0">
                <a:solidFill>
                  <a:srgbClr val="231F20"/>
                </a:solidFill>
                <a:latin typeface="Arial"/>
                <a:cs typeface="Arial"/>
              </a:rPr>
              <a:t>16</a:t>
            </a:r>
            <a:endParaRPr lang="en-AU" sz="1200" dirty="0"/>
          </a:p>
        </p:txBody>
      </p:sp>
      <p:sp>
        <p:nvSpPr>
          <p:cNvPr id="15" name="object 34">
            <a:extLst>
              <a:ext uri="{FF2B5EF4-FFF2-40B4-BE49-F238E27FC236}">
                <a16:creationId xmlns:a16="http://schemas.microsoft.com/office/drawing/2014/main" id="{BF480220-3190-D9EE-12B8-4CD24AA87525}"/>
              </a:ext>
            </a:extLst>
          </p:cNvPr>
          <p:cNvSpPr txBox="1"/>
          <p:nvPr/>
        </p:nvSpPr>
        <p:spPr>
          <a:xfrm>
            <a:off x="845132" y="611067"/>
            <a:ext cx="6246419" cy="197490"/>
          </a:xfrm>
          <a:prstGeom prst="rect">
            <a:avLst/>
          </a:prstGeom>
        </p:spPr>
        <p:txBody>
          <a:bodyPr vert="horz" wrap="square" lIns="0" tIns="12700" rIns="0" bIns="0" rtlCol="0">
            <a:spAutoFit/>
          </a:bodyPr>
          <a:lstStyle/>
          <a:p>
            <a:pPr marL="12700">
              <a:lnSpc>
                <a:spcPct val="100000"/>
              </a:lnSpc>
              <a:spcBef>
                <a:spcPts val="100"/>
              </a:spcBef>
            </a:pPr>
            <a:r>
              <a:rPr lang="en-AU" sz="1200" b="1" spc="-20" dirty="0">
                <a:solidFill>
                  <a:srgbClr val="231F20"/>
                </a:solidFill>
                <a:latin typeface="Book Antiqua" panose="02040602050305030304" pitchFamily="18" charset="0"/>
                <a:cs typeface="Cambria"/>
              </a:rPr>
              <a:t>Replace the basic words in bold with more sophisticated vocabulary.</a:t>
            </a:r>
            <a:endParaRPr sz="1200" b="1" dirty="0">
              <a:latin typeface="Book Antiqua" panose="02040602050305030304" pitchFamily="18" charset="0"/>
              <a:cs typeface="Cambria"/>
            </a:endParaRPr>
          </a:p>
        </p:txBody>
      </p:sp>
      <p:sp>
        <p:nvSpPr>
          <p:cNvPr id="88" name="object 34">
            <a:extLst>
              <a:ext uri="{FF2B5EF4-FFF2-40B4-BE49-F238E27FC236}">
                <a16:creationId xmlns:a16="http://schemas.microsoft.com/office/drawing/2014/main" id="{FFEF5DCC-F81C-3EF2-B529-4C29CD7EFEA5}"/>
              </a:ext>
            </a:extLst>
          </p:cNvPr>
          <p:cNvSpPr txBox="1"/>
          <p:nvPr/>
        </p:nvSpPr>
        <p:spPr>
          <a:xfrm>
            <a:off x="1281824" y="1048993"/>
            <a:ext cx="6217920"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 xml:space="preserve">The experiment </a:t>
            </a:r>
            <a:r>
              <a:rPr lang="en-AU" sz="1200" dirty="0" b="1">
                <a:latin typeface="Book Antiqua" panose="02040602050305030304" pitchFamily="18" charset="0"/>
              </a:rPr>
              <a:t>showed</a:t>
            </a:r>
            <a:r>
              <a:rPr lang="en-AU" sz="1200" dirty="0">
                <a:latin typeface="Book Antiqua" panose="02040602050305030304" pitchFamily="18" charset="0"/>
              </a:rPr>
              <a:t xml:space="preserve"> that extra shade could </a:t>
            </a:r>
            <a:r>
              <a:rPr lang="en-AU" sz="1200" dirty="0" b="1">
                <a:latin typeface="Book Antiqua" panose="02040602050305030304" pitchFamily="18" charset="0"/>
              </a:rPr>
              <a:t>help</a:t>
            </a:r>
            <a:r>
              <a:rPr lang="en-AU" sz="1200" dirty="0">
                <a:latin typeface="Book Antiqua" panose="02040602050305030304" pitchFamily="18" charset="0"/>
              </a:rPr>
              <a:t xml:space="preserve"> seedlings that had </a:t>
            </a:r>
            <a:r>
              <a:rPr lang="en-AU" sz="1200" dirty="0" b="1">
                <a:latin typeface="Book Antiqua" panose="02040602050305030304" pitchFamily="18" charset="0"/>
              </a:rPr>
              <a:t>got worse</a:t>
            </a:r>
            <a:r>
              <a:rPr lang="en-AU" sz="1200" dirty="0">
                <a:latin typeface="Book Antiqua" panose="02040602050305030304" pitchFamily="18" charset="0"/>
              </a:rPr>
              <a:t xml:space="preserve"> during the heatwave.</a:t>
            </a:r>
            <a:endParaRPr lang="en-AU" sz="1200" spc="-20" dirty="0">
              <a:solidFill>
                <a:srgbClr val="231F20"/>
              </a:solidFill>
              <a:latin typeface="Book Antiqua" panose="02040602050305030304" pitchFamily="18" charset="0"/>
              <a:cs typeface="Cambria"/>
            </a:endParaRPr>
          </a:p>
        </p:txBody>
      </p:sp>
      <p:sp>
        <p:nvSpPr>
          <p:cNvPr id="89" name="Rectangle: Top Corners Snipped 88">
            <a:extLst>
              <a:ext uri="{FF2B5EF4-FFF2-40B4-BE49-F238E27FC236}">
                <a16:creationId xmlns:a16="http://schemas.microsoft.com/office/drawing/2014/main" id="{B03E5320-D404-06A2-E22D-F9960CC59531}"/>
              </a:ext>
            </a:extLst>
          </p:cNvPr>
          <p:cNvSpPr/>
          <p:nvPr/>
        </p:nvSpPr>
        <p:spPr>
          <a:xfrm rot="5400000">
            <a:off x="706461" y="313054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0" name="Rectangle: Top Corners Snipped 89">
            <a:extLst>
              <a:ext uri="{FF2B5EF4-FFF2-40B4-BE49-F238E27FC236}">
                <a16:creationId xmlns:a16="http://schemas.microsoft.com/office/drawing/2014/main" id="{ED86B059-0E14-3463-F005-9D7D7557579A}"/>
              </a:ext>
            </a:extLst>
          </p:cNvPr>
          <p:cNvSpPr/>
          <p:nvPr/>
        </p:nvSpPr>
        <p:spPr>
          <a:xfrm rot="5400000">
            <a:off x="695433" y="95641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1" name="Rectangle: Top Corners Snipped 90">
            <a:extLst>
              <a:ext uri="{FF2B5EF4-FFF2-40B4-BE49-F238E27FC236}">
                <a16:creationId xmlns:a16="http://schemas.microsoft.com/office/drawing/2014/main" id="{E8F622FD-BA44-6F54-D545-2EFA14DFA722}"/>
              </a:ext>
            </a:extLst>
          </p:cNvPr>
          <p:cNvSpPr/>
          <p:nvPr/>
        </p:nvSpPr>
        <p:spPr>
          <a:xfrm rot="5400000">
            <a:off x="707150" y="207472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2" name="object 34">
            <a:extLst>
              <a:ext uri="{FF2B5EF4-FFF2-40B4-BE49-F238E27FC236}">
                <a16:creationId xmlns:a16="http://schemas.microsoft.com/office/drawing/2014/main" id="{3F607FCA-978D-816C-F491-57EB87DAE382}"/>
              </a:ext>
            </a:extLst>
          </p:cNvPr>
          <p:cNvSpPr txBox="1"/>
          <p:nvPr/>
        </p:nvSpPr>
        <p:spPr>
          <a:xfrm>
            <a:off x="1293713" y="2090956"/>
            <a:ext cx="6217920" cy="394082"/>
          </a:xfrm>
          <a:prstGeom prst="rect">
            <a:avLst/>
          </a:prstGeom>
        </p:spPr>
        <p:txBody>
          <a:bodyPr vert="horz" wrap="square" lIns="0" tIns="12700" rIns="0" bIns="0" rtlCol="0">
            <a:spAutoFit/>
          </a:bodyPr>
          <a:lstStyle/>
          <a:p>
            <a:pPr algn="just">
              <a:lnSpc>
                <a:spcPct val="105000"/>
              </a:lnSpc>
              <a:spcAft>
                <a:spcPts val="800"/>
              </a:spcAft>
            </a:pPr>
            <a:r>
              <a:rPr lang="en-AU" sz="1200" dirty="0">
                <a:latin typeface="Book Antiqua" panose="02040602050305030304" pitchFamily="18" charset="0"/>
              </a:rPr>
              <a:t xml:space="preserve">The coach </a:t>
            </a:r>
            <a:r>
              <a:rPr lang="en-AU" sz="1200" dirty="0" b="1">
                <a:latin typeface="Book Antiqua" panose="02040602050305030304" pitchFamily="18" charset="0"/>
              </a:rPr>
              <a:t>said</a:t>
            </a:r>
            <a:r>
              <a:rPr lang="en-AU" sz="1200" dirty="0">
                <a:latin typeface="Book Antiqua" panose="02040602050305030304" pitchFamily="18" charset="0"/>
              </a:rPr>
              <a:t xml:space="preserve"> the team was </a:t>
            </a:r>
            <a:r>
              <a:rPr lang="en-AU" sz="1200" dirty="0" b="1">
                <a:latin typeface="Book Antiqua" panose="02040602050305030304" pitchFamily="18" charset="0"/>
              </a:rPr>
              <a:t>to blame</a:t>
            </a:r>
            <a:r>
              <a:rPr lang="en-AU" sz="1200" dirty="0">
                <a:latin typeface="Book Antiqua" panose="02040602050305030304" pitchFamily="18" charset="0"/>
              </a:rPr>
              <a:t xml:space="preserve"> for the damaged equipment and </a:t>
            </a:r>
            <a:r>
              <a:rPr lang="en-AU" sz="1200" dirty="0" b="1">
                <a:latin typeface="Book Antiqua" panose="02040602050305030304" pitchFamily="18" charset="0"/>
              </a:rPr>
              <a:t>made</a:t>
            </a:r>
            <a:r>
              <a:rPr lang="en-AU" sz="1200" dirty="0">
                <a:latin typeface="Book Antiqua" panose="02040602050305030304" pitchFamily="18" charset="0"/>
              </a:rPr>
              <a:t xml:space="preserve"> them pay for replacements.</a:t>
            </a:r>
            <a:endParaRPr lang="en-AU" sz="1200" kern="100" dirty="0">
              <a:effectLst/>
              <a:latin typeface="Book Antiqua" panose="02040602050305030304" pitchFamily="18" charset="0"/>
              <a:ea typeface="Yu Mincho" panose="02020400000000000000" pitchFamily="18" charset="-128"/>
              <a:cs typeface="Times New Roman" panose="02020603050405020304" pitchFamily="18" charset="0"/>
            </a:endParaRPr>
          </a:p>
        </p:txBody>
      </p:sp>
      <p:sp>
        <p:nvSpPr>
          <p:cNvPr id="93" name="TextBox 92">
            <a:extLst>
              <a:ext uri="{FF2B5EF4-FFF2-40B4-BE49-F238E27FC236}">
                <a16:creationId xmlns:a16="http://schemas.microsoft.com/office/drawing/2014/main" id="{72651DA2-7B24-8E4D-EE69-65CC6582A1BF}"/>
              </a:ext>
            </a:extLst>
          </p:cNvPr>
          <p:cNvSpPr txBox="1"/>
          <p:nvPr/>
        </p:nvSpPr>
        <p:spPr>
          <a:xfrm>
            <a:off x="697492" y="1046332"/>
            <a:ext cx="374237" cy="276999"/>
          </a:xfrm>
          <a:prstGeom prst="rect">
            <a:avLst/>
          </a:prstGeom>
          <a:noFill/>
        </p:spPr>
        <p:txBody>
          <a:bodyPr wrap="square" rtlCol="0">
            <a:spAutoFit/>
          </a:bodyPr>
          <a:lstStyle/>
          <a:p>
            <a:r>
              <a:rPr lang="en-AU" sz="1200" b="1" spc="-50" dirty="0">
                <a:solidFill>
                  <a:srgbClr val="231F20"/>
                </a:solidFill>
                <a:latin typeface="Arial"/>
                <a:cs typeface="Arial"/>
              </a:rPr>
              <a:t>12</a:t>
            </a:r>
            <a:endParaRPr lang="en-AU" sz="1200" dirty="0"/>
          </a:p>
        </p:txBody>
      </p:sp>
      <p:sp>
        <p:nvSpPr>
          <p:cNvPr id="16" name="TextBox 15">
            <a:extLst>
              <a:ext uri="{FF2B5EF4-FFF2-40B4-BE49-F238E27FC236}">
                <a16:creationId xmlns:a16="http://schemas.microsoft.com/office/drawing/2014/main" id="{88A70FE5-7BF9-4477-ACD5-54AC17A9A34B}"/>
              </a:ext>
            </a:extLst>
          </p:cNvPr>
          <p:cNvSpPr txBox="1"/>
          <p:nvPr/>
        </p:nvSpPr>
        <p:spPr>
          <a:xfrm>
            <a:off x="727716" y="2173202"/>
            <a:ext cx="374237" cy="276999"/>
          </a:xfrm>
          <a:prstGeom prst="rect">
            <a:avLst/>
          </a:prstGeom>
          <a:noFill/>
        </p:spPr>
        <p:txBody>
          <a:bodyPr wrap="square" rtlCol="0">
            <a:spAutoFit/>
          </a:bodyPr>
          <a:lstStyle/>
          <a:p>
            <a:r>
              <a:rPr lang="en-AU" sz="1200" b="1" spc="-50" dirty="0">
                <a:solidFill>
                  <a:srgbClr val="231F20"/>
                </a:solidFill>
                <a:latin typeface="Arial"/>
                <a:cs typeface="Arial"/>
              </a:rPr>
              <a:t>13</a:t>
            </a:r>
            <a:endParaRPr lang="en-AU" sz="1200" dirty="0"/>
          </a:p>
        </p:txBody>
      </p:sp>
      <p:sp>
        <p:nvSpPr>
          <p:cNvPr id="18" name="TextBox 17">
            <a:extLst>
              <a:ext uri="{FF2B5EF4-FFF2-40B4-BE49-F238E27FC236}">
                <a16:creationId xmlns:a16="http://schemas.microsoft.com/office/drawing/2014/main" id="{EE94F659-CA7E-F995-7749-AC8759FF4D4C}"/>
              </a:ext>
            </a:extLst>
          </p:cNvPr>
          <p:cNvSpPr txBox="1"/>
          <p:nvPr/>
        </p:nvSpPr>
        <p:spPr>
          <a:xfrm>
            <a:off x="727716" y="3231141"/>
            <a:ext cx="374237" cy="276999"/>
          </a:xfrm>
          <a:prstGeom prst="rect">
            <a:avLst/>
          </a:prstGeom>
          <a:noFill/>
        </p:spPr>
        <p:txBody>
          <a:bodyPr wrap="square" rtlCol="0">
            <a:spAutoFit/>
          </a:bodyPr>
          <a:lstStyle/>
          <a:p>
            <a:r>
              <a:rPr lang="en-AU" sz="1200" b="1" spc="-50" dirty="0">
                <a:solidFill>
                  <a:srgbClr val="231F20"/>
                </a:solidFill>
                <a:latin typeface="Arial"/>
                <a:cs typeface="Arial"/>
              </a:rPr>
              <a:t>14</a:t>
            </a:r>
            <a:endParaRPr lang="en-AU" sz="1200" dirty="0"/>
          </a:p>
        </p:txBody>
      </p:sp>
      <p:sp>
        <p:nvSpPr>
          <p:cNvPr id="19" name="object 34">
            <a:extLst>
              <a:ext uri="{FF2B5EF4-FFF2-40B4-BE49-F238E27FC236}">
                <a16:creationId xmlns:a16="http://schemas.microsoft.com/office/drawing/2014/main" id="{1ADE07B9-2AB1-EFD3-AFB6-5F739A95EFE7}"/>
              </a:ext>
            </a:extLst>
          </p:cNvPr>
          <p:cNvSpPr txBox="1"/>
          <p:nvPr/>
        </p:nvSpPr>
        <p:spPr>
          <a:xfrm>
            <a:off x="750171" y="1496555"/>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97" name="object 34">
            <a:extLst>
              <a:ext uri="{FF2B5EF4-FFF2-40B4-BE49-F238E27FC236}">
                <a16:creationId xmlns:a16="http://schemas.microsoft.com/office/drawing/2014/main" id="{32A20F2F-90B2-0696-C97F-6A30D27D1DD4}"/>
              </a:ext>
            </a:extLst>
          </p:cNvPr>
          <p:cNvSpPr txBox="1"/>
          <p:nvPr/>
        </p:nvSpPr>
        <p:spPr>
          <a:xfrm>
            <a:off x="741120" y="2584169"/>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20" name="object 34">
            <a:extLst>
              <a:ext uri="{FF2B5EF4-FFF2-40B4-BE49-F238E27FC236}">
                <a16:creationId xmlns:a16="http://schemas.microsoft.com/office/drawing/2014/main" id="{7E680AC7-77A7-1FCA-A21C-FE201948F0F7}"/>
              </a:ext>
            </a:extLst>
          </p:cNvPr>
          <p:cNvSpPr txBox="1"/>
          <p:nvPr/>
        </p:nvSpPr>
        <p:spPr>
          <a:xfrm>
            <a:off x="1297372" y="3193472"/>
            <a:ext cx="6217920" cy="394082"/>
          </a:xfrm>
          <a:prstGeom prst="rect">
            <a:avLst/>
          </a:prstGeom>
        </p:spPr>
        <p:txBody>
          <a:bodyPr vert="horz" wrap="square" lIns="0" tIns="12700" rIns="0" bIns="0" rtlCol="0">
            <a:spAutoFit/>
          </a:bodyPr>
          <a:lstStyle/>
          <a:p>
            <a:pPr algn="just">
              <a:lnSpc>
                <a:spcPct val="105000"/>
              </a:lnSpc>
              <a:spcAft>
                <a:spcPts val="800"/>
              </a:spcAft>
            </a:pPr>
            <a:r>
              <a:rPr lang="en-AU" sz="1200" dirty="0">
                <a:latin typeface="Book Antiqua" panose="02040602050305030304" pitchFamily="18" charset="0"/>
              </a:rPr>
              <a:t xml:space="preserve">Critics </a:t>
            </a:r>
            <a:r>
              <a:rPr lang="en-AU" sz="1200" dirty="0" b="1">
                <a:latin typeface="Book Antiqua" panose="02040602050305030304" pitchFamily="18" charset="0"/>
              </a:rPr>
              <a:t>liked</a:t>
            </a:r>
            <a:r>
              <a:rPr lang="en-AU" sz="1200" dirty="0">
                <a:latin typeface="Book Antiqua" panose="02040602050305030304" pitchFamily="18" charset="0"/>
              </a:rPr>
              <a:t xml:space="preserve"> the band's </a:t>
            </a:r>
            <a:r>
              <a:rPr lang="en-AU" sz="1200" dirty="0" b="1">
                <a:latin typeface="Book Antiqua" panose="02040602050305030304" pitchFamily="18" charset="0"/>
              </a:rPr>
              <a:t>plain</a:t>
            </a:r>
            <a:r>
              <a:rPr lang="en-AU" sz="1200" dirty="0">
                <a:latin typeface="Book Antiqua" panose="02040602050305030304" pitchFamily="18" charset="0"/>
              </a:rPr>
              <a:t xml:space="preserve"> new album cover, which </a:t>
            </a:r>
            <a:r>
              <a:rPr lang="en-AU" sz="1200" dirty="0" b="1">
                <a:latin typeface="Book Antiqua" panose="02040602050305030304" pitchFamily="18" charset="0"/>
              </a:rPr>
              <a:t>fits</a:t>
            </a:r>
            <a:r>
              <a:rPr lang="en-AU" sz="1200" dirty="0">
                <a:latin typeface="Book Antiqua" panose="02040602050305030304" pitchFamily="18" charset="0"/>
              </a:rPr>
              <a:t xml:space="preserve"> neatly with the songs' quiet mood.</a:t>
            </a:r>
            <a:endParaRPr lang="en-AU" sz="1200" kern="100" dirty="0">
              <a:effectLst/>
              <a:latin typeface="Book Antiqua" panose="02040602050305030304" pitchFamily="18" charset="0"/>
              <a:ea typeface="Yu Mincho" panose="02020400000000000000" pitchFamily="18" charset="-128"/>
              <a:cs typeface="Times New Roman" panose="02020603050405020304" pitchFamily="18" charset="0"/>
            </a:endParaRPr>
          </a:p>
        </p:txBody>
      </p:sp>
      <p:sp>
        <p:nvSpPr>
          <p:cNvPr id="99" name="object 34">
            <a:extLst>
              <a:ext uri="{FF2B5EF4-FFF2-40B4-BE49-F238E27FC236}">
                <a16:creationId xmlns:a16="http://schemas.microsoft.com/office/drawing/2014/main" id="{DC72D76A-C51C-6847-3FA2-A5A7DDBF1FAB}"/>
              </a:ext>
            </a:extLst>
          </p:cNvPr>
          <p:cNvSpPr txBox="1"/>
          <p:nvPr/>
        </p:nvSpPr>
        <p:spPr>
          <a:xfrm>
            <a:off x="749568" y="3668014"/>
            <a:ext cx="6743677" cy="529247"/>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a:p>
            <a:pPr marL="12700">
              <a:lnSpc>
                <a:spcPct val="2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100" name="Rectangle: Top Corners Snipped 99">
            <a:extLst>
              <a:ext uri="{FF2B5EF4-FFF2-40B4-BE49-F238E27FC236}">
                <a16:creationId xmlns:a16="http://schemas.microsoft.com/office/drawing/2014/main" id="{ADD5DE17-F790-B272-D68B-34AE8FDC8A74}"/>
              </a:ext>
            </a:extLst>
          </p:cNvPr>
          <p:cNvSpPr/>
          <p:nvPr/>
        </p:nvSpPr>
        <p:spPr>
          <a:xfrm rot="5400000">
            <a:off x="708397" y="467598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1" name="TextBox 100">
            <a:extLst>
              <a:ext uri="{FF2B5EF4-FFF2-40B4-BE49-F238E27FC236}">
                <a16:creationId xmlns:a16="http://schemas.microsoft.com/office/drawing/2014/main" id="{647C0B4A-D2F3-9FBB-C75C-F188F8AF2E2B}"/>
              </a:ext>
            </a:extLst>
          </p:cNvPr>
          <p:cNvSpPr txBox="1"/>
          <p:nvPr/>
        </p:nvSpPr>
        <p:spPr>
          <a:xfrm>
            <a:off x="668251" y="4770728"/>
            <a:ext cx="374237" cy="276999"/>
          </a:xfrm>
          <a:prstGeom prst="rect">
            <a:avLst/>
          </a:prstGeom>
          <a:noFill/>
        </p:spPr>
        <p:txBody>
          <a:bodyPr wrap="square" rtlCol="0">
            <a:spAutoFit/>
          </a:bodyPr>
          <a:lstStyle/>
          <a:p>
            <a:r>
              <a:rPr lang="en-AU" sz="1200" b="1" spc="-50" dirty="0">
                <a:solidFill>
                  <a:srgbClr val="231F20"/>
                </a:solidFill>
                <a:latin typeface="Arial"/>
                <a:cs typeface="Arial"/>
              </a:rPr>
              <a:t>15</a:t>
            </a:r>
            <a:endParaRPr lang="en-AU" sz="1200" dirty="0"/>
          </a:p>
        </p:txBody>
      </p:sp>
      <p:sp>
        <p:nvSpPr>
          <p:cNvPr id="102" name="object 34">
            <a:extLst>
              <a:ext uri="{FF2B5EF4-FFF2-40B4-BE49-F238E27FC236}">
                <a16:creationId xmlns:a16="http://schemas.microsoft.com/office/drawing/2014/main" id="{82E9B45C-C064-40EB-D434-C1A544249317}"/>
              </a:ext>
            </a:extLst>
          </p:cNvPr>
          <p:cNvSpPr txBox="1"/>
          <p:nvPr/>
        </p:nvSpPr>
        <p:spPr>
          <a:xfrm>
            <a:off x="1293713" y="4792500"/>
            <a:ext cx="5797838" cy="197490"/>
          </a:xfrm>
          <a:prstGeom prst="rect">
            <a:avLst/>
          </a:prstGeom>
        </p:spPr>
        <p:txBody>
          <a:bodyPr vert="horz" wrap="square" lIns="0" tIns="12700" rIns="0" bIns="0" rtlCol="0">
            <a:spAutoFit/>
          </a:bodyPr>
          <a:lstStyle/>
          <a:p>
            <a:pPr marL="12700">
              <a:lnSpc>
                <a:spcPct val="100000"/>
              </a:lnSpc>
              <a:spcBef>
                <a:spcPts val="100"/>
              </a:spcBef>
            </a:pPr>
            <a:r>
              <a:rPr lang="en-US" sz="1200" dirty="0">
                <a:latin typeface="Book Antiqua" panose="02040602050305030304" pitchFamily="18" charset="0"/>
              </a:rPr>
              <a:t>Hamartia</a:t>
            </a:r>
            <a:endParaRPr lang="en-AU" sz="1200" spc="-20" dirty="0">
              <a:solidFill>
                <a:srgbClr val="231F20"/>
              </a:solidFill>
              <a:latin typeface="Book Antiqua" panose="02040602050305030304" pitchFamily="18" charset="0"/>
              <a:cs typeface="Cambria"/>
            </a:endParaRPr>
          </a:p>
        </p:txBody>
      </p:sp>
      <p:sp>
        <p:nvSpPr>
          <p:cNvPr id="21" name="object 34">
            <a:extLst>
              <a:ext uri="{FF2B5EF4-FFF2-40B4-BE49-F238E27FC236}">
                <a16:creationId xmlns:a16="http://schemas.microsoft.com/office/drawing/2014/main" id="{60513089-9246-AEBD-85A7-AFFCAD35A62B}"/>
              </a:ext>
            </a:extLst>
          </p:cNvPr>
          <p:cNvSpPr txBox="1"/>
          <p:nvPr/>
        </p:nvSpPr>
        <p:spPr>
          <a:xfrm>
            <a:off x="741120" y="5326115"/>
            <a:ext cx="6743677"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22" name="object 34">
            <a:extLst>
              <a:ext uri="{FF2B5EF4-FFF2-40B4-BE49-F238E27FC236}">
                <a16:creationId xmlns:a16="http://schemas.microsoft.com/office/drawing/2014/main" id="{249CE56F-AF30-4392-9AD2-5EB38482D7E0}"/>
              </a:ext>
            </a:extLst>
          </p:cNvPr>
          <p:cNvSpPr txBox="1"/>
          <p:nvPr/>
        </p:nvSpPr>
        <p:spPr>
          <a:xfrm>
            <a:off x="1293713" y="5917497"/>
            <a:ext cx="5797838" cy="200183"/>
          </a:xfrm>
          <a:prstGeom prst="rect">
            <a:avLst/>
          </a:prstGeom>
        </p:spPr>
        <p:txBody>
          <a:bodyPr vert="horz" wrap="square" lIns="0" tIns="12700" rIns="0" bIns="0" rtlCol="0">
            <a:spAutoFit/>
          </a:bodyPr>
          <a:lstStyle/>
          <a:p>
            <a:pPr algn="just">
              <a:lnSpc>
                <a:spcPct val="105000"/>
              </a:lnSpc>
              <a:spcAft>
                <a:spcPts val="800"/>
              </a:spcAft>
            </a:pPr>
            <a:r>
              <a:rPr lang="en-US" sz="1200" dirty="0">
                <a:latin typeface="Book Antiqua" panose="02040602050305030304" pitchFamily="18" charset="0"/>
              </a:rPr>
              <a:t>Hubris</a:t>
            </a:r>
            <a:endParaRPr lang="en-AU" sz="1200" kern="100" dirty="0">
              <a:effectLst/>
              <a:latin typeface="Book Antiqua" panose="02040602050305030304" pitchFamily="18" charset="0"/>
              <a:ea typeface="Yu Gothic" panose="020B0400000000000000" pitchFamily="34" charset="-128"/>
              <a:cs typeface="Times New Roman" panose="02020603050405020304" pitchFamily="18" charset="0"/>
            </a:endParaRPr>
          </a:p>
        </p:txBody>
      </p:sp>
      <p:sp>
        <p:nvSpPr>
          <p:cNvPr id="23" name="object 34">
            <a:extLst>
              <a:ext uri="{FF2B5EF4-FFF2-40B4-BE49-F238E27FC236}">
                <a16:creationId xmlns:a16="http://schemas.microsoft.com/office/drawing/2014/main" id="{F315291E-1891-9A05-BCC5-F8D71B28CB42}"/>
              </a:ext>
            </a:extLst>
          </p:cNvPr>
          <p:cNvSpPr txBox="1"/>
          <p:nvPr/>
        </p:nvSpPr>
        <p:spPr>
          <a:xfrm>
            <a:off x="749568" y="6472179"/>
            <a:ext cx="6743677"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cxnSp>
        <p:nvCxnSpPr>
          <p:cNvPr id="13" name="Straight Connector 12">
            <a:extLst>
              <a:ext uri="{FF2B5EF4-FFF2-40B4-BE49-F238E27FC236}">
                <a16:creationId xmlns:a16="http://schemas.microsoft.com/office/drawing/2014/main" id="{EFA280BE-B181-5CD5-C19F-85EC040FD2A6}"/>
              </a:ext>
            </a:extLst>
          </p:cNvPr>
          <p:cNvCxnSpPr>
            <a:cxnSpLocks/>
          </p:cNvCxnSpPr>
          <p:nvPr/>
        </p:nvCxnSpPr>
        <p:spPr>
          <a:xfrm>
            <a:off x="648518" y="4316929"/>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14" name="object 34">
            <a:extLst>
              <a:ext uri="{FF2B5EF4-FFF2-40B4-BE49-F238E27FC236}">
                <a16:creationId xmlns:a16="http://schemas.microsoft.com/office/drawing/2014/main" id="{FA0F5A95-85C0-354F-487C-136099987FE3}"/>
              </a:ext>
            </a:extLst>
          </p:cNvPr>
          <p:cNvSpPr txBox="1"/>
          <p:nvPr/>
        </p:nvSpPr>
        <p:spPr>
          <a:xfrm>
            <a:off x="861448" y="4444643"/>
            <a:ext cx="6246419"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b="1">
                <a:solidFill>
                  <a:srgbClr val="231F20"/>
                </a:solidFill>
                <a:latin typeface="Book Antiqua" panose="02040602050305030304" pitchFamily="18" charset="0"/>
                <a:cs typeface="Cambria"/>
              </a:rPr>
              <a:t>Write the meaning of each literary term below.</a:t>
            </a:r>
            <a:endParaRPr sz="1200" b="1" dirty="0">
              <a:latin typeface="Book Antiqua" panose="02040602050305030304" pitchFamily="18" charset="0"/>
              <a:cs typeface="Cambria"/>
            </a:endParaRPr>
          </a:p>
        </p:txBody>
      </p:sp>
    </p:spTree>
    <p:extLst>
      <p:ext uri="{BB962C8B-B14F-4D97-AF65-F5344CB8AC3E}">
        <p14:creationId xmlns:p14="http://schemas.microsoft.com/office/powerpoint/2010/main" val="3786064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697424"/>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45952" y="697424"/>
            <a:ext cx="6065" cy="9593953"/>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4461" y="10291377"/>
            <a:ext cx="7559675" cy="0"/>
          </a:xfrm>
          <a:prstGeom prst="line">
            <a:avLst/>
          </a:prstGeom>
          <a:ln w="9525"/>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73D5ED79-14F3-6497-01A8-89CAB0A55D34}"/>
              </a:ext>
            </a:extLst>
          </p:cNvPr>
          <p:cNvSpPr/>
          <p:nvPr/>
        </p:nvSpPr>
        <p:spPr>
          <a:xfrm>
            <a:off x="383139" y="92626"/>
            <a:ext cx="523110"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AF820375-8CC4-2A64-AD14-3BDF00344283}"/>
              </a:ext>
            </a:extLst>
          </p:cNvPr>
          <p:cNvSpPr/>
          <p:nvPr/>
        </p:nvSpPr>
        <p:spPr>
          <a:xfrm>
            <a:off x="1014969" y="102858"/>
            <a:ext cx="5973059" cy="5179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5" name="Straight Connector 14">
            <a:extLst>
              <a:ext uri="{FF2B5EF4-FFF2-40B4-BE49-F238E27FC236}">
                <a16:creationId xmlns:a16="http://schemas.microsoft.com/office/drawing/2014/main" id="{4E1C2460-13B0-A9E1-5B97-539903AAA53C}"/>
              </a:ext>
            </a:extLst>
          </p:cNvPr>
          <p:cNvCxnSpPr>
            <a:cxnSpLocks/>
          </p:cNvCxnSpPr>
          <p:nvPr/>
        </p:nvCxnSpPr>
        <p:spPr>
          <a:xfrm>
            <a:off x="652524" y="4595774"/>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34A2D083-A4F2-EEBF-7D48-ECC0C5433CF6}"/>
              </a:ext>
            </a:extLst>
          </p:cNvPr>
          <p:cNvSpPr txBox="1"/>
          <p:nvPr/>
        </p:nvSpPr>
        <p:spPr>
          <a:xfrm>
            <a:off x="1009796" y="104804"/>
            <a:ext cx="5429644" cy="307777"/>
          </a:xfrm>
          <a:prstGeom prst="rect">
            <a:avLst/>
          </a:prstGeom>
          <a:noFill/>
        </p:spPr>
        <p:txBody>
          <a:bodyPr wrap="square" rtlCol="0">
            <a:spAutoFit/>
          </a:bodyPr>
          <a:lstStyle/>
          <a:p>
            <a:r>
              <a:rPr lang="en-AU" sz="1400" dirty="0">
                <a:latin typeface="Candara" panose="020E0502030303020204" pitchFamily="34" charset="0"/>
              </a:rPr>
              <a:t>NOTES                                                                                  DUE</a:t>
            </a:r>
          </a:p>
        </p:txBody>
      </p:sp>
      <p:sp>
        <p:nvSpPr>
          <p:cNvPr id="2" name="TextBox 1">
            <a:extLst>
              <a:ext uri="{FF2B5EF4-FFF2-40B4-BE49-F238E27FC236}">
                <a16:creationId xmlns:a16="http://schemas.microsoft.com/office/drawing/2014/main" id="{AABA0DE0-3353-0957-01FE-7A51A76E202E}"/>
              </a:ext>
            </a:extLst>
          </p:cNvPr>
          <p:cNvSpPr txBox="1"/>
          <p:nvPr/>
        </p:nvSpPr>
        <p:spPr>
          <a:xfrm>
            <a:off x="90912" y="772874"/>
            <a:ext cx="461665" cy="3411650"/>
          </a:xfrm>
          <a:prstGeom prst="rect">
            <a:avLst/>
          </a:prstGeom>
          <a:noFill/>
        </p:spPr>
        <p:txBody>
          <a:bodyPr vert="eaVert" wrap="square" rtlCol="0">
            <a:spAutoFit/>
          </a:bodyPr>
          <a:lstStyle/>
          <a:p>
            <a:r>
              <a:rPr lang="en-AU" dirty="0">
                <a:latin typeface="Candara" panose="020E0502030303020204" pitchFamily="34" charset="0"/>
              </a:rPr>
              <a:t>Spelling and Vocabulary</a:t>
            </a:r>
          </a:p>
        </p:txBody>
      </p:sp>
      <p:sp>
        <p:nvSpPr>
          <p:cNvPr id="9" name="TextBox 8">
            <a:extLst>
              <a:ext uri="{FF2B5EF4-FFF2-40B4-BE49-F238E27FC236}">
                <a16:creationId xmlns:a16="http://schemas.microsoft.com/office/drawing/2014/main" id="{B14A693B-EF79-6467-C843-E5C21DA4A616}"/>
              </a:ext>
            </a:extLst>
          </p:cNvPr>
          <p:cNvSpPr txBox="1"/>
          <p:nvPr/>
        </p:nvSpPr>
        <p:spPr>
          <a:xfrm>
            <a:off x="111373" y="4595774"/>
            <a:ext cx="461665" cy="2176300"/>
          </a:xfrm>
          <a:prstGeom prst="rect">
            <a:avLst/>
          </a:prstGeom>
          <a:noFill/>
        </p:spPr>
        <p:txBody>
          <a:bodyPr vert="eaVert" wrap="square" rtlCol="0">
            <a:spAutoFit/>
          </a:bodyPr>
          <a:lstStyle/>
          <a:p>
            <a:r>
              <a:rPr lang="en-AU" dirty="0">
                <a:latin typeface="Candara" panose="020E0502030303020204" pitchFamily="34" charset="0"/>
              </a:rPr>
              <a:t>Techniques</a:t>
            </a:r>
          </a:p>
        </p:txBody>
      </p:sp>
      <p:sp>
        <p:nvSpPr>
          <p:cNvPr id="4" name="Rectangle: Top Corners Snipped 3">
            <a:extLst>
              <a:ext uri="{FF2B5EF4-FFF2-40B4-BE49-F238E27FC236}">
                <a16:creationId xmlns:a16="http://schemas.microsoft.com/office/drawing/2014/main" id="{7FA5B1B4-3F4D-F684-319E-767A7B8C05FE}"/>
              </a:ext>
            </a:extLst>
          </p:cNvPr>
          <p:cNvSpPr/>
          <p:nvPr/>
        </p:nvSpPr>
        <p:spPr>
          <a:xfrm rot="5400000">
            <a:off x="4156953" y="257860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Top Corners Snipped 6">
            <a:extLst>
              <a:ext uri="{FF2B5EF4-FFF2-40B4-BE49-F238E27FC236}">
                <a16:creationId xmlns:a16="http://schemas.microsoft.com/office/drawing/2014/main" id="{04A4E514-6A70-D8C8-D08F-4960C838D89F}"/>
              </a:ext>
            </a:extLst>
          </p:cNvPr>
          <p:cNvSpPr/>
          <p:nvPr/>
        </p:nvSpPr>
        <p:spPr>
          <a:xfrm rot="5400000">
            <a:off x="4156953" y="313090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Top Corners Snipped 7">
            <a:extLst>
              <a:ext uri="{FF2B5EF4-FFF2-40B4-BE49-F238E27FC236}">
                <a16:creationId xmlns:a16="http://schemas.microsoft.com/office/drawing/2014/main" id="{A65AF92E-E513-AFCB-25E1-117319F89EFF}"/>
              </a:ext>
            </a:extLst>
          </p:cNvPr>
          <p:cNvSpPr/>
          <p:nvPr/>
        </p:nvSpPr>
        <p:spPr>
          <a:xfrm rot="5400000">
            <a:off x="714016" y="257860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ectangle: Top Corners Snipped 9">
            <a:extLst>
              <a:ext uri="{FF2B5EF4-FFF2-40B4-BE49-F238E27FC236}">
                <a16:creationId xmlns:a16="http://schemas.microsoft.com/office/drawing/2014/main" id="{5D7F8CFD-236E-6423-8666-CE9E995414B0}"/>
              </a:ext>
            </a:extLst>
          </p:cNvPr>
          <p:cNvSpPr/>
          <p:nvPr/>
        </p:nvSpPr>
        <p:spPr>
          <a:xfrm rot="5400000">
            <a:off x="4156389" y="368320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object 34">
            <a:extLst>
              <a:ext uri="{FF2B5EF4-FFF2-40B4-BE49-F238E27FC236}">
                <a16:creationId xmlns:a16="http://schemas.microsoft.com/office/drawing/2014/main" id="{20FAC74A-5FEE-A3F8-004C-C3C9CFFA3598}"/>
              </a:ext>
            </a:extLst>
          </p:cNvPr>
          <p:cNvSpPr txBox="1"/>
          <p:nvPr/>
        </p:nvSpPr>
        <p:spPr>
          <a:xfrm>
            <a:off x="826665" y="826215"/>
            <a:ext cx="5327755" cy="382156"/>
          </a:xfrm>
          <a:prstGeom prst="rect">
            <a:avLst/>
          </a:prstGeom>
        </p:spPr>
        <p:txBody>
          <a:bodyPr vert="horz" wrap="square" lIns="0" tIns="12700" rIns="0" bIns="0" rtlCol="0">
            <a:spAutoFit/>
          </a:bodyPr>
          <a:lstStyle/>
          <a:p>
            <a:pPr marL="12700">
              <a:lnSpc>
                <a:spcPct val="100000"/>
              </a:lnSpc>
              <a:spcBef>
                <a:spcPts val="100"/>
              </a:spcBef>
            </a:pPr>
            <a:r>
              <a:rPr lang="en-AU" sz="1200" b="1" spc="-20" dirty="0">
                <a:solidFill>
                  <a:srgbClr val="231F20"/>
                </a:solidFill>
                <a:latin typeface="Book Antiqua" panose="02040602050305030304" pitchFamily="18" charset="0"/>
                <a:cs typeface="Cambria"/>
              </a:rPr>
              <a:t>In order to make your writing more effective, it is vital to utilise interesting verbs. Choose a more impactful verb from the box to replace the listed verbs. </a:t>
            </a:r>
          </a:p>
        </p:txBody>
      </p:sp>
      <p:sp>
        <p:nvSpPr>
          <p:cNvPr id="23" name="object 34">
            <a:extLst>
              <a:ext uri="{FF2B5EF4-FFF2-40B4-BE49-F238E27FC236}">
                <a16:creationId xmlns:a16="http://schemas.microsoft.com/office/drawing/2014/main" id="{CC187A93-ADB7-72A4-ED8B-3F5CDDF31F0B}"/>
              </a:ext>
            </a:extLst>
          </p:cNvPr>
          <p:cNvSpPr txBox="1"/>
          <p:nvPr/>
        </p:nvSpPr>
        <p:spPr>
          <a:xfrm>
            <a:off x="1252728" y="3701491"/>
            <a:ext cx="1691640" cy="470001"/>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To give up power or a claim willingly</a:t>
            </a:r>
          </a:p>
        </p:txBody>
      </p:sp>
      <p:sp>
        <p:nvSpPr>
          <p:cNvPr id="24" name="Rectangle: Top Corners Snipped 23">
            <a:extLst>
              <a:ext uri="{FF2B5EF4-FFF2-40B4-BE49-F238E27FC236}">
                <a16:creationId xmlns:a16="http://schemas.microsoft.com/office/drawing/2014/main" id="{DC33C82B-810D-B2D5-CA96-B94B37C8F643}"/>
              </a:ext>
            </a:extLst>
          </p:cNvPr>
          <p:cNvSpPr/>
          <p:nvPr/>
        </p:nvSpPr>
        <p:spPr>
          <a:xfrm rot="5400000">
            <a:off x="719913" y="313090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Rectangle: Top Corners Snipped 24">
            <a:extLst>
              <a:ext uri="{FF2B5EF4-FFF2-40B4-BE49-F238E27FC236}">
                <a16:creationId xmlns:a16="http://schemas.microsoft.com/office/drawing/2014/main" id="{59BF0C08-0C8D-3C11-1E42-63537EED537B}"/>
              </a:ext>
            </a:extLst>
          </p:cNvPr>
          <p:cNvSpPr/>
          <p:nvPr/>
        </p:nvSpPr>
        <p:spPr>
          <a:xfrm rot="5400000">
            <a:off x="719913" y="368320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aphicFrame>
        <p:nvGraphicFramePr>
          <p:cNvPr id="26" name="Table 32">
            <a:extLst>
              <a:ext uri="{FF2B5EF4-FFF2-40B4-BE49-F238E27FC236}">
                <a16:creationId xmlns:a16="http://schemas.microsoft.com/office/drawing/2014/main" id="{95AB7815-DC9D-A202-401A-21AFD60D6802}"/>
              </a:ext>
            </a:extLst>
          </p:cNvPr>
          <p:cNvGraphicFramePr>
            <a:graphicFrameLocks noGrp="1"/>
          </p:cNvGraphicFramePr>
          <p:nvPr>
            <p:extLst>
              <p:ext uri="{D42A27DB-BD31-4B8C-83A1-F6EECF244321}">
                <p14:modId xmlns:p14="http://schemas.microsoft.com/office/powerpoint/2010/main" val="1208085645"/>
              </p:ext>
            </p:extLst>
          </p:nvPr>
        </p:nvGraphicFramePr>
        <p:xfrm>
          <a:off x="907506" y="1392445"/>
          <a:ext cx="6279354" cy="1097280"/>
        </p:xfrm>
        <a:graphic>
          <a:graphicData uri="http://schemas.openxmlformats.org/drawingml/2006/table">
            <a:tbl>
              <a:tblPr firstRow="1" bandRow="1">
                <a:tableStyleId>{5940675A-B579-460E-94D1-54222C63F5DA}</a:tableStyleId>
              </a:tblPr>
              <a:tblGrid>
                <a:gridCol w="2093118">
                  <a:extLst>
                    <a:ext uri="{9D8B030D-6E8A-4147-A177-3AD203B41FA5}">
                      <a16:colId xmlns:a16="http://schemas.microsoft.com/office/drawing/2014/main" val="1898890999"/>
                    </a:ext>
                  </a:extLst>
                </a:gridCol>
                <a:gridCol w="2093118">
                  <a:extLst>
                    <a:ext uri="{9D8B030D-6E8A-4147-A177-3AD203B41FA5}">
                      <a16:colId xmlns:a16="http://schemas.microsoft.com/office/drawing/2014/main" val="2466564962"/>
                    </a:ext>
                  </a:extLst>
                </a:gridCol>
                <a:gridCol w="2093118">
                  <a:extLst>
                    <a:ext uri="{9D8B030D-6E8A-4147-A177-3AD203B41FA5}">
                      <a16:colId xmlns:a16="http://schemas.microsoft.com/office/drawing/2014/main" val="1224592699"/>
                    </a:ext>
                  </a:extLst>
                </a:gridCol>
              </a:tblGrid>
              <a:tr h="264661">
                <a:tc>
                  <a:txBody>
                    <a:bodyPr/>
                    <a:lstStyle/>
                    <a:p>
                      <a:r>
                        <a:rPr lang="en-AU" sz="1200" dirty="0">
                          <a:latin typeface="Book Antiqua" panose="02040602050305030304" pitchFamily="18" charset="0"/>
                        </a:rPr>
                        <a:t>Circumvent</a:t>
                      </a:r>
                    </a:p>
                  </a:txBody>
                  <a:tcPr/>
                </a:tc>
                <a:tc>
                  <a:txBody>
                    <a:bodyPr/>
                    <a:lstStyle/>
                    <a:p>
                      <a:r>
                        <a:rPr lang="en-AU" sz="1200" dirty="0">
                          <a:latin typeface="Book Antiqua" panose="02040602050305030304" pitchFamily="18" charset="0"/>
                        </a:rPr>
                        <a:t>Ameliorate</a:t>
                      </a:r>
                    </a:p>
                  </a:txBody>
                  <a:tcPr/>
                </a:tc>
                <a:tc>
                  <a:txBody>
                    <a:bodyPr/>
                    <a:lstStyle/>
                    <a:p>
                      <a:r>
                        <a:rPr lang="en-AU" sz="1200" dirty="0">
                          <a:latin typeface="Book Antiqua" panose="02040602050305030304" pitchFamily="18" charset="0"/>
                        </a:rPr>
                        <a:t>Espouse</a:t>
                      </a:r>
                    </a:p>
                  </a:txBody>
                  <a:tcPr/>
                </a:tc>
                <a:extLst>
                  <a:ext uri="{0D108BD9-81ED-4DB2-BD59-A6C34878D82A}">
                    <a16:rowId xmlns:a16="http://schemas.microsoft.com/office/drawing/2014/main" val="2544078302"/>
                  </a:ext>
                </a:extLst>
              </a:tr>
              <a:tr h="264661">
                <a:tc>
                  <a:txBody>
                    <a:bodyPr/>
                    <a:lstStyle/>
                    <a:p>
                      <a:r>
                        <a:rPr lang="en-AU" sz="1200" dirty="0">
                          <a:latin typeface="Book Antiqua" panose="02040602050305030304" pitchFamily="18" charset="0"/>
                        </a:rPr>
                        <a:t>Extricate</a:t>
                      </a:r>
                    </a:p>
                  </a:txBody>
                  <a:tcPr/>
                </a:tc>
                <a:tc>
                  <a:txBody>
                    <a:bodyPr/>
                    <a:lstStyle/>
                    <a:p>
                      <a:r>
                        <a:rPr lang="en-AU" sz="1200" dirty="0">
                          <a:latin typeface="Book Antiqua" panose="02040602050305030304" pitchFamily="18" charset="0"/>
                        </a:rPr>
                        <a:t>Galvanise</a:t>
                      </a:r>
                    </a:p>
                  </a:txBody>
                  <a:tcPr/>
                </a:tc>
                <a:tc>
                  <a:txBody>
                    <a:bodyPr/>
                    <a:lstStyle/>
                    <a:p>
                      <a:r>
                        <a:rPr lang="en-AU" sz="1200" dirty="0">
                          <a:latin typeface="Book Antiqua" panose="02040602050305030304" pitchFamily="18" charset="0"/>
                        </a:rPr>
                        <a:t>Rescind</a:t>
                      </a:r>
                    </a:p>
                  </a:txBody>
                  <a:tcPr/>
                </a:tc>
                <a:extLst>
                  <a:ext uri="{0D108BD9-81ED-4DB2-BD59-A6C34878D82A}">
                    <a16:rowId xmlns:a16="http://schemas.microsoft.com/office/drawing/2014/main" val="4024008567"/>
                  </a:ext>
                </a:extLst>
              </a:tr>
              <a:tr h="264661">
                <a:tc>
                  <a:txBody>
                    <a:bodyPr/>
                    <a:lstStyle/>
                    <a:p>
                      <a:r>
                        <a:rPr lang="en-AU" sz="1200" dirty="0">
                          <a:latin typeface="Book Antiqua" panose="02040602050305030304" pitchFamily="18" charset="0"/>
                        </a:rPr>
                        <a:t>Relinquish</a:t>
                      </a:r>
                    </a:p>
                  </a:txBody>
                  <a:tcPr/>
                </a:tc>
                <a:tc>
                  <a:txBody>
                    <a:bodyPr/>
                    <a:lstStyle/>
                    <a:p>
                      <a:r>
                        <a:rPr lang="en-AU" sz="1200" dirty="0">
                          <a:latin typeface="Book Antiqua" panose="02040602050305030304" pitchFamily="18" charset="0"/>
                        </a:rPr>
                        <a:t>Eschew</a:t>
                      </a:r>
                    </a:p>
                  </a:txBody>
                  <a:tcPr/>
                </a:tc>
                <a:tc>
                  <a:txBody>
                    <a:bodyPr/>
                    <a:lstStyle/>
                    <a:p>
                      <a:r>
                        <a:rPr lang="en-AU" sz="1200" dirty="0">
                          <a:latin typeface="Book Antiqua" panose="02040602050305030304" pitchFamily="18" charset="0"/>
                        </a:rPr>
                        <a:t>Engender</a:t>
                      </a:r>
                    </a:p>
                  </a:txBody>
                  <a:tcPr/>
                </a:tc>
                <a:extLst>
                  <a:ext uri="{0D108BD9-81ED-4DB2-BD59-A6C34878D82A}">
                    <a16:rowId xmlns:a16="http://schemas.microsoft.com/office/drawing/2014/main" val="3928641624"/>
                  </a:ext>
                </a:extLst>
              </a:tr>
              <a:tr h="0">
                <a:tc>
                  <a:txBody>
                    <a:bodyPr/>
                    <a:lstStyle/>
                    <a:p>
                      <a:r>
                        <a:rPr lang="en-AU" sz="1200" dirty="0">
                          <a:latin typeface="Book Antiqua" panose="02040602050305030304" pitchFamily="18" charset="0"/>
                        </a:rPr>
                        <a:t>Coalesce</a:t>
                      </a:r>
                    </a:p>
                  </a:txBody>
                  <a:tcPr/>
                </a:tc>
                <a:tc>
                  <a:txBody>
                    <a:bodyPr/>
                    <a:lstStyle/>
                    <a:p>
                      <a:r>
                        <a:rPr lang="en-AU" sz="1200" dirty="0">
                          <a:latin typeface="Book Antiqua" panose="02040602050305030304" pitchFamily="18" charset="0"/>
                        </a:rPr>
                        <a:t>Supplant</a:t>
                      </a:r>
                    </a:p>
                  </a:txBody>
                  <a:tcPr/>
                </a:tc>
                <a:tc>
                  <a:txBody>
                    <a:bodyPr/>
                    <a:lstStyle/>
                    <a:p>
                      <a:r>
                        <a:rPr lang="en-AU" sz="1200" dirty="0">
                          <a:latin typeface="Book Antiqua" panose="02040602050305030304" pitchFamily="18" charset="0"/>
                        </a:rPr>
                        <a:t>Proliferate</a:t>
                      </a:r>
                    </a:p>
                  </a:txBody>
                  <a:tcPr/>
                </a:tc>
                <a:extLst>
                  <a:ext uri="{0D108BD9-81ED-4DB2-BD59-A6C34878D82A}">
                    <a16:rowId xmlns:a16="http://schemas.microsoft.com/office/drawing/2014/main" val="923656558"/>
                  </a:ext>
                </a:extLst>
              </a:tr>
            </a:tbl>
          </a:graphicData>
        </a:graphic>
      </p:graphicFrame>
      <p:sp>
        <p:nvSpPr>
          <p:cNvPr id="27" name="object 34">
            <a:extLst>
              <a:ext uri="{FF2B5EF4-FFF2-40B4-BE49-F238E27FC236}">
                <a16:creationId xmlns:a16="http://schemas.microsoft.com/office/drawing/2014/main" id="{F6F08763-ACB4-7A6D-3742-FC2A244406AC}"/>
              </a:ext>
            </a:extLst>
          </p:cNvPr>
          <p:cNvSpPr txBox="1"/>
          <p:nvPr/>
        </p:nvSpPr>
        <p:spPr>
          <a:xfrm>
            <a:off x="1252728" y="3149193"/>
            <a:ext cx="1691640" cy="470001"/>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To shock or stir someone into action</a:t>
            </a:r>
          </a:p>
        </p:txBody>
      </p:sp>
      <p:sp>
        <p:nvSpPr>
          <p:cNvPr id="28" name="object 34">
            <a:extLst>
              <a:ext uri="{FF2B5EF4-FFF2-40B4-BE49-F238E27FC236}">
                <a16:creationId xmlns:a16="http://schemas.microsoft.com/office/drawing/2014/main" id="{E0B62EB5-08A5-EAA6-76B4-0091CDE5B285}"/>
              </a:ext>
            </a:extLst>
          </p:cNvPr>
          <p:cNvSpPr txBox="1"/>
          <p:nvPr/>
        </p:nvSpPr>
        <p:spPr>
          <a:xfrm>
            <a:off x="1252728" y="2596896"/>
            <a:ext cx="1691640" cy="470001"/>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To find a way around a rule or obstacle</a:t>
            </a:r>
          </a:p>
        </p:txBody>
      </p:sp>
      <p:sp>
        <p:nvSpPr>
          <p:cNvPr id="30" name="object 34">
            <a:extLst>
              <a:ext uri="{FF2B5EF4-FFF2-40B4-BE49-F238E27FC236}">
                <a16:creationId xmlns:a16="http://schemas.microsoft.com/office/drawing/2014/main" id="{587532E3-D8B0-9D95-3C32-FC4B11F6AA00}"/>
              </a:ext>
            </a:extLst>
          </p:cNvPr>
          <p:cNvSpPr txBox="1"/>
          <p:nvPr/>
        </p:nvSpPr>
        <p:spPr>
          <a:xfrm>
            <a:off x="4700016" y="2596896"/>
            <a:ext cx="1691640" cy="470001"/>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To increase rapidly in number</a:t>
            </a:r>
          </a:p>
        </p:txBody>
      </p:sp>
      <p:sp>
        <p:nvSpPr>
          <p:cNvPr id="35" name="object 34">
            <a:extLst>
              <a:ext uri="{FF2B5EF4-FFF2-40B4-BE49-F238E27FC236}">
                <a16:creationId xmlns:a16="http://schemas.microsoft.com/office/drawing/2014/main" id="{AD6312EE-5D83-39F0-52A8-CE87C92EB073}"/>
              </a:ext>
            </a:extLst>
          </p:cNvPr>
          <p:cNvSpPr txBox="1"/>
          <p:nvPr/>
        </p:nvSpPr>
        <p:spPr>
          <a:xfrm>
            <a:off x="4700016" y="3149193"/>
            <a:ext cx="1691640" cy="470001"/>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To adopt or publicly support a belief</a:t>
            </a:r>
          </a:p>
        </p:txBody>
      </p:sp>
      <p:sp>
        <p:nvSpPr>
          <p:cNvPr id="38" name="object 34">
            <a:extLst>
              <a:ext uri="{FF2B5EF4-FFF2-40B4-BE49-F238E27FC236}">
                <a16:creationId xmlns:a16="http://schemas.microsoft.com/office/drawing/2014/main" id="{C65A1ECF-2B97-DA7E-C7F7-D4568A248C39}"/>
              </a:ext>
            </a:extLst>
          </p:cNvPr>
          <p:cNvSpPr txBox="1"/>
          <p:nvPr/>
        </p:nvSpPr>
        <p:spPr>
          <a:xfrm>
            <a:off x="4700016" y="3701491"/>
            <a:ext cx="1691640" cy="848563"/>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To replace someone or something, especially by becoming more successful or powerful</a:t>
            </a:r>
          </a:p>
        </p:txBody>
      </p:sp>
      <p:sp>
        <p:nvSpPr>
          <p:cNvPr id="39" name="object 34">
            <a:extLst>
              <a:ext uri="{FF2B5EF4-FFF2-40B4-BE49-F238E27FC236}">
                <a16:creationId xmlns:a16="http://schemas.microsoft.com/office/drawing/2014/main" id="{812581FE-BDC7-0E01-FB31-DDDB1B7EC667}"/>
              </a:ext>
            </a:extLst>
          </p:cNvPr>
          <p:cNvSpPr txBox="1"/>
          <p:nvPr/>
        </p:nvSpPr>
        <p:spPr>
          <a:xfrm>
            <a:off x="2944368" y="2810865"/>
            <a:ext cx="118872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a:t>
            </a:r>
          </a:p>
        </p:txBody>
      </p:sp>
      <p:sp>
        <p:nvSpPr>
          <p:cNvPr id="42" name="object 34">
            <a:extLst>
              <a:ext uri="{FF2B5EF4-FFF2-40B4-BE49-F238E27FC236}">
                <a16:creationId xmlns:a16="http://schemas.microsoft.com/office/drawing/2014/main" id="{1EF0DE22-92F7-632F-0E6B-8629A3370734}"/>
              </a:ext>
            </a:extLst>
          </p:cNvPr>
          <p:cNvSpPr txBox="1"/>
          <p:nvPr/>
        </p:nvSpPr>
        <p:spPr>
          <a:xfrm>
            <a:off x="2944368" y="3363163"/>
            <a:ext cx="118872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a:t>
            </a:r>
          </a:p>
        </p:txBody>
      </p:sp>
      <p:sp>
        <p:nvSpPr>
          <p:cNvPr id="44" name="object 34">
            <a:extLst>
              <a:ext uri="{FF2B5EF4-FFF2-40B4-BE49-F238E27FC236}">
                <a16:creationId xmlns:a16="http://schemas.microsoft.com/office/drawing/2014/main" id="{4D80BC5E-FAEF-6696-17BD-AA3EF5D00D4F}"/>
              </a:ext>
            </a:extLst>
          </p:cNvPr>
          <p:cNvSpPr txBox="1"/>
          <p:nvPr/>
        </p:nvSpPr>
        <p:spPr>
          <a:xfrm>
            <a:off x="2944368" y="3915460"/>
            <a:ext cx="118872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a:t>
            </a:r>
          </a:p>
        </p:txBody>
      </p:sp>
      <p:sp>
        <p:nvSpPr>
          <p:cNvPr id="46" name="TextBox 45">
            <a:extLst>
              <a:ext uri="{FF2B5EF4-FFF2-40B4-BE49-F238E27FC236}">
                <a16:creationId xmlns:a16="http://schemas.microsoft.com/office/drawing/2014/main" id="{88C418FA-7EE8-6216-D7D2-C7467F1B5CA6}"/>
              </a:ext>
            </a:extLst>
          </p:cNvPr>
          <p:cNvSpPr txBox="1"/>
          <p:nvPr/>
        </p:nvSpPr>
        <p:spPr>
          <a:xfrm>
            <a:off x="727714" y="2674620"/>
            <a:ext cx="374237" cy="276999"/>
          </a:xfrm>
          <a:prstGeom prst="rect">
            <a:avLst/>
          </a:prstGeom>
          <a:noFill/>
        </p:spPr>
        <p:txBody>
          <a:bodyPr wrap="square" rtlCol="0">
            <a:spAutoFit/>
          </a:bodyPr>
          <a:lstStyle/>
          <a:p>
            <a:r>
              <a:rPr lang="en-AU" sz="1200" b="1" spc="-50" dirty="0">
                <a:solidFill>
                  <a:srgbClr val="231F20"/>
                </a:solidFill>
                <a:latin typeface="Arial"/>
                <a:cs typeface="Arial"/>
              </a:rPr>
              <a:t>1</a:t>
            </a:r>
            <a:endParaRPr lang="en-AU" sz="1200" dirty="0"/>
          </a:p>
        </p:txBody>
      </p:sp>
      <p:sp>
        <p:nvSpPr>
          <p:cNvPr id="47" name="TextBox 46">
            <a:extLst>
              <a:ext uri="{FF2B5EF4-FFF2-40B4-BE49-F238E27FC236}">
                <a16:creationId xmlns:a16="http://schemas.microsoft.com/office/drawing/2014/main" id="{19A8ED6B-349F-02C6-6705-C45BA68499D7}"/>
              </a:ext>
            </a:extLst>
          </p:cNvPr>
          <p:cNvSpPr txBox="1"/>
          <p:nvPr/>
        </p:nvSpPr>
        <p:spPr>
          <a:xfrm>
            <a:off x="727713" y="3226917"/>
            <a:ext cx="374237" cy="276999"/>
          </a:xfrm>
          <a:prstGeom prst="rect">
            <a:avLst/>
          </a:prstGeom>
          <a:noFill/>
        </p:spPr>
        <p:txBody>
          <a:bodyPr wrap="square" rtlCol="0">
            <a:spAutoFit/>
          </a:bodyPr>
          <a:lstStyle/>
          <a:p>
            <a:r>
              <a:rPr lang="en-AU" sz="1200" b="1" spc="-50" dirty="0">
                <a:solidFill>
                  <a:srgbClr val="231F20"/>
                </a:solidFill>
                <a:latin typeface="Arial"/>
                <a:cs typeface="Arial"/>
              </a:rPr>
              <a:t>2</a:t>
            </a:r>
            <a:endParaRPr lang="en-AU" sz="1200" dirty="0"/>
          </a:p>
        </p:txBody>
      </p:sp>
      <p:sp>
        <p:nvSpPr>
          <p:cNvPr id="48" name="TextBox 47">
            <a:extLst>
              <a:ext uri="{FF2B5EF4-FFF2-40B4-BE49-F238E27FC236}">
                <a16:creationId xmlns:a16="http://schemas.microsoft.com/office/drawing/2014/main" id="{119B038B-6C16-AE17-27E5-888D2E2160DA}"/>
              </a:ext>
            </a:extLst>
          </p:cNvPr>
          <p:cNvSpPr txBox="1"/>
          <p:nvPr/>
        </p:nvSpPr>
        <p:spPr>
          <a:xfrm>
            <a:off x="727149" y="3779215"/>
            <a:ext cx="374237" cy="276999"/>
          </a:xfrm>
          <a:prstGeom prst="rect">
            <a:avLst/>
          </a:prstGeom>
          <a:noFill/>
        </p:spPr>
        <p:txBody>
          <a:bodyPr wrap="square" rtlCol="0">
            <a:spAutoFit/>
          </a:bodyPr>
          <a:lstStyle/>
          <a:p>
            <a:r>
              <a:rPr lang="en-AU" sz="1200" b="1" spc="-50" dirty="0">
                <a:solidFill>
                  <a:srgbClr val="231F20"/>
                </a:solidFill>
                <a:latin typeface="Arial"/>
                <a:cs typeface="Arial"/>
              </a:rPr>
              <a:t>3</a:t>
            </a:r>
            <a:endParaRPr lang="en-AU" sz="1200" dirty="0"/>
          </a:p>
        </p:txBody>
      </p:sp>
      <p:sp>
        <p:nvSpPr>
          <p:cNvPr id="49" name="TextBox 48">
            <a:extLst>
              <a:ext uri="{FF2B5EF4-FFF2-40B4-BE49-F238E27FC236}">
                <a16:creationId xmlns:a16="http://schemas.microsoft.com/office/drawing/2014/main" id="{563C6F9D-B55E-EDBD-37F2-D35AA81179F2}"/>
              </a:ext>
            </a:extLst>
          </p:cNvPr>
          <p:cNvSpPr txBox="1"/>
          <p:nvPr/>
        </p:nvSpPr>
        <p:spPr>
          <a:xfrm>
            <a:off x="4170650" y="2674620"/>
            <a:ext cx="374237" cy="276999"/>
          </a:xfrm>
          <a:prstGeom prst="rect">
            <a:avLst/>
          </a:prstGeom>
          <a:noFill/>
        </p:spPr>
        <p:txBody>
          <a:bodyPr wrap="square" rtlCol="0">
            <a:spAutoFit/>
          </a:bodyPr>
          <a:lstStyle/>
          <a:p>
            <a:r>
              <a:rPr lang="en-AU" sz="1200" b="1" spc="-50" dirty="0">
                <a:solidFill>
                  <a:srgbClr val="231F20"/>
                </a:solidFill>
                <a:latin typeface="Arial"/>
                <a:cs typeface="Arial"/>
              </a:rPr>
              <a:t>4</a:t>
            </a:r>
            <a:endParaRPr lang="en-AU" sz="1200" dirty="0"/>
          </a:p>
        </p:txBody>
      </p:sp>
      <p:sp>
        <p:nvSpPr>
          <p:cNvPr id="50" name="TextBox 49">
            <a:extLst>
              <a:ext uri="{FF2B5EF4-FFF2-40B4-BE49-F238E27FC236}">
                <a16:creationId xmlns:a16="http://schemas.microsoft.com/office/drawing/2014/main" id="{150D8155-1EB9-1387-0D7B-A898AF761949}"/>
              </a:ext>
            </a:extLst>
          </p:cNvPr>
          <p:cNvSpPr txBox="1"/>
          <p:nvPr/>
        </p:nvSpPr>
        <p:spPr>
          <a:xfrm>
            <a:off x="4165939" y="3226917"/>
            <a:ext cx="374237" cy="276999"/>
          </a:xfrm>
          <a:prstGeom prst="rect">
            <a:avLst/>
          </a:prstGeom>
          <a:noFill/>
        </p:spPr>
        <p:txBody>
          <a:bodyPr wrap="square" rtlCol="0">
            <a:spAutoFit/>
          </a:bodyPr>
          <a:lstStyle/>
          <a:p>
            <a:r>
              <a:rPr lang="en-AU" sz="1200" b="1" spc="-50" dirty="0">
                <a:solidFill>
                  <a:srgbClr val="231F20"/>
                </a:solidFill>
                <a:latin typeface="Arial"/>
                <a:cs typeface="Arial"/>
              </a:rPr>
              <a:t>5</a:t>
            </a:r>
            <a:endParaRPr lang="en-AU" sz="1200" dirty="0"/>
          </a:p>
        </p:txBody>
      </p:sp>
      <p:sp>
        <p:nvSpPr>
          <p:cNvPr id="51" name="TextBox 50">
            <a:extLst>
              <a:ext uri="{FF2B5EF4-FFF2-40B4-BE49-F238E27FC236}">
                <a16:creationId xmlns:a16="http://schemas.microsoft.com/office/drawing/2014/main" id="{4E6348D3-E1CA-26CD-3579-B8D3C9B369F7}"/>
              </a:ext>
            </a:extLst>
          </p:cNvPr>
          <p:cNvSpPr txBox="1"/>
          <p:nvPr/>
        </p:nvSpPr>
        <p:spPr>
          <a:xfrm>
            <a:off x="4176547" y="3779215"/>
            <a:ext cx="374237" cy="276999"/>
          </a:xfrm>
          <a:prstGeom prst="rect">
            <a:avLst/>
          </a:prstGeom>
          <a:noFill/>
        </p:spPr>
        <p:txBody>
          <a:bodyPr wrap="square" rtlCol="0">
            <a:spAutoFit/>
          </a:bodyPr>
          <a:lstStyle/>
          <a:p>
            <a:r>
              <a:rPr lang="en-AU" sz="1200" b="1" spc="-50" dirty="0">
                <a:solidFill>
                  <a:srgbClr val="231F20"/>
                </a:solidFill>
                <a:latin typeface="Arial"/>
                <a:cs typeface="Arial"/>
              </a:rPr>
              <a:t>6</a:t>
            </a:r>
            <a:endParaRPr lang="en-AU" sz="1200" dirty="0"/>
          </a:p>
        </p:txBody>
      </p:sp>
      <p:sp>
        <p:nvSpPr>
          <p:cNvPr id="52" name="Rectangle: Top Corners Snipped 51">
            <a:extLst>
              <a:ext uri="{FF2B5EF4-FFF2-40B4-BE49-F238E27FC236}">
                <a16:creationId xmlns:a16="http://schemas.microsoft.com/office/drawing/2014/main" id="{659716FE-536F-C227-C7BC-54D2476386B3}"/>
              </a:ext>
            </a:extLst>
          </p:cNvPr>
          <p:cNvSpPr/>
          <p:nvPr/>
        </p:nvSpPr>
        <p:spPr>
          <a:xfrm rot="5400000">
            <a:off x="716043" y="955730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6" name="TextBox 55">
            <a:extLst>
              <a:ext uri="{FF2B5EF4-FFF2-40B4-BE49-F238E27FC236}">
                <a16:creationId xmlns:a16="http://schemas.microsoft.com/office/drawing/2014/main" id="{9FB74ACB-B4EC-8427-994F-1A84411356E5}"/>
              </a:ext>
            </a:extLst>
          </p:cNvPr>
          <p:cNvSpPr txBox="1"/>
          <p:nvPr/>
        </p:nvSpPr>
        <p:spPr>
          <a:xfrm>
            <a:off x="745392" y="6890918"/>
            <a:ext cx="6766560" cy="461665"/>
          </a:xfrm>
          <a:prstGeom prst="rect">
            <a:avLst/>
          </a:prstGeom>
          <a:noFill/>
        </p:spPr>
        <p:txBody>
          <a:bodyPr wrap="square">
            <a:spAutoFit/>
          </a:bodyPr>
          <a:lstStyle/>
          <a:p>
            <a:pPr marL="12700">
              <a:spcBef>
                <a:spcPts val="130"/>
              </a:spcBef>
            </a:pPr>
            <a:r>
              <a:rPr lang="en-US" sz="1200" spc="-20" dirty="0" b="1">
                <a:solidFill>
                  <a:srgbClr val="231F20"/>
                </a:solidFill>
                <a:latin typeface="Book Antiqua" panose="02040602050305030304" pitchFamily="18" charset="0"/>
                <a:cs typeface="Cambria"/>
              </a:rPr>
              <a:t>Identify whether each argument is an example of straw man (SM), false dilemma (FD) or slippery slope (SS).</a:t>
            </a:r>
          </a:p>
        </p:txBody>
      </p:sp>
      <p:sp>
        <p:nvSpPr>
          <p:cNvPr id="57" name="object 34">
            <a:extLst>
              <a:ext uri="{FF2B5EF4-FFF2-40B4-BE49-F238E27FC236}">
                <a16:creationId xmlns:a16="http://schemas.microsoft.com/office/drawing/2014/main" id="{2C00D601-19C3-EF6B-5E81-30D28BE3180C}"/>
              </a:ext>
            </a:extLst>
          </p:cNvPr>
          <p:cNvSpPr txBox="1"/>
          <p:nvPr/>
        </p:nvSpPr>
        <p:spPr>
          <a:xfrm>
            <a:off x="1261872" y="7360920"/>
            <a:ext cx="5257800" cy="659282"/>
          </a:xfrm>
          <a:prstGeom prst="rect">
            <a:avLst/>
          </a:prstGeom>
        </p:spPr>
        <p:txBody>
          <a:bodyPr vert="horz" wrap="square" lIns="0" tIns="12700" rIns="0" bIns="0" rtlCol="0">
            <a:spAutoFit/>
          </a:bodyPr>
          <a:lstStyle/>
          <a:p>
            <a:pPr marL="12700">
              <a:lnSpc>
                <a:spcPct val="100000"/>
              </a:lnSpc>
              <a:spcBef>
                <a:spcPts val="130"/>
              </a:spcBef>
            </a:pPr>
            <a:r>
              <a:rPr lang="en-AU" sz="1200" dirty="0">
                <a:latin typeface="Book Antiqua" panose="02040602050305030304" pitchFamily="18" charset="0"/>
              </a:rPr>
              <a:t>Local columnist: "Let one café trade on the foreshore, and within a year it will be a restaurant strip; within a decade, high-rise hotels will bury our beach."</a:t>
            </a:r>
            <a:endParaRPr lang="en-US" sz="1200" dirty="0">
              <a:latin typeface="Book Antiqua" panose="02040602050305030304" pitchFamily="18" charset="0"/>
            </a:endParaRPr>
          </a:p>
        </p:txBody>
      </p:sp>
      <p:sp>
        <p:nvSpPr>
          <p:cNvPr id="58" name="Rectangle: Top Corners Snipped 57">
            <a:extLst>
              <a:ext uri="{FF2B5EF4-FFF2-40B4-BE49-F238E27FC236}">
                <a16:creationId xmlns:a16="http://schemas.microsoft.com/office/drawing/2014/main" id="{5AD278C7-41BF-3D92-85DC-F68F508F8694}"/>
              </a:ext>
            </a:extLst>
          </p:cNvPr>
          <p:cNvSpPr/>
          <p:nvPr/>
        </p:nvSpPr>
        <p:spPr>
          <a:xfrm rot="5400000">
            <a:off x="720588" y="730605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9" name="Rectangle: Top Corners Snipped 58">
            <a:extLst>
              <a:ext uri="{FF2B5EF4-FFF2-40B4-BE49-F238E27FC236}">
                <a16:creationId xmlns:a16="http://schemas.microsoft.com/office/drawing/2014/main" id="{DB169293-CC15-86B7-6FA8-273C0D73D543}"/>
              </a:ext>
            </a:extLst>
          </p:cNvPr>
          <p:cNvSpPr/>
          <p:nvPr/>
        </p:nvSpPr>
        <p:spPr>
          <a:xfrm rot="5400000">
            <a:off x="717816" y="892545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0" name="Rectangle: Top Corners Snipped 59">
            <a:extLst>
              <a:ext uri="{FF2B5EF4-FFF2-40B4-BE49-F238E27FC236}">
                <a16:creationId xmlns:a16="http://schemas.microsoft.com/office/drawing/2014/main" id="{C5C97B81-849A-3A30-C61C-D24B4DE723D3}"/>
              </a:ext>
            </a:extLst>
          </p:cNvPr>
          <p:cNvSpPr/>
          <p:nvPr/>
        </p:nvSpPr>
        <p:spPr>
          <a:xfrm rot="5400000">
            <a:off x="719706" y="843168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1" name="TextBox 60">
            <a:extLst>
              <a:ext uri="{FF2B5EF4-FFF2-40B4-BE49-F238E27FC236}">
                <a16:creationId xmlns:a16="http://schemas.microsoft.com/office/drawing/2014/main" id="{5FF32AB4-539C-0C83-1D3B-EE32BE8C47CA}"/>
              </a:ext>
            </a:extLst>
          </p:cNvPr>
          <p:cNvSpPr txBox="1"/>
          <p:nvPr/>
        </p:nvSpPr>
        <p:spPr>
          <a:xfrm>
            <a:off x="714345" y="8527694"/>
            <a:ext cx="374237" cy="276999"/>
          </a:xfrm>
          <a:prstGeom prst="rect">
            <a:avLst/>
          </a:prstGeom>
          <a:noFill/>
        </p:spPr>
        <p:txBody>
          <a:bodyPr wrap="square" rtlCol="0">
            <a:spAutoFit/>
          </a:bodyPr>
          <a:lstStyle/>
          <a:p>
            <a:r>
              <a:rPr lang="en-AU" sz="1200" b="1" spc="-50" dirty="0">
                <a:solidFill>
                  <a:srgbClr val="231F20"/>
                </a:solidFill>
                <a:latin typeface="Arial"/>
                <a:cs typeface="Arial"/>
              </a:rPr>
              <a:t>9</a:t>
            </a:r>
            <a:endParaRPr lang="en-AU" sz="1200" dirty="0"/>
          </a:p>
        </p:txBody>
      </p:sp>
      <p:sp>
        <p:nvSpPr>
          <p:cNvPr id="62" name="TextBox 61">
            <a:extLst>
              <a:ext uri="{FF2B5EF4-FFF2-40B4-BE49-F238E27FC236}">
                <a16:creationId xmlns:a16="http://schemas.microsoft.com/office/drawing/2014/main" id="{01B2B822-93A5-9AAE-5B45-06CFD452BA69}"/>
              </a:ext>
            </a:extLst>
          </p:cNvPr>
          <p:cNvSpPr txBox="1"/>
          <p:nvPr/>
        </p:nvSpPr>
        <p:spPr>
          <a:xfrm>
            <a:off x="682046" y="9021470"/>
            <a:ext cx="374237" cy="276999"/>
          </a:xfrm>
          <a:prstGeom prst="rect">
            <a:avLst/>
          </a:prstGeom>
          <a:noFill/>
        </p:spPr>
        <p:txBody>
          <a:bodyPr wrap="square" rtlCol="0">
            <a:spAutoFit/>
          </a:bodyPr>
          <a:lstStyle/>
          <a:p>
            <a:r>
              <a:rPr lang="en-AU" sz="1200" b="1" spc="-50" dirty="0">
                <a:solidFill>
                  <a:srgbClr val="231F20"/>
                </a:solidFill>
                <a:latin typeface="Arial"/>
                <a:cs typeface="Arial"/>
              </a:rPr>
              <a:t>10</a:t>
            </a:r>
            <a:endParaRPr lang="en-AU" sz="1200" dirty="0"/>
          </a:p>
        </p:txBody>
      </p:sp>
      <p:sp>
        <p:nvSpPr>
          <p:cNvPr id="63" name="TextBox 62">
            <a:extLst>
              <a:ext uri="{FF2B5EF4-FFF2-40B4-BE49-F238E27FC236}">
                <a16:creationId xmlns:a16="http://schemas.microsoft.com/office/drawing/2014/main" id="{C8F74D31-FC19-34B6-FFB4-7C4D45FA7B95}"/>
              </a:ext>
            </a:extLst>
          </p:cNvPr>
          <p:cNvSpPr txBox="1"/>
          <p:nvPr/>
        </p:nvSpPr>
        <p:spPr>
          <a:xfrm>
            <a:off x="788618" y="4668926"/>
            <a:ext cx="6612114" cy="2167127"/>
          </a:xfrm>
          <a:prstGeom prst="roundRect">
            <a:avLst/>
          </a:prstGeom>
          <a:solidFill>
            <a:schemeClr val="bg2"/>
          </a:solidFill>
        </p:spPr>
        <p:txBody>
          <a:bodyPr wrap="square">
            <a:spAutoFit/>
          </a:bodyPr>
          <a:lstStyle/>
          <a:p>
            <a:r>
              <a:rPr lang="en-US" sz="1200" dirty="0" b="1">
                <a:solidFill>
                  <a:srgbClr val="231F20"/>
                </a:solidFill>
                <a:latin typeface="Book Antiqua" panose="02040602050305030304" pitchFamily="18" charset="0"/>
                <a:ea typeface="Cambria" panose="02040503050406030204" pitchFamily="18" charset="0"/>
              </a:rPr>
              <a:t>Straw man:</a:t>
            </a:r>
            <a:r>
              <a:rPr lang="en-US" sz="1200" dirty="0">
                <a:solidFill>
                  <a:srgbClr val="231F20"/>
                </a:solidFill>
                <a:latin typeface="Book Antiqua" panose="02040602050305030304" pitchFamily="18" charset="0"/>
                <a:ea typeface="Cambria" panose="02040503050406030204" pitchFamily="18" charset="0"/>
              </a:rPr>
              <a:t xml:space="preserve"> misrepresenting an opponent's argument as something weaker or more extreme, then attacking that distorted version.</a:t>
            </a:r>
          </a:p>
          <a:p>
            <a:pPr marL="12700">
              <a:spcBef>
                <a:spcPts val="130"/>
              </a:spcBef>
            </a:pPr>
            <a:r>
              <a:rPr lang="en-US" sz="1200" dirty="0" b="1">
                <a:solidFill>
                  <a:srgbClr val="231F20"/>
                </a:solidFill>
                <a:latin typeface="Book Antiqua" panose="02040602050305030304" pitchFamily="18" charset="0"/>
                <a:ea typeface="Cambria" panose="02040503050406030204" pitchFamily="18" charset="0"/>
              </a:rPr>
              <a:t>Example:</a:t>
            </a:r>
            <a:r>
              <a:rPr lang="en-US" sz="1200" dirty="0">
                <a:solidFill>
                  <a:srgbClr val="231F20"/>
                </a:solidFill>
                <a:latin typeface="Book Antiqua" panose="02040602050305030304" pitchFamily="18" charset="0"/>
                <a:ea typeface="Cambria" panose="02040503050406030204" pitchFamily="18" charset="0"/>
              </a:rPr>
              <a:t xml:space="preserve"> "The coach wants fewer training sessions, so apparently she doesn't care about winning."</a:t>
            </a:r>
          </a:p>
          <a:p>
            <a:pPr marL="12700">
              <a:spcBef>
                <a:spcPts val="130"/>
              </a:spcBef>
            </a:pPr>
            <a:r>
              <a:rPr lang="en-US" sz="1200" dirty="0" b="1">
                <a:solidFill>
                  <a:srgbClr val="231F20"/>
                </a:solidFill>
                <a:latin typeface="Book Antiqua" panose="02040602050305030304" pitchFamily="18" charset="0"/>
                <a:ea typeface="Cambria" panose="02040503050406030204" pitchFamily="18" charset="0"/>
              </a:rPr>
              <a:t>False dilemma:</a:t>
            </a:r>
            <a:r>
              <a:rPr lang="en-US" sz="1200" dirty="0">
                <a:solidFill>
                  <a:srgbClr val="231F20"/>
                </a:solidFill>
                <a:latin typeface="Book Antiqua" panose="02040602050305030304" pitchFamily="18" charset="0"/>
                <a:ea typeface="Cambria" panose="02040503050406030204" pitchFamily="18" charset="0"/>
              </a:rPr>
              <a:t xml:space="preserve"> presenting only two options when others exist.</a:t>
            </a:r>
            <a:endParaRPr lang="en-US" sz="1200" dirty="0">
              <a:solidFill>
                <a:srgbClr val="231F20"/>
              </a:solidFill>
              <a:latin typeface="Book Antiqua" panose="02040602050305030304" pitchFamily="18" charset="0"/>
              <a:ea typeface="Cambria" panose="02040503050406030204" pitchFamily="18" charset="0"/>
            </a:endParaRPr>
          </a:p>
          <a:p>
            <a:pPr marL="12700">
              <a:spcBef>
                <a:spcPts val="130"/>
              </a:spcBef>
            </a:pPr>
            <a:r>
              <a:rPr lang="en-US" sz="1200" dirty="0" b="1">
                <a:solidFill>
                  <a:srgbClr val="231F20"/>
                </a:solidFill>
                <a:latin typeface="Book Antiqua" panose="02040602050305030304" pitchFamily="18" charset="0"/>
                <a:ea typeface="Cambria" panose="02040503050406030204" pitchFamily="18" charset="0"/>
              </a:rPr>
              <a:t>Example:</a:t>
            </a:r>
            <a:r>
              <a:rPr lang="en-US" sz="1200" dirty="0">
                <a:solidFill>
                  <a:srgbClr val="231F20"/>
                </a:solidFill>
                <a:latin typeface="Book Antiqua" panose="02040602050305030304" pitchFamily="18" charset="0"/>
                <a:ea typeface="Cambria" panose="02040503050406030204" pitchFamily="18" charset="0"/>
              </a:rPr>
              <a:t xml:space="preserve"> "Either you support the new library or you don't value education."</a:t>
            </a:r>
          </a:p>
          <a:p>
            <a:pPr marL="12700">
              <a:spcBef>
                <a:spcPts val="130"/>
              </a:spcBef>
            </a:pPr>
            <a:r>
              <a:rPr lang="en-US" sz="1200" dirty="0" b="1">
                <a:solidFill>
                  <a:srgbClr val="231F20"/>
                </a:solidFill>
                <a:latin typeface="Book Antiqua" panose="02040602050305030304" pitchFamily="18" charset="0"/>
                <a:ea typeface="Cambria" panose="02040503050406030204" pitchFamily="18" charset="0"/>
              </a:rPr>
              <a:t>Slippery slope:</a:t>
            </a:r>
            <a:r>
              <a:rPr lang="en-US" sz="1200" dirty="0">
                <a:solidFill>
                  <a:srgbClr val="231F20"/>
                </a:solidFill>
                <a:latin typeface="Book Antiqua" panose="02040602050305030304" pitchFamily="18" charset="0"/>
                <a:ea typeface="Cambria" panose="02040503050406030204" pitchFamily="18" charset="0"/>
              </a:rPr>
              <a:t xml:space="preserve"> claiming, without evidence, that one small step will inevitably lead to a chain of extreme consequences.</a:t>
            </a:r>
          </a:p>
          <a:p>
            <a:r>
              <a:rPr lang="en-US" sz="1200" dirty="0" b="1">
                <a:solidFill>
                  <a:srgbClr val="231F20"/>
                </a:solidFill>
                <a:latin typeface="Book Antiqua" panose="02040602050305030304" pitchFamily="18" charset="0"/>
                <a:ea typeface="Cambria" panose="02040503050406030204" pitchFamily="18" charset="0"/>
              </a:rPr>
              <a:t>Example:</a:t>
            </a:r>
            <a:r>
              <a:rPr lang="en-US" sz="1200" dirty="0">
                <a:solidFill>
                  <a:srgbClr val="231F20"/>
                </a:solidFill>
                <a:latin typeface="Book Antiqua" panose="02040602050305030304" pitchFamily="18" charset="0"/>
                <a:ea typeface="Cambria" panose="02040503050406030204" pitchFamily="18" charset="0"/>
              </a:rPr>
              <a:t xml:space="preserve"> "If we allow one food truck in the park, soon the whole park will be a car park."</a:t>
            </a:r>
            <a:endParaRPr lang="en-US" sz="1200" b="1" dirty="0">
              <a:solidFill>
                <a:srgbClr val="231F20"/>
              </a:solidFill>
              <a:latin typeface="Book Antiqua" panose="02040602050305030304" pitchFamily="18" charset="0"/>
              <a:ea typeface="Cambria" panose="02040503050406030204" pitchFamily="18" charset="0"/>
            </a:endParaRPr>
          </a:p>
        </p:txBody>
      </p:sp>
      <p:sp>
        <p:nvSpPr>
          <p:cNvPr id="64" name="Rectangle: Top Corners Snipped 63">
            <a:extLst>
              <a:ext uri="{FF2B5EF4-FFF2-40B4-BE49-F238E27FC236}">
                <a16:creationId xmlns:a16="http://schemas.microsoft.com/office/drawing/2014/main" id="{CEDF25DB-CDA0-26A1-85A1-BAC6A9AFEC58}"/>
              </a:ext>
            </a:extLst>
          </p:cNvPr>
          <p:cNvSpPr/>
          <p:nvPr/>
        </p:nvSpPr>
        <p:spPr>
          <a:xfrm rot="5400000">
            <a:off x="714016" y="793790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5" name="object 34">
            <a:extLst>
              <a:ext uri="{FF2B5EF4-FFF2-40B4-BE49-F238E27FC236}">
                <a16:creationId xmlns:a16="http://schemas.microsoft.com/office/drawing/2014/main" id="{4A974B2A-5300-D5E0-B7D5-A53653511F46}"/>
              </a:ext>
            </a:extLst>
          </p:cNvPr>
          <p:cNvSpPr txBox="1"/>
          <p:nvPr/>
        </p:nvSpPr>
        <p:spPr>
          <a:xfrm>
            <a:off x="1261872" y="8980322"/>
            <a:ext cx="5257800" cy="659282"/>
          </a:xfrm>
          <a:prstGeom prst="rect">
            <a:avLst/>
          </a:prstGeom>
        </p:spPr>
        <p:txBody>
          <a:bodyPr vert="horz" wrap="square" lIns="0" tIns="12700" rIns="0" bIns="0" rtlCol="0">
            <a:spAutoFit/>
          </a:bodyPr>
          <a:lstStyle/>
          <a:p>
            <a:pPr marL="12700">
              <a:lnSpc>
                <a:spcPct val="100000"/>
              </a:lnSpc>
              <a:spcBef>
                <a:spcPts val="130"/>
              </a:spcBef>
            </a:pPr>
            <a:r>
              <a:rPr lang="en-AU" sz="1200" dirty="0">
                <a:latin typeface="Book Antiqua" panose="02040602050305030304" pitchFamily="18" charset="0"/>
              </a:rPr>
              <a:t>School debate. Affirmative: "Phones should be switched off during lessons." Negative: "My opponent thinks students can't be trusted with anything and should be treated like prisoners."</a:t>
            </a:r>
            <a:endParaRPr lang="en-US" sz="1200" spc="-20" dirty="0">
              <a:solidFill>
                <a:srgbClr val="231F20"/>
              </a:solidFill>
              <a:latin typeface="Book Antiqua" panose="02040602050305030304" pitchFamily="18" charset="0"/>
              <a:cs typeface="Cambria"/>
            </a:endParaRPr>
          </a:p>
        </p:txBody>
      </p:sp>
      <p:sp>
        <p:nvSpPr>
          <p:cNvPr id="66" name="object 34">
            <a:extLst>
              <a:ext uri="{FF2B5EF4-FFF2-40B4-BE49-F238E27FC236}">
                <a16:creationId xmlns:a16="http://schemas.microsoft.com/office/drawing/2014/main" id="{E03BD618-B613-0C23-4122-5BD4CE403469}"/>
              </a:ext>
            </a:extLst>
          </p:cNvPr>
          <p:cNvSpPr txBox="1"/>
          <p:nvPr/>
        </p:nvSpPr>
        <p:spPr>
          <a:xfrm>
            <a:off x="1261872" y="8486546"/>
            <a:ext cx="5257800" cy="470001"/>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Student: "The town needs a small skate park." Neighbour: "So she wants teenagers running riot in our streets? I won't support chaos."</a:t>
            </a:r>
            <a:endParaRPr lang="en-US" sz="1200" spc="-20" dirty="0">
              <a:solidFill>
                <a:srgbClr val="231F20"/>
              </a:solidFill>
              <a:latin typeface="Book Antiqua" panose="02040602050305030304" pitchFamily="18" charset="0"/>
              <a:cs typeface="Cambria"/>
            </a:endParaRPr>
          </a:p>
        </p:txBody>
      </p:sp>
      <p:sp>
        <p:nvSpPr>
          <p:cNvPr id="67" name="object 34">
            <a:extLst>
              <a:ext uri="{FF2B5EF4-FFF2-40B4-BE49-F238E27FC236}">
                <a16:creationId xmlns:a16="http://schemas.microsoft.com/office/drawing/2014/main" id="{EF98DF75-A808-32C3-4CB3-DC466AAFF3A4}"/>
              </a:ext>
            </a:extLst>
          </p:cNvPr>
          <p:cNvSpPr txBox="1"/>
          <p:nvPr/>
        </p:nvSpPr>
        <p:spPr>
          <a:xfrm>
            <a:off x="1261872" y="7992770"/>
            <a:ext cx="5257800" cy="470001"/>
          </a:xfrm>
          <a:prstGeom prst="rect">
            <a:avLst/>
          </a:prstGeom>
        </p:spPr>
        <p:txBody>
          <a:bodyPr vert="horz" wrap="square" lIns="0" tIns="12700" rIns="0" bIns="0" rtlCol="0">
            <a:spAutoFit/>
          </a:bodyPr>
          <a:lstStyle/>
          <a:p>
            <a:pPr marL="12700">
              <a:lnSpc>
                <a:spcPct val="100000"/>
              </a:lnSpc>
              <a:spcBef>
                <a:spcPts val="130"/>
              </a:spcBef>
            </a:pPr>
            <a:r>
              <a:rPr lang="en-AU" sz="1200" dirty="0">
                <a:latin typeface="Book Antiqua" panose="02040602050305030304" pitchFamily="18" charset="0"/>
              </a:rPr>
              <a:t>Gym advertisement: "Join today, or accept being unfit for the rest of your life."</a:t>
            </a:r>
            <a:endParaRPr lang="en-US" sz="1200" spc="-20" dirty="0">
              <a:solidFill>
                <a:srgbClr val="231F20"/>
              </a:solidFill>
              <a:latin typeface="Book Antiqua" panose="02040602050305030304" pitchFamily="18" charset="0"/>
              <a:cs typeface="Cambria"/>
            </a:endParaRPr>
          </a:p>
        </p:txBody>
      </p:sp>
      <p:sp>
        <p:nvSpPr>
          <p:cNvPr id="69" name="TextBox 68">
            <a:extLst>
              <a:ext uri="{FF2B5EF4-FFF2-40B4-BE49-F238E27FC236}">
                <a16:creationId xmlns:a16="http://schemas.microsoft.com/office/drawing/2014/main" id="{4BDE1A18-8F91-DD24-C00B-145B24740F69}"/>
              </a:ext>
            </a:extLst>
          </p:cNvPr>
          <p:cNvSpPr txBox="1"/>
          <p:nvPr/>
        </p:nvSpPr>
        <p:spPr>
          <a:xfrm>
            <a:off x="6583680" y="7406640"/>
            <a:ext cx="960120" cy="276999"/>
          </a:xfrm>
          <a:prstGeom prst="rect">
            <a:avLst/>
          </a:prstGeom>
          <a:noFill/>
        </p:spPr>
        <p:txBody>
          <a:bodyPr wrap="square" rtlCol="0" lIns="0" rIns="0">
            <a:spAutoFit/>
          </a:bodyPr>
          <a:lstStyle/>
          <a:p>
            <a:pPr>
              <a:spcBef>
                <a:spcPts val="10"/>
              </a:spcBef>
            </a:pPr>
            <a:r>
              <a:rPr lang="en-US" sz="1200" dirty="0">
                <a:latin typeface="Book Antiqua"/>
                <a:cs typeface="Book Antiqua"/>
              </a:rPr>
              <a:t>SM | FD | SS</a:t>
            </a:r>
          </a:p>
        </p:txBody>
      </p:sp>
      <p:sp>
        <p:nvSpPr>
          <p:cNvPr id="70" name="object 34">
            <a:extLst>
              <a:ext uri="{FF2B5EF4-FFF2-40B4-BE49-F238E27FC236}">
                <a16:creationId xmlns:a16="http://schemas.microsoft.com/office/drawing/2014/main" id="{6AC4689B-003B-587E-1C89-D5066DBD723E}"/>
              </a:ext>
            </a:extLst>
          </p:cNvPr>
          <p:cNvSpPr txBox="1"/>
          <p:nvPr/>
        </p:nvSpPr>
        <p:spPr>
          <a:xfrm>
            <a:off x="1261872" y="9612172"/>
            <a:ext cx="5257800" cy="470001"/>
          </a:xfrm>
          <a:prstGeom prst="rect">
            <a:avLst/>
          </a:prstGeom>
        </p:spPr>
        <p:txBody>
          <a:bodyPr vert="horz" wrap="square" lIns="0" tIns="12700" rIns="0" bIns="0" rtlCol="0">
            <a:spAutoFit/>
          </a:bodyPr>
          <a:lstStyle/>
          <a:p>
            <a:pPr marL="12700">
              <a:lnSpc>
                <a:spcPct val="100000"/>
              </a:lnSpc>
              <a:spcBef>
                <a:spcPts val="130"/>
              </a:spcBef>
            </a:pPr>
            <a:r>
              <a:rPr lang="en-AU" sz="1200" dirty="0">
                <a:latin typeface="Book Antiqua" panose="02040602050305030304" pitchFamily="18" charset="0"/>
              </a:rPr>
              <a:t>Community campaign flyer: "Either we build the new aquatic centre exactly as proposed, or this town has no interest in keeping young people active."</a:t>
            </a:r>
            <a:endParaRPr lang="en-US" sz="1200" spc="-20" dirty="0">
              <a:solidFill>
                <a:srgbClr val="231F20"/>
              </a:solidFill>
              <a:latin typeface="Book Antiqua" panose="02040602050305030304" pitchFamily="18" charset="0"/>
              <a:cs typeface="Cambria"/>
            </a:endParaRPr>
          </a:p>
        </p:txBody>
      </p:sp>
      <p:sp>
        <p:nvSpPr>
          <p:cNvPr id="73" name="TextBox 72">
            <a:extLst>
              <a:ext uri="{FF2B5EF4-FFF2-40B4-BE49-F238E27FC236}">
                <a16:creationId xmlns:a16="http://schemas.microsoft.com/office/drawing/2014/main" id="{635F8B7E-D30F-4511-950E-2D99E88F5B2E}"/>
              </a:ext>
            </a:extLst>
          </p:cNvPr>
          <p:cNvSpPr txBox="1"/>
          <p:nvPr/>
        </p:nvSpPr>
        <p:spPr>
          <a:xfrm>
            <a:off x="6583680" y="8038490"/>
            <a:ext cx="960120" cy="276999"/>
          </a:xfrm>
          <a:prstGeom prst="rect">
            <a:avLst/>
          </a:prstGeom>
          <a:noFill/>
        </p:spPr>
        <p:txBody>
          <a:bodyPr wrap="square" rtlCol="0" lIns="0" rIns="0">
            <a:spAutoFit/>
          </a:bodyPr>
          <a:lstStyle/>
          <a:p>
            <a:pPr>
              <a:spcBef>
                <a:spcPts val="10"/>
              </a:spcBef>
            </a:pPr>
            <a:r>
              <a:rPr lang="en-US" sz="1200" dirty="0">
                <a:latin typeface="Book Antiqua"/>
                <a:cs typeface="Book Antiqua"/>
              </a:rPr>
              <a:t>SM | FD | SS</a:t>
            </a:r>
          </a:p>
        </p:txBody>
      </p:sp>
      <p:sp>
        <p:nvSpPr>
          <p:cNvPr id="75" name="TextBox 74">
            <a:extLst>
              <a:ext uri="{FF2B5EF4-FFF2-40B4-BE49-F238E27FC236}">
                <a16:creationId xmlns:a16="http://schemas.microsoft.com/office/drawing/2014/main" id="{378615BA-B66B-6AD5-EF2B-A0D3740511AB}"/>
              </a:ext>
            </a:extLst>
          </p:cNvPr>
          <p:cNvSpPr txBox="1"/>
          <p:nvPr/>
        </p:nvSpPr>
        <p:spPr>
          <a:xfrm>
            <a:off x="6583680" y="9026042"/>
            <a:ext cx="960120" cy="276999"/>
          </a:xfrm>
          <a:prstGeom prst="rect">
            <a:avLst/>
          </a:prstGeom>
          <a:noFill/>
        </p:spPr>
        <p:txBody>
          <a:bodyPr wrap="square" rtlCol="0" lIns="0" rIns="0">
            <a:spAutoFit/>
          </a:bodyPr>
          <a:lstStyle/>
          <a:p>
            <a:pPr>
              <a:spcBef>
                <a:spcPts val="10"/>
              </a:spcBef>
            </a:pPr>
            <a:r>
              <a:rPr lang="en-US" sz="1200" dirty="0">
                <a:latin typeface="Book Antiqua"/>
                <a:cs typeface="Book Antiqua"/>
              </a:rPr>
              <a:t>SM | FD | SS</a:t>
            </a:r>
          </a:p>
        </p:txBody>
      </p:sp>
      <p:sp>
        <p:nvSpPr>
          <p:cNvPr id="76" name="TextBox 75">
            <a:extLst>
              <a:ext uri="{FF2B5EF4-FFF2-40B4-BE49-F238E27FC236}">
                <a16:creationId xmlns:a16="http://schemas.microsoft.com/office/drawing/2014/main" id="{F898C837-C170-98BD-EEDD-F78FF0780C38}"/>
              </a:ext>
            </a:extLst>
          </p:cNvPr>
          <p:cNvSpPr txBox="1"/>
          <p:nvPr/>
        </p:nvSpPr>
        <p:spPr>
          <a:xfrm>
            <a:off x="6583680" y="8532266"/>
            <a:ext cx="960120" cy="276999"/>
          </a:xfrm>
          <a:prstGeom prst="rect">
            <a:avLst/>
          </a:prstGeom>
          <a:noFill/>
        </p:spPr>
        <p:txBody>
          <a:bodyPr wrap="square" rtlCol="0" lIns="0" rIns="0">
            <a:spAutoFit/>
          </a:bodyPr>
          <a:lstStyle/>
          <a:p>
            <a:pPr>
              <a:spcBef>
                <a:spcPts val="10"/>
              </a:spcBef>
            </a:pPr>
            <a:r>
              <a:rPr lang="en-US" sz="1200" dirty="0">
                <a:latin typeface="Book Antiqua"/>
                <a:cs typeface="Book Antiqua"/>
              </a:rPr>
              <a:t>SM | FD | SS</a:t>
            </a:r>
          </a:p>
        </p:txBody>
      </p:sp>
      <p:sp>
        <p:nvSpPr>
          <p:cNvPr id="77" name="TextBox 76">
            <a:extLst>
              <a:ext uri="{FF2B5EF4-FFF2-40B4-BE49-F238E27FC236}">
                <a16:creationId xmlns:a16="http://schemas.microsoft.com/office/drawing/2014/main" id="{7BF2AE46-7082-971E-2655-D3915785F6C4}"/>
              </a:ext>
            </a:extLst>
          </p:cNvPr>
          <p:cNvSpPr txBox="1"/>
          <p:nvPr/>
        </p:nvSpPr>
        <p:spPr>
          <a:xfrm>
            <a:off x="6583680" y="9657892"/>
            <a:ext cx="960120" cy="276999"/>
          </a:xfrm>
          <a:prstGeom prst="rect">
            <a:avLst/>
          </a:prstGeom>
          <a:noFill/>
        </p:spPr>
        <p:txBody>
          <a:bodyPr wrap="square" rtlCol="0" lIns="0" rIns="0">
            <a:spAutoFit/>
          </a:bodyPr>
          <a:lstStyle/>
          <a:p>
            <a:pPr>
              <a:spcBef>
                <a:spcPts val="10"/>
              </a:spcBef>
            </a:pPr>
            <a:r>
              <a:rPr lang="en-US" sz="1200" dirty="0">
                <a:latin typeface="Book Antiqua"/>
                <a:cs typeface="Book Antiqua"/>
              </a:rPr>
              <a:t>SM | FD | SS</a:t>
            </a:r>
          </a:p>
        </p:txBody>
      </p:sp>
      <p:sp>
        <p:nvSpPr>
          <p:cNvPr id="79" name="TextBox 78">
            <a:extLst>
              <a:ext uri="{FF2B5EF4-FFF2-40B4-BE49-F238E27FC236}">
                <a16:creationId xmlns:a16="http://schemas.microsoft.com/office/drawing/2014/main" id="{B421B5E6-EAF0-633F-E508-2F47266CD5E2}"/>
              </a:ext>
            </a:extLst>
          </p:cNvPr>
          <p:cNvSpPr txBox="1"/>
          <p:nvPr/>
        </p:nvSpPr>
        <p:spPr>
          <a:xfrm>
            <a:off x="706756" y="8033918"/>
            <a:ext cx="374237" cy="276999"/>
          </a:xfrm>
          <a:prstGeom prst="rect">
            <a:avLst/>
          </a:prstGeom>
          <a:noFill/>
        </p:spPr>
        <p:txBody>
          <a:bodyPr wrap="square" rtlCol="0">
            <a:spAutoFit/>
          </a:bodyPr>
          <a:lstStyle/>
          <a:p>
            <a:r>
              <a:rPr lang="en-AU" sz="1200" b="1" spc="-50" dirty="0">
                <a:solidFill>
                  <a:srgbClr val="231F20"/>
                </a:solidFill>
                <a:latin typeface="Arial"/>
                <a:cs typeface="Arial"/>
              </a:rPr>
              <a:t>8</a:t>
            </a:r>
            <a:endParaRPr lang="en-AU" sz="1200" dirty="0"/>
          </a:p>
        </p:txBody>
      </p:sp>
      <p:sp>
        <p:nvSpPr>
          <p:cNvPr id="80" name="TextBox 79">
            <a:extLst>
              <a:ext uri="{FF2B5EF4-FFF2-40B4-BE49-F238E27FC236}">
                <a16:creationId xmlns:a16="http://schemas.microsoft.com/office/drawing/2014/main" id="{508773DC-3898-7664-8C75-0C1F2C6B0E34}"/>
              </a:ext>
            </a:extLst>
          </p:cNvPr>
          <p:cNvSpPr txBox="1"/>
          <p:nvPr/>
        </p:nvSpPr>
        <p:spPr>
          <a:xfrm>
            <a:off x="724017" y="7402068"/>
            <a:ext cx="374237" cy="276999"/>
          </a:xfrm>
          <a:prstGeom prst="rect">
            <a:avLst/>
          </a:prstGeom>
          <a:noFill/>
        </p:spPr>
        <p:txBody>
          <a:bodyPr wrap="square" rtlCol="0">
            <a:spAutoFit/>
          </a:bodyPr>
          <a:lstStyle/>
          <a:p>
            <a:r>
              <a:rPr lang="en-AU" sz="1200" b="1" spc="-50" dirty="0">
                <a:solidFill>
                  <a:srgbClr val="231F20"/>
                </a:solidFill>
                <a:latin typeface="Arial"/>
                <a:cs typeface="Arial"/>
              </a:rPr>
              <a:t>7</a:t>
            </a:r>
            <a:endParaRPr lang="en-AU" sz="1200" dirty="0"/>
          </a:p>
        </p:txBody>
      </p:sp>
      <p:sp>
        <p:nvSpPr>
          <p:cNvPr id="81" name="TextBox 80">
            <a:extLst>
              <a:ext uri="{FF2B5EF4-FFF2-40B4-BE49-F238E27FC236}">
                <a16:creationId xmlns:a16="http://schemas.microsoft.com/office/drawing/2014/main" id="{04A9DA0F-4E58-0DF3-CD9C-33090E55A3F9}"/>
              </a:ext>
            </a:extLst>
          </p:cNvPr>
          <p:cNvSpPr txBox="1"/>
          <p:nvPr/>
        </p:nvSpPr>
        <p:spPr>
          <a:xfrm>
            <a:off x="686832" y="9653320"/>
            <a:ext cx="374237" cy="276999"/>
          </a:xfrm>
          <a:prstGeom prst="rect">
            <a:avLst/>
          </a:prstGeom>
          <a:noFill/>
        </p:spPr>
        <p:txBody>
          <a:bodyPr wrap="square" rtlCol="0">
            <a:spAutoFit/>
          </a:bodyPr>
          <a:lstStyle/>
          <a:p>
            <a:r>
              <a:rPr lang="en-AU" sz="1200" b="1" spc="-50" dirty="0">
                <a:solidFill>
                  <a:srgbClr val="231F20"/>
                </a:solidFill>
                <a:latin typeface="Arial"/>
                <a:cs typeface="Arial"/>
              </a:rPr>
              <a:t>11</a:t>
            </a:r>
            <a:endParaRPr lang="en-AU" sz="1200" dirty="0"/>
          </a:p>
        </p:txBody>
      </p:sp>
      <p:sp>
        <p:nvSpPr>
          <p:cNvPr id="68" name="object 34">
            <a:extLst>
              <a:ext uri="{FF2B5EF4-FFF2-40B4-BE49-F238E27FC236}">
                <a16:creationId xmlns:a16="http://schemas.microsoft.com/office/drawing/2014/main" id="{92775F9C-1720-E4EF-F9A1-9AB9D1DC1E85}"/>
              </a:ext>
            </a:extLst>
          </p:cNvPr>
          <p:cNvSpPr txBox="1"/>
          <p:nvPr/>
        </p:nvSpPr>
        <p:spPr>
          <a:xfrm>
            <a:off x="6391656" y="2810865"/>
            <a:ext cx="11430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a:t>
            </a:r>
          </a:p>
        </p:txBody>
      </p:sp>
      <p:sp>
        <p:nvSpPr>
          <p:cNvPr id="82" name="object 34">
            <a:extLst>
              <a:ext uri="{FF2B5EF4-FFF2-40B4-BE49-F238E27FC236}">
                <a16:creationId xmlns:a16="http://schemas.microsoft.com/office/drawing/2014/main" id="{BB183A68-6CE6-F5EB-E7F4-E5D23614A106}"/>
              </a:ext>
            </a:extLst>
          </p:cNvPr>
          <p:cNvSpPr txBox="1"/>
          <p:nvPr/>
        </p:nvSpPr>
        <p:spPr>
          <a:xfrm>
            <a:off x="6391656" y="3363163"/>
            <a:ext cx="11430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a:t>
            </a:r>
          </a:p>
        </p:txBody>
      </p:sp>
      <p:sp>
        <p:nvSpPr>
          <p:cNvPr id="83" name="object 34">
            <a:extLst>
              <a:ext uri="{FF2B5EF4-FFF2-40B4-BE49-F238E27FC236}">
                <a16:creationId xmlns:a16="http://schemas.microsoft.com/office/drawing/2014/main" id="{26D5B9D3-4AB5-205D-F928-9D3EB195E979}"/>
              </a:ext>
            </a:extLst>
          </p:cNvPr>
          <p:cNvSpPr txBox="1"/>
          <p:nvPr/>
        </p:nvSpPr>
        <p:spPr>
          <a:xfrm>
            <a:off x="6391656" y="4294022"/>
            <a:ext cx="114300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a:t>
            </a:r>
          </a:p>
        </p:txBody>
      </p:sp>
      <p:sp>
        <p:nvSpPr>
          <p:cNvPr id="16" name="TextBox 15">
            <a:extLst>
              <a:ext uri="{FF2B5EF4-FFF2-40B4-BE49-F238E27FC236}">
                <a16:creationId xmlns:a16="http://schemas.microsoft.com/office/drawing/2014/main" id="{7B2BBFA2-DA07-560A-1B21-1EF92975E362}"/>
              </a:ext>
            </a:extLst>
          </p:cNvPr>
          <p:cNvSpPr txBox="1"/>
          <p:nvPr/>
        </p:nvSpPr>
        <p:spPr>
          <a:xfrm>
            <a:off x="430372" y="240202"/>
            <a:ext cx="417072" cy="461665"/>
          </a:xfrm>
          <a:prstGeom prst="rect">
            <a:avLst/>
          </a:prstGeom>
          <a:noFill/>
          <a:ln>
            <a:noFill/>
          </a:ln>
        </p:spPr>
        <p:txBody>
          <a:bodyPr wrap="square" rtlCol="0">
            <a:spAutoFit/>
          </a:bodyPr>
          <a:lstStyle/>
          <a:p>
            <a:pPr algn="ctr"/>
            <a:r>
              <a:rPr lang="en-US" sz="2400" b="1" dirty="0">
                <a:latin typeface="Candara" panose="020E0502030303020204" pitchFamily="34" charset="0"/>
                <a:cs typeface="Aharoni" panose="02010803020104030203" pitchFamily="2" charset="-79"/>
              </a:rPr>
              <a:t>6</a:t>
            </a:r>
            <a:endParaRPr lang="en-AU" sz="2400" dirty="0">
              <a:latin typeface="Candara" panose="020E0502030303020204" pitchFamily="34" charset="0"/>
            </a:endParaRPr>
          </a:p>
        </p:txBody>
      </p:sp>
      <p:sp>
        <p:nvSpPr>
          <p:cNvPr id="17" name="TextBox 16">
            <a:extLst>
              <a:ext uri="{FF2B5EF4-FFF2-40B4-BE49-F238E27FC236}">
                <a16:creationId xmlns:a16="http://schemas.microsoft.com/office/drawing/2014/main" id="{21B507E0-94BF-8FA8-D9C3-C16FD3CA5D97}"/>
              </a:ext>
            </a:extLst>
          </p:cNvPr>
          <p:cNvSpPr txBox="1"/>
          <p:nvPr/>
        </p:nvSpPr>
        <p:spPr>
          <a:xfrm>
            <a:off x="332666" y="118770"/>
            <a:ext cx="639493" cy="307777"/>
          </a:xfrm>
          <a:prstGeom prst="rect">
            <a:avLst/>
          </a:prstGeom>
          <a:noFill/>
          <a:ln>
            <a:noFill/>
          </a:ln>
        </p:spPr>
        <p:txBody>
          <a:bodyPr wrap="square" rtlCol="0">
            <a:spAutoFit/>
          </a:bodyPr>
          <a:lstStyle/>
          <a:p>
            <a:pPr algn="ctr"/>
            <a:r>
              <a:rPr lang="en-AU" sz="1400" b="1" dirty="0">
                <a:latin typeface="Candara" panose="020E0502030303020204" pitchFamily="34" charset="0"/>
                <a:cs typeface="Aharoni" panose="02010803020104030203" pitchFamily="2" charset="-79"/>
              </a:rPr>
              <a:t>TEST</a:t>
            </a:r>
            <a:endParaRPr lang="en-AU" sz="2000" dirty="0">
              <a:latin typeface="Candara" panose="020E0502030303020204" pitchFamily="34" charset="0"/>
            </a:endParaRPr>
          </a:p>
        </p:txBody>
      </p:sp>
    </p:spTree>
    <p:extLst>
      <p:ext uri="{BB962C8B-B14F-4D97-AF65-F5344CB8AC3E}">
        <p14:creationId xmlns:p14="http://schemas.microsoft.com/office/powerpoint/2010/main" val="997212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310602"/>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flipH="1">
            <a:off x="628280" y="310602"/>
            <a:ext cx="12053" cy="9691548"/>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15076" y="10010209"/>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649D0BE1-2EDF-9D3F-9AA3-71EA3CE62C7A}"/>
              </a:ext>
            </a:extLst>
          </p:cNvPr>
          <p:cNvCxnSpPr>
            <a:cxnSpLocks/>
          </p:cNvCxnSpPr>
          <p:nvPr/>
        </p:nvCxnSpPr>
        <p:spPr>
          <a:xfrm>
            <a:off x="653543" y="10010209"/>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4" name="object 34">
            <a:extLst>
              <a:ext uri="{FF2B5EF4-FFF2-40B4-BE49-F238E27FC236}">
                <a16:creationId xmlns:a16="http://schemas.microsoft.com/office/drawing/2014/main" id="{95DF739C-3192-6132-5E9B-AD827E1821F7}"/>
              </a:ext>
            </a:extLst>
          </p:cNvPr>
          <p:cNvSpPr txBox="1"/>
          <p:nvPr/>
        </p:nvSpPr>
        <p:spPr>
          <a:xfrm>
            <a:off x="696835" y="10144659"/>
            <a:ext cx="3671806"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NUMBER OF CORRECT ANSWERS</a:t>
            </a:r>
            <a:endParaRPr b="1" dirty="0">
              <a:latin typeface="Candara" panose="020E0502030303020204" pitchFamily="34" charset="0"/>
              <a:cs typeface="Cambria"/>
            </a:endParaRPr>
          </a:p>
        </p:txBody>
      </p:sp>
      <p:sp>
        <p:nvSpPr>
          <p:cNvPr id="7" name="Rectangle 6">
            <a:extLst>
              <a:ext uri="{FF2B5EF4-FFF2-40B4-BE49-F238E27FC236}">
                <a16:creationId xmlns:a16="http://schemas.microsoft.com/office/drawing/2014/main" id="{69E24734-DF31-3A7F-D61D-63424D5D73F8}"/>
              </a:ext>
            </a:extLst>
          </p:cNvPr>
          <p:cNvSpPr/>
          <p:nvPr/>
        </p:nvSpPr>
        <p:spPr>
          <a:xfrm>
            <a:off x="5064072" y="10018269"/>
            <a:ext cx="1136755"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bject 34">
            <a:extLst>
              <a:ext uri="{FF2B5EF4-FFF2-40B4-BE49-F238E27FC236}">
                <a16:creationId xmlns:a16="http://schemas.microsoft.com/office/drawing/2014/main" id="{5E469678-8223-2EE8-7E84-BA974DF12FDB}"/>
              </a:ext>
            </a:extLst>
          </p:cNvPr>
          <p:cNvSpPr txBox="1"/>
          <p:nvPr/>
        </p:nvSpPr>
        <p:spPr>
          <a:xfrm>
            <a:off x="5632449" y="10107321"/>
            <a:ext cx="761833"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/20</a:t>
            </a:r>
            <a:endParaRPr b="1" dirty="0">
              <a:latin typeface="Candara" panose="020E0502030303020204" pitchFamily="34" charset="0"/>
              <a:cs typeface="Cambria"/>
            </a:endParaRPr>
          </a:p>
        </p:txBody>
      </p:sp>
      <p:sp>
        <p:nvSpPr>
          <p:cNvPr id="2" name="TextBox 1">
            <a:extLst>
              <a:ext uri="{FF2B5EF4-FFF2-40B4-BE49-F238E27FC236}">
                <a16:creationId xmlns:a16="http://schemas.microsoft.com/office/drawing/2014/main" id="{7AE1700C-8B86-ECEB-C982-5F8EBE57E0D7}"/>
              </a:ext>
            </a:extLst>
          </p:cNvPr>
          <p:cNvSpPr txBox="1"/>
          <p:nvPr/>
        </p:nvSpPr>
        <p:spPr>
          <a:xfrm>
            <a:off x="87103" y="5997390"/>
            <a:ext cx="461665" cy="1786601"/>
          </a:xfrm>
          <a:prstGeom prst="rect">
            <a:avLst/>
          </a:prstGeom>
          <a:noFill/>
        </p:spPr>
        <p:txBody>
          <a:bodyPr vert="eaVert" wrap="square" rtlCol="0">
            <a:spAutoFit/>
          </a:bodyPr>
          <a:lstStyle/>
          <a:p>
            <a:r>
              <a:rPr lang="en-AU" dirty="0">
                <a:latin typeface="Candara" panose="020E0502030303020204" pitchFamily="34" charset="0"/>
              </a:rPr>
              <a:t>Punctuation</a:t>
            </a:r>
          </a:p>
        </p:txBody>
      </p:sp>
      <p:sp>
        <p:nvSpPr>
          <p:cNvPr id="29" name="TextBox 28">
            <a:extLst>
              <a:ext uri="{FF2B5EF4-FFF2-40B4-BE49-F238E27FC236}">
                <a16:creationId xmlns:a16="http://schemas.microsoft.com/office/drawing/2014/main" id="{E0555ABB-4D28-2DB0-1665-B324E444ABAF}"/>
              </a:ext>
            </a:extLst>
          </p:cNvPr>
          <p:cNvSpPr txBox="1"/>
          <p:nvPr/>
        </p:nvSpPr>
        <p:spPr>
          <a:xfrm>
            <a:off x="115646" y="341569"/>
            <a:ext cx="461665" cy="1376504"/>
          </a:xfrm>
          <a:prstGeom prst="rect">
            <a:avLst/>
          </a:prstGeom>
          <a:noFill/>
        </p:spPr>
        <p:txBody>
          <a:bodyPr vert="eaVert" wrap="square" rtlCol="0">
            <a:spAutoFit/>
          </a:bodyPr>
          <a:lstStyle/>
          <a:p>
            <a:r>
              <a:rPr lang="en-AU" dirty="0">
                <a:latin typeface="Candara" panose="020E0502030303020204" pitchFamily="34" charset="0"/>
              </a:rPr>
              <a:t>Grammar</a:t>
            </a:r>
          </a:p>
        </p:txBody>
      </p:sp>
      <p:cxnSp>
        <p:nvCxnSpPr>
          <p:cNvPr id="111" name="Straight Connector 110">
            <a:extLst>
              <a:ext uri="{FF2B5EF4-FFF2-40B4-BE49-F238E27FC236}">
                <a16:creationId xmlns:a16="http://schemas.microsoft.com/office/drawing/2014/main" id="{A0DBBF4D-CF44-AE3F-6480-E0177AAE8149}"/>
              </a:ext>
            </a:extLst>
          </p:cNvPr>
          <p:cNvCxnSpPr>
            <a:cxnSpLocks/>
          </p:cNvCxnSpPr>
          <p:nvPr/>
        </p:nvCxnSpPr>
        <p:spPr>
          <a:xfrm>
            <a:off x="653543" y="5612663"/>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22" name="Rectangle: Top Corners Snipped 21">
            <a:extLst>
              <a:ext uri="{FF2B5EF4-FFF2-40B4-BE49-F238E27FC236}">
                <a16:creationId xmlns:a16="http://schemas.microsoft.com/office/drawing/2014/main" id="{68324884-2DCB-365D-740F-DC82BF80C519}"/>
              </a:ext>
            </a:extLst>
          </p:cNvPr>
          <p:cNvSpPr/>
          <p:nvPr/>
        </p:nvSpPr>
        <p:spPr>
          <a:xfrm rot="5400000">
            <a:off x="696708" y="766267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3" name="TextBox 22">
            <a:extLst>
              <a:ext uri="{FF2B5EF4-FFF2-40B4-BE49-F238E27FC236}">
                <a16:creationId xmlns:a16="http://schemas.microsoft.com/office/drawing/2014/main" id="{BA75A109-7991-89BD-7D35-2D10F7FBF8D1}"/>
              </a:ext>
            </a:extLst>
          </p:cNvPr>
          <p:cNvSpPr txBox="1"/>
          <p:nvPr/>
        </p:nvSpPr>
        <p:spPr>
          <a:xfrm>
            <a:off x="699425" y="5669124"/>
            <a:ext cx="6776437" cy="276999"/>
          </a:xfrm>
          <a:prstGeom prst="rect">
            <a:avLst/>
          </a:prstGeom>
          <a:noFill/>
        </p:spPr>
        <p:txBody>
          <a:bodyPr wrap="square">
            <a:spAutoFit/>
          </a:bodyPr>
          <a:lstStyle/>
          <a:p>
            <a:r>
              <a:rPr lang="en-US" sz="1200" b="1" dirty="0">
                <a:solidFill>
                  <a:srgbClr val="231F20"/>
                </a:solidFill>
                <a:latin typeface="Book Antiqua" panose="02040602050305030304" pitchFamily="18" charset="0"/>
                <a:ea typeface="Cambria" panose="02040503050406030204" pitchFamily="18" charset="0"/>
              </a:rPr>
              <a:t>Which sentences appropriately use apostrophes and punctuation? </a:t>
            </a:r>
            <a:endParaRPr lang="en-AU" sz="1200" dirty="0"/>
          </a:p>
        </p:txBody>
      </p:sp>
      <p:sp>
        <p:nvSpPr>
          <p:cNvPr id="24" name="Rectangle: Top Corners Snipped 23">
            <a:extLst>
              <a:ext uri="{FF2B5EF4-FFF2-40B4-BE49-F238E27FC236}">
                <a16:creationId xmlns:a16="http://schemas.microsoft.com/office/drawing/2014/main" id="{DFAE718E-C5A0-AC6C-027F-DA0B71059F28}"/>
              </a:ext>
            </a:extLst>
          </p:cNvPr>
          <p:cNvSpPr/>
          <p:nvPr/>
        </p:nvSpPr>
        <p:spPr>
          <a:xfrm rot="5400000">
            <a:off x="707381" y="878738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TextBox 24">
            <a:extLst>
              <a:ext uri="{FF2B5EF4-FFF2-40B4-BE49-F238E27FC236}">
                <a16:creationId xmlns:a16="http://schemas.microsoft.com/office/drawing/2014/main" id="{915C9DD1-E511-22D4-0F44-D794278CBD58}"/>
              </a:ext>
            </a:extLst>
          </p:cNvPr>
          <p:cNvSpPr txBox="1"/>
          <p:nvPr/>
        </p:nvSpPr>
        <p:spPr>
          <a:xfrm>
            <a:off x="642870" y="7758684"/>
            <a:ext cx="374237" cy="276999"/>
          </a:xfrm>
          <a:prstGeom prst="rect">
            <a:avLst/>
          </a:prstGeom>
          <a:noFill/>
        </p:spPr>
        <p:txBody>
          <a:bodyPr wrap="square" rtlCol="0">
            <a:spAutoFit/>
          </a:bodyPr>
          <a:lstStyle/>
          <a:p>
            <a:r>
              <a:rPr lang="en-AU" sz="1200" b="1" spc="-50" dirty="0">
                <a:solidFill>
                  <a:srgbClr val="231F20"/>
                </a:solidFill>
                <a:latin typeface="Arial"/>
                <a:cs typeface="Arial"/>
              </a:rPr>
              <a:t>19</a:t>
            </a:r>
            <a:endParaRPr lang="en-AU" sz="1200" dirty="0"/>
          </a:p>
        </p:txBody>
      </p:sp>
      <p:sp>
        <p:nvSpPr>
          <p:cNvPr id="26" name="TextBox 25">
            <a:extLst>
              <a:ext uri="{FF2B5EF4-FFF2-40B4-BE49-F238E27FC236}">
                <a16:creationId xmlns:a16="http://schemas.microsoft.com/office/drawing/2014/main" id="{BE751F3A-5DEA-9733-E82A-FCBD77D9E3B5}"/>
              </a:ext>
            </a:extLst>
          </p:cNvPr>
          <p:cNvSpPr txBox="1"/>
          <p:nvPr/>
        </p:nvSpPr>
        <p:spPr>
          <a:xfrm>
            <a:off x="680514" y="8883396"/>
            <a:ext cx="374237" cy="276999"/>
          </a:xfrm>
          <a:prstGeom prst="rect">
            <a:avLst/>
          </a:prstGeom>
          <a:noFill/>
        </p:spPr>
        <p:txBody>
          <a:bodyPr wrap="square" rtlCol="0">
            <a:spAutoFit/>
          </a:bodyPr>
          <a:lstStyle/>
          <a:p>
            <a:r>
              <a:rPr lang="en-US" sz="1200" b="1" spc="-50" dirty="0">
                <a:solidFill>
                  <a:srgbClr val="231F20"/>
                </a:solidFill>
                <a:latin typeface="Arial"/>
                <a:cs typeface="Arial"/>
              </a:rPr>
              <a:t>2</a:t>
            </a:r>
            <a:r>
              <a:rPr lang="en-AU" sz="1200" b="1" spc="-50" dirty="0">
                <a:solidFill>
                  <a:srgbClr val="231F20"/>
                </a:solidFill>
                <a:latin typeface="Arial"/>
                <a:cs typeface="Arial"/>
              </a:rPr>
              <a:t>0</a:t>
            </a:r>
            <a:endParaRPr lang="en-AU" sz="1200" dirty="0"/>
          </a:p>
        </p:txBody>
      </p:sp>
      <p:pic>
        <p:nvPicPr>
          <p:cNvPr id="39" name="object 41">
            <a:extLst>
              <a:ext uri="{FF2B5EF4-FFF2-40B4-BE49-F238E27FC236}">
                <a16:creationId xmlns:a16="http://schemas.microsoft.com/office/drawing/2014/main" id="{5935A4FA-1D85-22B2-F0AE-D98DCE251440}"/>
              </a:ext>
            </a:extLst>
          </p:cNvPr>
          <p:cNvPicPr/>
          <p:nvPr/>
        </p:nvPicPr>
        <p:blipFill>
          <a:blip r:embed="rId2" cstate="print"/>
          <a:stretch>
            <a:fillRect/>
          </a:stretch>
        </p:blipFill>
        <p:spPr>
          <a:xfrm>
            <a:off x="1247189" y="7780528"/>
            <a:ext cx="179997" cy="108000"/>
          </a:xfrm>
          <a:prstGeom prst="rect">
            <a:avLst/>
          </a:prstGeom>
        </p:spPr>
      </p:pic>
      <p:pic>
        <p:nvPicPr>
          <p:cNvPr id="40" name="object 41">
            <a:extLst>
              <a:ext uri="{FF2B5EF4-FFF2-40B4-BE49-F238E27FC236}">
                <a16:creationId xmlns:a16="http://schemas.microsoft.com/office/drawing/2014/main" id="{93AAC431-2F99-4469-EF71-239FEF87F099}"/>
              </a:ext>
            </a:extLst>
          </p:cNvPr>
          <p:cNvPicPr/>
          <p:nvPr/>
        </p:nvPicPr>
        <p:blipFill>
          <a:blip r:embed="rId2" cstate="print"/>
          <a:stretch>
            <a:fillRect/>
          </a:stretch>
        </p:blipFill>
        <p:spPr>
          <a:xfrm>
            <a:off x="1247189" y="8063992"/>
            <a:ext cx="173169" cy="116500"/>
          </a:xfrm>
          <a:prstGeom prst="rect">
            <a:avLst/>
          </a:prstGeom>
        </p:spPr>
      </p:pic>
      <p:pic>
        <p:nvPicPr>
          <p:cNvPr id="41" name="object 41">
            <a:extLst>
              <a:ext uri="{FF2B5EF4-FFF2-40B4-BE49-F238E27FC236}">
                <a16:creationId xmlns:a16="http://schemas.microsoft.com/office/drawing/2014/main" id="{2344719A-E5F9-2B00-9223-25E631964617}"/>
              </a:ext>
            </a:extLst>
          </p:cNvPr>
          <p:cNvPicPr/>
          <p:nvPr/>
        </p:nvPicPr>
        <p:blipFill>
          <a:blip r:embed="rId2" cstate="print"/>
          <a:stretch>
            <a:fillRect/>
          </a:stretch>
        </p:blipFill>
        <p:spPr>
          <a:xfrm>
            <a:off x="1247189" y="8347456"/>
            <a:ext cx="179997" cy="108000"/>
          </a:xfrm>
          <a:prstGeom prst="rect">
            <a:avLst/>
          </a:prstGeom>
        </p:spPr>
      </p:pic>
      <p:pic>
        <p:nvPicPr>
          <p:cNvPr id="43" name="object 41">
            <a:extLst>
              <a:ext uri="{FF2B5EF4-FFF2-40B4-BE49-F238E27FC236}">
                <a16:creationId xmlns:a16="http://schemas.microsoft.com/office/drawing/2014/main" id="{EC1CE554-3D07-7A8A-2C1E-720351616BA6}"/>
              </a:ext>
            </a:extLst>
          </p:cNvPr>
          <p:cNvPicPr/>
          <p:nvPr/>
        </p:nvPicPr>
        <p:blipFill>
          <a:blip r:embed="rId2" cstate="print"/>
          <a:stretch>
            <a:fillRect/>
          </a:stretch>
        </p:blipFill>
        <p:spPr>
          <a:xfrm>
            <a:off x="1247189" y="8905240"/>
            <a:ext cx="179997" cy="108000"/>
          </a:xfrm>
          <a:prstGeom prst="rect">
            <a:avLst/>
          </a:prstGeom>
        </p:spPr>
      </p:pic>
      <p:pic>
        <p:nvPicPr>
          <p:cNvPr id="44" name="object 41">
            <a:extLst>
              <a:ext uri="{FF2B5EF4-FFF2-40B4-BE49-F238E27FC236}">
                <a16:creationId xmlns:a16="http://schemas.microsoft.com/office/drawing/2014/main" id="{81D6A854-3680-B44E-B660-28671104D93B}"/>
              </a:ext>
            </a:extLst>
          </p:cNvPr>
          <p:cNvPicPr/>
          <p:nvPr/>
        </p:nvPicPr>
        <p:blipFill>
          <a:blip r:embed="rId2" cstate="print"/>
          <a:stretch>
            <a:fillRect/>
          </a:stretch>
        </p:blipFill>
        <p:spPr>
          <a:xfrm>
            <a:off x="1247189" y="9188704"/>
            <a:ext cx="179997" cy="108000"/>
          </a:xfrm>
          <a:prstGeom prst="rect">
            <a:avLst/>
          </a:prstGeom>
        </p:spPr>
      </p:pic>
      <p:pic>
        <p:nvPicPr>
          <p:cNvPr id="45" name="object 41">
            <a:extLst>
              <a:ext uri="{FF2B5EF4-FFF2-40B4-BE49-F238E27FC236}">
                <a16:creationId xmlns:a16="http://schemas.microsoft.com/office/drawing/2014/main" id="{46368911-19E1-22C0-DFA7-9D20E9686829}"/>
              </a:ext>
            </a:extLst>
          </p:cNvPr>
          <p:cNvPicPr/>
          <p:nvPr/>
        </p:nvPicPr>
        <p:blipFill>
          <a:blip r:embed="rId2" cstate="print"/>
          <a:stretch>
            <a:fillRect/>
          </a:stretch>
        </p:blipFill>
        <p:spPr>
          <a:xfrm>
            <a:off x="1264983" y="9472168"/>
            <a:ext cx="179997" cy="108000"/>
          </a:xfrm>
          <a:prstGeom prst="rect">
            <a:avLst/>
          </a:prstGeom>
        </p:spPr>
      </p:pic>
      <p:sp>
        <p:nvSpPr>
          <p:cNvPr id="47" name="object 34">
            <a:extLst>
              <a:ext uri="{FF2B5EF4-FFF2-40B4-BE49-F238E27FC236}">
                <a16:creationId xmlns:a16="http://schemas.microsoft.com/office/drawing/2014/main" id="{EC403719-2123-5CF9-2977-C75214988133}"/>
              </a:ext>
            </a:extLst>
          </p:cNvPr>
          <p:cNvSpPr txBox="1"/>
          <p:nvPr/>
        </p:nvSpPr>
        <p:spPr>
          <a:xfrm>
            <a:off x="1517904" y="6089904"/>
            <a:ext cx="5897880" cy="438912"/>
          </a:xfrm>
          <a:prstGeom prst="rect">
            <a:avLst/>
          </a:prstGeom>
        </p:spPr>
        <p:txBody>
          <a:bodyPr vert="horz" wrap="square" lIns="0" tIns="12700" rIns="0" bIns="0" rtlCol="0">
            <a:spAutoFit/>
          </a:bodyPr>
          <a:lstStyle/>
          <a:p>
            <a:pPr algn="just">
              <a:lnSpc>
                <a:spcPct val="100000"/>
              </a:lnSpc>
            </a:pPr>
            <a:r>
              <a:rPr lang="en-US" sz="1100" dirty="0">
                <a:latin typeface="Book Antiqua" panose="02040602050305030304" pitchFamily="18" charset="0"/>
              </a:rPr>
              <a:t>"Priya and Tom's restaurant opened in March," the reviewer wrote, "and both chefs' signature dishes are already famous."</a:t>
            </a:r>
          </a:p>
        </p:txBody>
      </p:sp>
      <p:sp>
        <p:nvSpPr>
          <p:cNvPr id="133" name="object 34"/>
          <p:cNvSpPr txBox="1"/>
          <p:nvPr/>
        </p:nvSpPr>
        <p:spPr>
          <a:xfrm>
            <a:off x="1517904" y="7004304"/>
            <a:ext cx="5897880" cy="438912"/>
          </a:xfrm>
          <a:prstGeom prst="rect">
            <a:avLst/>
          </a:prstGeom>
        </p:spPr>
        <p:txBody>
          <a:bodyPr vert="horz" wrap="square" lIns="0" tIns="12700" rIns="0" bIns="0" rtlCol="0">
            <a:spAutoFit/>
          </a:bodyPr>
          <a:lstStyle/>
          <a:p>
            <a:pPr algn="just">
              <a:lnSpc>
                <a:spcPct val="100000"/>
              </a:lnSpc>
            </a:pPr>
            <a:r>
              <a:rPr lang="en-US" sz="1100" dirty="0">
                <a:latin typeface="Book Antiqua" panose="02040602050305030304" pitchFamily="18" charset="0"/>
              </a:rPr>
              <a:t>"Priya and Tom's restaurant opened in March" the reviewer wrote, "and both chefs signature dishes are already famous."</a:t>
            </a:r>
          </a:p>
        </p:txBody>
      </p:sp>
      <p:sp>
        <p:nvSpPr>
          <p:cNvPr id="132" name="object 34"/>
          <p:cNvSpPr txBox="1"/>
          <p:nvPr/>
        </p:nvSpPr>
        <p:spPr>
          <a:xfrm>
            <a:off x="1517904" y="6547104"/>
            <a:ext cx="5897880" cy="438912"/>
          </a:xfrm>
          <a:prstGeom prst="rect">
            <a:avLst/>
          </a:prstGeom>
        </p:spPr>
        <p:txBody>
          <a:bodyPr vert="horz" wrap="square" lIns="0" tIns="12700" rIns="0" bIns="0" rtlCol="0">
            <a:spAutoFit/>
          </a:bodyPr>
          <a:lstStyle/>
          <a:p>
            <a:pPr algn="just">
              <a:lnSpc>
                <a:spcPct val="100000"/>
              </a:lnSpc>
            </a:pPr>
            <a:r>
              <a:rPr lang="en-US" sz="1100" dirty="0">
                <a:latin typeface="Book Antiqua" panose="02040602050305030304" pitchFamily="18" charset="0"/>
              </a:rPr>
              <a:t>"Priya's and Tom's restaurant opened in March," the reviewer wrote, "and both chef's signature dishes are already famous."</a:t>
            </a:r>
          </a:p>
        </p:txBody>
      </p:sp>
      <p:sp>
        <p:nvSpPr>
          <p:cNvPr id="131" name="object 34"/>
          <p:cNvSpPr txBox="1"/>
          <p:nvPr/>
        </p:nvSpPr>
        <p:spPr>
          <a:xfrm>
            <a:off x="1517904" y="8860536"/>
            <a:ext cx="5897880" cy="265176"/>
          </a:xfrm>
          <a:prstGeom prst="rect">
            <a:avLst/>
          </a:prstGeom>
        </p:spPr>
        <p:txBody>
          <a:bodyPr vert="horz" wrap="square" lIns="0" tIns="12700" rIns="0" bIns="0" rtlCol="0">
            <a:spAutoFit/>
          </a:bodyPr>
          <a:lstStyle/>
          <a:p>
            <a:pPr algn="just">
              <a:lnSpc>
                <a:spcPct val="100000"/>
              </a:lnSpc>
            </a:pPr>
            <a:r>
              <a:rPr lang="en-US" sz="1100" dirty="0">
                <a:latin typeface="Book Antiqua" panose="02040602050305030304" pitchFamily="18" charset="0"/>
              </a:rPr>
              <a:t>"Did anyone see the drivers face"? the detective asked. "Even a glimpse could help."</a:t>
            </a:r>
          </a:p>
        </p:txBody>
      </p:sp>
      <p:sp>
        <p:nvSpPr>
          <p:cNvPr id="137" name="object 34"/>
          <p:cNvSpPr txBox="1"/>
          <p:nvPr/>
        </p:nvSpPr>
        <p:spPr>
          <a:xfrm>
            <a:off x="1517904" y="9427464"/>
            <a:ext cx="5897880" cy="265176"/>
          </a:xfrm>
          <a:prstGeom prst="rect">
            <a:avLst/>
          </a:prstGeom>
        </p:spPr>
        <p:txBody>
          <a:bodyPr vert="horz" wrap="square" lIns="0" tIns="12700" rIns="0" bIns="0" rtlCol="0">
            <a:spAutoFit/>
          </a:bodyPr>
          <a:lstStyle/>
          <a:p>
            <a:pPr algn="just">
              <a:lnSpc>
                <a:spcPct val="100000"/>
              </a:lnSpc>
            </a:pPr>
            <a:r>
              <a:rPr lang="en-US" sz="1100" dirty="0">
                <a:latin typeface="Book Antiqua" panose="02040602050305030304" pitchFamily="18" charset="0"/>
              </a:rPr>
              <a:t>"Did anyone see the driver's face?" the detective asked. "Even a glimpse could help."</a:t>
            </a:r>
          </a:p>
        </p:txBody>
      </p:sp>
      <p:sp>
        <p:nvSpPr>
          <p:cNvPr id="136" name="object 34"/>
          <p:cNvSpPr txBox="1"/>
          <p:nvPr/>
        </p:nvSpPr>
        <p:spPr>
          <a:xfrm>
            <a:off x="1517904" y="9144000"/>
            <a:ext cx="5897880" cy="265176"/>
          </a:xfrm>
          <a:prstGeom prst="rect">
            <a:avLst/>
          </a:prstGeom>
        </p:spPr>
        <p:txBody>
          <a:bodyPr vert="horz" wrap="square" lIns="0" tIns="12700" rIns="0" bIns="0" rtlCol="0">
            <a:spAutoFit/>
          </a:bodyPr>
          <a:lstStyle/>
          <a:p>
            <a:pPr algn="just">
              <a:lnSpc>
                <a:spcPct val="100000"/>
              </a:lnSpc>
            </a:pPr>
            <a:r>
              <a:rPr lang="en-US" sz="1100" dirty="0">
                <a:latin typeface="Book Antiqua" panose="02040602050305030304" pitchFamily="18" charset="0"/>
              </a:rPr>
              <a:t>"Did anyone see the driver's face?," the detective asked, "even a glimpse could help."</a:t>
            </a:r>
          </a:p>
        </p:txBody>
      </p:sp>
      <p:sp>
        <p:nvSpPr>
          <p:cNvPr id="130" name="object 34"/>
          <p:cNvSpPr txBox="1"/>
          <p:nvPr/>
        </p:nvSpPr>
        <p:spPr>
          <a:xfrm>
            <a:off x="1517904" y="7735824"/>
            <a:ext cx="5897880" cy="265176"/>
          </a:xfrm>
          <a:prstGeom prst="rect">
            <a:avLst/>
          </a:prstGeom>
        </p:spPr>
        <p:txBody>
          <a:bodyPr vert="horz" wrap="square" lIns="0" tIns="12700" rIns="0" bIns="0" rtlCol="0">
            <a:spAutoFit/>
          </a:bodyPr>
          <a:lstStyle/>
          <a:p>
            <a:pPr algn="just">
              <a:lnSpc>
                <a:spcPct val="100000"/>
              </a:lnSpc>
            </a:pPr>
            <a:r>
              <a:rPr lang="en-US" sz="1100" dirty="0">
                <a:latin typeface="Book Antiqua" panose="02040602050305030304" pitchFamily="18" charset="0"/>
              </a:rPr>
              <a:t>"The childrens' drawings were hung in the Jones's hallway," the teacher explained.</a:t>
            </a:r>
          </a:p>
        </p:txBody>
      </p:sp>
      <p:sp>
        <p:nvSpPr>
          <p:cNvPr id="135" name="object 34"/>
          <p:cNvSpPr txBox="1"/>
          <p:nvPr/>
        </p:nvSpPr>
        <p:spPr>
          <a:xfrm>
            <a:off x="1517904" y="8302752"/>
            <a:ext cx="5897880" cy="265176"/>
          </a:xfrm>
          <a:prstGeom prst="rect">
            <a:avLst/>
          </a:prstGeom>
        </p:spPr>
        <p:txBody>
          <a:bodyPr vert="horz" wrap="square" lIns="0" tIns="12700" rIns="0" bIns="0" rtlCol="0">
            <a:spAutoFit/>
          </a:bodyPr>
          <a:lstStyle/>
          <a:p>
            <a:pPr algn="just">
              <a:lnSpc>
                <a:spcPct val="100000"/>
              </a:lnSpc>
            </a:pPr>
            <a:r>
              <a:rPr lang="en-US" sz="1100" dirty="0">
                <a:latin typeface="Book Antiqua" panose="02040602050305030304" pitchFamily="18" charset="0"/>
              </a:rPr>
              <a:t>"The children's drawings were hung in the Jone's hallway", the teacher explained.</a:t>
            </a:r>
          </a:p>
        </p:txBody>
      </p:sp>
      <p:sp>
        <p:nvSpPr>
          <p:cNvPr id="134" name="object 34"/>
          <p:cNvSpPr txBox="1"/>
          <p:nvPr/>
        </p:nvSpPr>
        <p:spPr>
          <a:xfrm>
            <a:off x="1517904" y="8019288"/>
            <a:ext cx="5897880" cy="265176"/>
          </a:xfrm>
          <a:prstGeom prst="rect">
            <a:avLst/>
          </a:prstGeom>
        </p:spPr>
        <p:txBody>
          <a:bodyPr vert="horz" wrap="square" lIns="0" tIns="12700" rIns="0" bIns="0" rtlCol="0">
            <a:spAutoFit/>
          </a:bodyPr>
          <a:lstStyle/>
          <a:p>
            <a:pPr algn="just">
              <a:lnSpc>
                <a:spcPct val="100000"/>
              </a:lnSpc>
            </a:pPr>
            <a:r>
              <a:rPr lang="en-US" sz="1100" dirty="0">
                <a:latin typeface="Book Antiqua" panose="02040602050305030304" pitchFamily="18" charset="0"/>
              </a:rPr>
              <a:t>"The children's drawings were hung in the Joneses' hallway," the teacher explained.</a:t>
            </a:r>
          </a:p>
        </p:txBody>
      </p:sp>
      <p:pic>
        <p:nvPicPr>
          <p:cNvPr id="48" name="object 41">
            <a:extLst>
              <a:ext uri="{FF2B5EF4-FFF2-40B4-BE49-F238E27FC236}">
                <a16:creationId xmlns:a16="http://schemas.microsoft.com/office/drawing/2014/main" id="{8F6761A1-9D5E-E985-6C6A-44F371EDD640}"/>
              </a:ext>
            </a:extLst>
          </p:cNvPr>
          <p:cNvPicPr/>
          <p:nvPr/>
        </p:nvPicPr>
        <p:blipFill>
          <a:blip r:embed="rId2" cstate="print"/>
          <a:stretch>
            <a:fillRect/>
          </a:stretch>
        </p:blipFill>
        <p:spPr>
          <a:xfrm>
            <a:off x="1247634" y="6134608"/>
            <a:ext cx="179997" cy="108000"/>
          </a:xfrm>
          <a:prstGeom prst="rect">
            <a:avLst/>
          </a:prstGeom>
        </p:spPr>
      </p:pic>
      <p:pic>
        <p:nvPicPr>
          <p:cNvPr id="49" name="object 41">
            <a:extLst>
              <a:ext uri="{FF2B5EF4-FFF2-40B4-BE49-F238E27FC236}">
                <a16:creationId xmlns:a16="http://schemas.microsoft.com/office/drawing/2014/main" id="{67745873-50D0-1B8E-2996-E32F0DEC5287}"/>
              </a:ext>
            </a:extLst>
          </p:cNvPr>
          <p:cNvPicPr/>
          <p:nvPr/>
        </p:nvPicPr>
        <p:blipFill>
          <a:blip r:embed="rId2" cstate="print"/>
          <a:stretch>
            <a:fillRect/>
          </a:stretch>
        </p:blipFill>
        <p:spPr>
          <a:xfrm>
            <a:off x="1247296" y="6591808"/>
            <a:ext cx="179997" cy="108000"/>
          </a:xfrm>
          <a:prstGeom prst="rect">
            <a:avLst/>
          </a:prstGeom>
        </p:spPr>
      </p:pic>
      <p:pic>
        <p:nvPicPr>
          <p:cNvPr id="50" name="object 41">
            <a:extLst>
              <a:ext uri="{FF2B5EF4-FFF2-40B4-BE49-F238E27FC236}">
                <a16:creationId xmlns:a16="http://schemas.microsoft.com/office/drawing/2014/main" id="{DE604E9C-F5CF-09AC-3356-90548D37FA87}"/>
              </a:ext>
            </a:extLst>
          </p:cNvPr>
          <p:cNvPicPr/>
          <p:nvPr/>
        </p:nvPicPr>
        <p:blipFill>
          <a:blip r:embed="rId2" cstate="print"/>
          <a:stretch>
            <a:fillRect/>
          </a:stretch>
        </p:blipFill>
        <p:spPr>
          <a:xfrm>
            <a:off x="1247634" y="7049008"/>
            <a:ext cx="179997" cy="108000"/>
          </a:xfrm>
          <a:prstGeom prst="rect">
            <a:avLst/>
          </a:prstGeom>
        </p:spPr>
      </p:pic>
      <p:sp>
        <p:nvSpPr>
          <p:cNvPr id="52" name="Rectangle: Top Corners Snipped 51">
            <a:extLst>
              <a:ext uri="{FF2B5EF4-FFF2-40B4-BE49-F238E27FC236}">
                <a16:creationId xmlns:a16="http://schemas.microsoft.com/office/drawing/2014/main" id="{CD4197E1-6C3E-145D-52AA-B348D4E76679}"/>
              </a:ext>
            </a:extLst>
          </p:cNvPr>
          <p:cNvSpPr/>
          <p:nvPr/>
        </p:nvSpPr>
        <p:spPr>
          <a:xfrm rot="5400000">
            <a:off x="692829" y="601675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3" name="TextBox 52">
            <a:extLst>
              <a:ext uri="{FF2B5EF4-FFF2-40B4-BE49-F238E27FC236}">
                <a16:creationId xmlns:a16="http://schemas.microsoft.com/office/drawing/2014/main" id="{EAB39B6C-6CAD-946C-0B91-9BAC910D7688}"/>
              </a:ext>
            </a:extLst>
          </p:cNvPr>
          <p:cNvSpPr txBox="1"/>
          <p:nvPr/>
        </p:nvSpPr>
        <p:spPr>
          <a:xfrm>
            <a:off x="653163" y="6112764"/>
            <a:ext cx="374237" cy="276999"/>
          </a:xfrm>
          <a:prstGeom prst="rect">
            <a:avLst/>
          </a:prstGeom>
          <a:noFill/>
        </p:spPr>
        <p:txBody>
          <a:bodyPr wrap="square" rtlCol="0">
            <a:spAutoFit/>
          </a:bodyPr>
          <a:lstStyle/>
          <a:p>
            <a:r>
              <a:rPr lang="en-AU" sz="1200" b="1" spc="-50" dirty="0">
                <a:solidFill>
                  <a:srgbClr val="231F20"/>
                </a:solidFill>
                <a:latin typeface="Arial"/>
                <a:cs typeface="Arial"/>
              </a:rPr>
              <a:t>18</a:t>
            </a:r>
            <a:endParaRPr lang="en-AU" sz="1200" dirty="0"/>
          </a:p>
        </p:txBody>
      </p:sp>
      <p:sp>
        <p:nvSpPr>
          <p:cNvPr id="57" name="TextBox 56">
            <a:extLst>
              <a:ext uri="{FF2B5EF4-FFF2-40B4-BE49-F238E27FC236}">
                <a16:creationId xmlns:a16="http://schemas.microsoft.com/office/drawing/2014/main" id="{1A5F7A32-42BF-0DA6-51A5-44D79ADC49DC}"/>
              </a:ext>
            </a:extLst>
          </p:cNvPr>
          <p:cNvSpPr txBox="1"/>
          <p:nvPr/>
        </p:nvSpPr>
        <p:spPr>
          <a:xfrm>
            <a:off x="684148" y="2106777"/>
            <a:ext cx="6776437" cy="276999"/>
          </a:xfrm>
          <a:prstGeom prst="rect">
            <a:avLst/>
          </a:prstGeom>
          <a:noFill/>
        </p:spPr>
        <p:txBody>
          <a:bodyPr wrap="square">
            <a:spAutoFit/>
          </a:bodyPr>
          <a:lstStyle/>
          <a:p>
            <a:r>
              <a:rPr lang="en-US" sz="1200" b="1" dirty="0">
                <a:solidFill>
                  <a:srgbClr val="231F20"/>
                </a:solidFill>
                <a:latin typeface="Book Antiqua" panose="02040602050305030304" pitchFamily="18" charset="0"/>
                <a:ea typeface="Cambria" panose="02040503050406030204" pitchFamily="18" charset="0"/>
              </a:rPr>
              <a:t>Identify the most appropriate word for the missing space in each sentence.</a:t>
            </a:r>
            <a:endParaRPr lang="en-AU" sz="1200" dirty="0"/>
          </a:p>
        </p:txBody>
      </p:sp>
      <p:sp>
        <p:nvSpPr>
          <p:cNvPr id="58" name="Rectangle: Top Corners Snipped 57">
            <a:extLst>
              <a:ext uri="{FF2B5EF4-FFF2-40B4-BE49-F238E27FC236}">
                <a16:creationId xmlns:a16="http://schemas.microsoft.com/office/drawing/2014/main" id="{A72E9E58-4ED2-0063-C784-C15378F7DFFE}"/>
              </a:ext>
            </a:extLst>
          </p:cNvPr>
          <p:cNvSpPr/>
          <p:nvPr/>
        </p:nvSpPr>
        <p:spPr>
          <a:xfrm rot="5400000">
            <a:off x="700922" y="239938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9" name="Rectangle: Top Corners Snipped 58">
            <a:extLst>
              <a:ext uri="{FF2B5EF4-FFF2-40B4-BE49-F238E27FC236}">
                <a16:creationId xmlns:a16="http://schemas.microsoft.com/office/drawing/2014/main" id="{19F69E77-31DA-9F2E-4DCC-6786D0C2C5F9}"/>
              </a:ext>
            </a:extLst>
          </p:cNvPr>
          <p:cNvSpPr/>
          <p:nvPr/>
        </p:nvSpPr>
        <p:spPr>
          <a:xfrm rot="5400000">
            <a:off x="710286" y="315285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1" name="Rectangle: Top Corners Snipped 60">
            <a:extLst>
              <a:ext uri="{FF2B5EF4-FFF2-40B4-BE49-F238E27FC236}">
                <a16:creationId xmlns:a16="http://schemas.microsoft.com/office/drawing/2014/main" id="{09C9A93F-4D45-EA1D-CCB2-B187441662B9}"/>
              </a:ext>
            </a:extLst>
          </p:cNvPr>
          <p:cNvSpPr/>
          <p:nvPr/>
        </p:nvSpPr>
        <p:spPr>
          <a:xfrm rot="5400000">
            <a:off x="711122" y="465978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2" name="Rectangle: Top Corners Snipped 61">
            <a:extLst>
              <a:ext uri="{FF2B5EF4-FFF2-40B4-BE49-F238E27FC236}">
                <a16:creationId xmlns:a16="http://schemas.microsoft.com/office/drawing/2014/main" id="{894603A6-5AE3-5116-6F15-9BBE45775DB3}"/>
              </a:ext>
            </a:extLst>
          </p:cNvPr>
          <p:cNvSpPr/>
          <p:nvPr/>
        </p:nvSpPr>
        <p:spPr>
          <a:xfrm rot="5400000">
            <a:off x="708397" y="390631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3" name="object 34">
            <a:extLst>
              <a:ext uri="{FF2B5EF4-FFF2-40B4-BE49-F238E27FC236}">
                <a16:creationId xmlns:a16="http://schemas.microsoft.com/office/drawing/2014/main" id="{26EE46A5-3910-783B-FB06-A0AF7D8F6FE4}"/>
              </a:ext>
            </a:extLst>
          </p:cNvPr>
          <p:cNvSpPr txBox="1"/>
          <p:nvPr/>
        </p:nvSpPr>
        <p:spPr>
          <a:xfrm>
            <a:off x="1188720" y="4687214"/>
            <a:ext cx="6309360" cy="470001"/>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The link between the two murders was _____ at best: a shared surname and a single blurry photograph.</a:t>
            </a:r>
            <a:endParaRPr sz="1200" b="1" dirty="0">
              <a:latin typeface="Book Antiqua" panose="02040602050305030304" pitchFamily="18" charset="0"/>
              <a:cs typeface="Cambria"/>
            </a:endParaRPr>
          </a:p>
        </p:txBody>
      </p:sp>
      <p:pic>
        <p:nvPicPr>
          <p:cNvPr id="65" name="object 41">
            <a:extLst>
              <a:ext uri="{FF2B5EF4-FFF2-40B4-BE49-F238E27FC236}">
                <a16:creationId xmlns:a16="http://schemas.microsoft.com/office/drawing/2014/main" id="{54893BF0-63C4-970F-C36B-9D2C1EB67E7D}"/>
              </a:ext>
            </a:extLst>
          </p:cNvPr>
          <p:cNvPicPr/>
          <p:nvPr/>
        </p:nvPicPr>
        <p:blipFill>
          <a:blip r:embed="rId2" cstate="print"/>
          <a:stretch>
            <a:fillRect/>
          </a:stretch>
        </p:blipFill>
        <p:spPr>
          <a:xfrm>
            <a:off x="1232513" y="2896819"/>
            <a:ext cx="179997" cy="108000"/>
          </a:xfrm>
          <a:prstGeom prst="rect">
            <a:avLst/>
          </a:prstGeom>
        </p:spPr>
      </p:pic>
      <p:pic>
        <p:nvPicPr>
          <p:cNvPr id="66" name="object 41">
            <a:extLst>
              <a:ext uri="{FF2B5EF4-FFF2-40B4-BE49-F238E27FC236}">
                <a16:creationId xmlns:a16="http://schemas.microsoft.com/office/drawing/2014/main" id="{19DFB0D5-6B5F-77C9-D8A6-2E51685C26F4}"/>
              </a:ext>
            </a:extLst>
          </p:cNvPr>
          <p:cNvPicPr/>
          <p:nvPr/>
        </p:nvPicPr>
        <p:blipFill>
          <a:blip r:embed="rId2" cstate="print"/>
          <a:stretch>
            <a:fillRect/>
          </a:stretch>
        </p:blipFill>
        <p:spPr>
          <a:xfrm>
            <a:off x="2387021" y="2896819"/>
            <a:ext cx="179997" cy="108000"/>
          </a:xfrm>
          <a:prstGeom prst="rect">
            <a:avLst/>
          </a:prstGeom>
        </p:spPr>
      </p:pic>
      <p:sp>
        <p:nvSpPr>
          <p:cNvPr id="67" name="object 34">
            <a:extLst>
              <a:ext uri="{FF2B5EF4-FFF2-40B4-BE49-F238E27FC236}">
                <a16:creationId xmlns:a16="http://schemas.microsoft.com/office/drawing/2014/main" id="{572C0025-1C5E-E700-B342-B63D0A419664}"/>
              </a:ext>
            </a:extLst>
          </p:cNvPr>
          <p:cNvSpPr txBox="1"/>
          <p:nvPr/>
        </p:nvSpPr>
        <p:spPr>
          <a:xfrm>
            <a:off x="1526189" y="2860243"/>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emotive</a:t>
            </a:r>
            <a:endParaRPr sz="1200" dirty="0">
              <a:latin typeface="Book Antiqua" panose="02040602050305030304" pitchFamily="18" charset="0"/>
              <a:cs typeface="Cambria"/>
            </a:endParaRPr>
          </a:p>
        </p:txBody>
      </p:sp>
      <p:sp>
        <p:nvSpPr>
          <p:cNvPr id="68" name="object 34">
            <a:extLst>
              <a:ext uri="{FF2B5EF4-FFF2-40B4-BE49-F238E27FC236}">
                <a16:creationId xmlns:a16="http://schemas.microsoft.com/office/drawing/2014/main" id="{52E74F46-9F57-B303-95FD-9D30B7F75123}"/>
              </a:ext>
            </a:extLst>
          </p:cNvPr>
          <p:cNvSpPr txBox="1"/>
          <p:nvPr/>
        </p:nvSpPr>
        <p:spPr>
          <a:xfrm>
            <a:off x="2723163" y="2860243"/>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convoluted</a:t>
            </a:r>
            <a:endParaRPr sz="1200" dirty="0">
              <a:latin typeface="Book Antiqua" panose="02040602050305030304" pitchFamily="18" charset="0"/>
              <a:cs typeface="Cambria"/>
            </a:endParaRPr>
          </a:p>
        </p:txBody>
      </p:sp>
      <p:pic>
        <p:nvPicPr>
          <p:cNvPr id="69" name="object 41">
            <a:extLst>
              <a:ext uri="{FF2B5EF4-FFF2-40B4-BE49-F238E27FC236}">
                <a16:creationId xmlns:a16="http://schemas.microsoft.com/office/drawing/2014/main" id="{8180EB6E-8532-C974-3A6A-253712F48ED5}"/>
              </a:ext>
            </a:extLst>
          </p:cNvPr>
          <p:cNvPicPr/>
          <p:nvPr/>
        </p:nvPicPr>
        <p:blipFill>
          <a:blip r:embed="rId2" cstate="print"/>
          <a:stretch>
            <a:fillRect/>
          </a:stretch>
        </p:blipFill>
        <p:spPr>
          <a:xfrm>
            <a:off x="3769756" y="2896819"/>
            <a:ext cx="179997" cy="108000"/>
          </a:xfrm>
          <a:prstGeom prst="rect">
            <a:avLst/>
          </a:prstGeom>
        </p:spPr>
      </p:pic>
      <p:sp>
        <p:nvSpPr>
          <p:cNvPr id="71" name="object 34">
            <a:extLst>
              <a:ext uri="{FF2B5EF4-FFF2-40B4-BE49-F238E27FC236}">
                <a16:creationId xmlns:a16="http://schemas.microsoft.com/office/drawing/2014/main" id="{69E330BD-2F19-C829-4439-83BECA24844F}"/>
              </a:ext>
            </a:extLst>
          </p:cNvPr>
          <p:cNvSpPr txBox="1"/>
          <p:nvPr/>
        </p:nvSpPr>
        <p:spPr>
          <a:xfrm>
            <a:off x="1188720" y="2426817"/>
            <a:ext cx="6309360" cy="470001"/>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The first speaker's argument was so _____ that even the opposing team privately conceded its logic.</a:t>
            </a:r>
            <a:endParaRPr sz="1200" dirty="0">
              <a:latin typeface="Book Antiqua" panose="02040602050305030304" pitchFamily="18" charset="0"/>
              <a:cs typeface="Cambria"/>
            </a:endParaRPr>
          </a:p>
        </p:txBody>
      </p:sp>
      <p:sp>
        <p:nvSpPr>
          <p:cNvPr id="72" name="object 34">
            <a:extLst>
              <a:ext uri="{FF2B5EF4-FFF2-40B4-BE49-F238E27FC236}">
                <a16:creationId xmlns:a16="http://schemas.microsoft.com/office/drawing/2014/main" id="{4DE428B8-164D-68E8-2A91-E075322A4BC4}"/>
              </a:ext>
            </a:extLst>
          </p:cNvPr>
          <p:cNvSpPr txBox="1"/>
          <p:nvPr/>
        </p:nvSpPr>
        <p:spPr>
          <a:xfrm>
            <a:off x="4145406" y="2860243"/>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cogent</a:t>
            </a:r>
            <a:endParaRPr sz="1200" dirty="0">
              <a:latin typeface="Book Antiqua" panose="02040602050305030304" pitchFamily="18" charset="0"/>
              <a:cs typeface="Cambria"/>
            </a:endParaRPr>
          </a:p>
        </p:txBody>
      </p:sp>
      <p:sp>
        <p:nvSpPr>
          <p:cNvPr id="73" name="object 34">
            <a:extLst>
              <a:ext uri="{FF2B5EF4-FFF2-40B4-BE49-F238E27FC236}">
                <a16:creationId xmlns:a16="http://schemas.microsoft.com/office/drawing/2014/main" id="{11AFA1B6-0FD6-D724-B862-FE3E73763597}"/>
              </a:ext>
            </a:extLst>
          </p:cNvPr>
          <p:cNvSpPr txBox="1"/>
          <p:nvPr/>
        </p:nvSpPr>
        <p:spPr>
          <a:xfrm>
            <a:off x="1188720" y="3180283"/>
            <a:ext cx="6309360" cy="470001"/>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Written in 1949, the novel now seems remarkably _____, predicting mass surveillance decades before the internet.</a:t>
            </a:r>
            <a:endParaRPr sz="1200" dirty="0">
              <a:latin typeface="Book Antiqua" panose="02040602050305030304" pitchFamily="18" charset="0"/>
              <a:cs typeface="Cambria"/>
            </a:endParaRPr>
          </a:p>
        </p:txBody>
      </p:sp>
      <p:sp>
        <p:nvSpPr>
          <p:cNvPr id="74" name="object 34">
            <a:extLst>
              <a:ext uri="{FF2B5EF4-FFF2-40B4-BE49-F238E27FC236}">
                <a16:creationId xmlns:a16="http://schemas.microsoft.com/office/drawing/2014/main" id="{DC10C439-8EE8-C146-AD1D-9D4F12C2A175}"/>
              </a:ext>
            </a:extLst>
          </p:cNvPr>
          <p:cNvSpPr txBox="1"/>
          <p:nvPr/>
        </p:nvSpPr>
        <p:spPr>
          <a:xfrm>
            <a:off x="1188720" y="3933748"/>
            <a:ext cx="6309360" cy="470001"/>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Resistance fighters held _____ meetings in cellars and attics, hidden from the occupying army.</a:t>
            </a:r>
            <a:endParaRPr sz="1200" dirty="0">
              <a:latin typeface="Book Antiqua" panose="02040602050305030304" pitchFamily="18" charset="0"/>
              <a:cs typeface="Cambria"/>
            </a:endParaRPr>
          </a:p>
        </p:txBody>
      </p:sp>
      <p:sp>
        <p:nvSpPr>
          <p:cNvPr id="75" name="TextBox 74">
            <a:extLst>
              <a:ext uri="{FF2B5EF4-FFF2-40B4-BE49-F238E27FC236}">
                <a16:creationId xmlns:a16="http://schemas.microsoft.com/office/drawing/2014/main" id="{4695E633-0092-FE22-B40E-B1055402496A}"/>
              </a:ext>
            </a:extLst>
          </p:cNvPr>
          <p:cNvSpPr txBox="1"/>
          <p:nvPr/>
        </p:nvSpPr>
        <p:spPr>
          <a:xfrm>
            <a:off x="701195" y="2495397"/>
            <a:ext cx="347022" cy="276999"/>
          </a:xfrm>
          <a:prstGeom prst="rect">
            <a:avLst/>
          </a:prstGeom>
          <a:noFill/>
        </p:spPr>
        <p:txBody>
          <a:bodyPr wrap="square" rtlCol="0">
            <a:spAutoFit/>
          </a:bodyPr>
          <a:lstStyle/>
          <a:p>
            <a:r>
              <a:rPr lang="en-AU" sz="1200" b="1" spc="-50" dirty="0">
                <a:solidFill>
                  <a:srgbClr val="231F20"/>
                </a:solidFill>
                <a:latin typeface="Arial"/>
                <a:cs typeface="Arial"/>
              </a:rPr>
              <a:t>14</a:t>
            </a:r>
            <a:endParaRPr lang="en-AU" sz="1200" dirty="0"/>
          </a:p>
        </p:txBody>
      </p:sp>
      <p:sp>
        <p:nvSpPr>
          <p:cNvPr id="76" name="TextBox 75">
            <a:extLst>
              <a:ext uri="{FF2B5EF4-FFF2-40B4-BE49-F238E27FC236}">
                <a16:creationId xmlns:a16="http://schemas.microsoft.com/office/drawing/2014/main" id="{4433482D-2F65-8E47-6416-94D4C84AB442}"/>
              </a:ext>
            </a:extLst>
          </p:cNvPr>
          <p:cNvSpPr txBox="1"/>
          <p:nvPr/>
        </p:nvSpPr>
        <p:spPr>
          <a:xfrm>
            <a:off x="713824" y="3248863"/>
            <a:ext cx="347022" cy="276999"/>
          </a:xfrm>
          <a:prstGeom prst="rect">
            <a:avLst/>
          </a:prstGeom>
          <a:noFill/>
        </p:spPr>
        <p:txBody>
          <a:bodyPr wrap="square" rtlCol="0">
            <a:spAutoFit/>
          </a:bodyPr>
          <a:lstStyle/>
          <a:p>
            <a:r>
              <a:rPr lang="en-AU" sz="1200" b="1" spc="-50" dirty="0">
                <a:solidFill>
                  <a:srgbClr val="231F20"/>
                </a:solidFill>
                <a:latin typeface="Arial"/>
                <a:cs typeface="Arial"/>
              </a:rPr>
              <a:t>15</a:t>
            </a:r>
            <a:endParaRPr lang="en-AU" sz="1200" dirty="0"/>
          </a:p>
        </p:txBody>
      </p:sp>
      <p:sp>
        <p:nvSpPr>
          <p:cNvPr id="77" name="TextBox 76">
            <a:extLst>
              <a:ext uri="{FF2B5EF4-FFF2-40B4-BE49-F238E27FC236}">
                <a16:creationId xmlns:a16="http://schemas.microsoft.com/office/drawing/2014/main" id="{252C2C41-BD3D-36D4-B23E-891BF011556E}"/>
              </a:ext>
            </a:extLst>
          </p:cNvPr>
          <p:cNvSpPr txBox="1"/>
          <p:nvPr/>
        </p:nvSpPr>
        <p:spPr>
          <a:xfrm>
            <a:off x="717803" y="4002328"/>
            <a:ext cx="347022" cy="276999"/>
          </a:xfrm>
          <a:prstGeom prst="rect">
            <a:avLst/>
          </a:prstGeom>
          <a:noFill/>
        </p:spPr>
        <p:txBody>
          <a:bodyPr wrap="square" rtlCol="0">
            <a:spAutoFit/>
          </a:bodyPr>
          <a:lstStyle/>
          <a:p>
            <a:r>
              <a:rPr lang="en-AU" sz="1200" b="1" spc="-50" dirty="0">
                <a:solidFill>
                  <a:srgbClr val="231F20"/>
                </a:solidFill>
                <a:latin typeface="Arial"/>
                <a:cs typeface="Arial"/>
              </a:rPr>
              <a:t>16</a:t>
            </a:r>
            <a:endParaRPr lang="en-AU" sz="1200" dirty="0"/>
          </a:p>
        </p:txBody>
      </p:sp>
      <p:sp>
        <p:nvSpPr>
          <p:cNvPr id="78" name="TextBox 77">
            <a:extLst>
              <a:ext uri="{FF2B5EF4-FFF2-40B4-BE49-F238E27FC236}">
                <a16:creationId xmlns:a16="http://schemas.microsoft.com/office/drawing/2014/main" id="{F6E15E66-2EBE-45A4-CF4C-6493A7319409}"/>
              </a:ext>
            </a:extLst>
          </p:cNvPr>
          <p:cNvSpPr txBox="1"/>
          <p:nvPr/>
        </p:nvSpPr>
        <p:spPr>
          <a:xfrm>
            <a:off x="704399" y="4755794"/>
            <a:ext cx="347022" cy="276999"/>
          </a:xfrm>
          <a:prstGeom prst="rect">
            <a:avLst/>
          </a:prstGeom>
          <a:noFill/>
        </p:spPr>
        <p:txBody>
          <a:bodyPr wrap="square" rtlCol="0">
            <a:spAutoFit/>
          </a:bodyPr>
          <a:lstStyle/>
          <a:p>
            <a:r>
              <a:rPr lang="en-AU" sz="1200" b="1" spc="-50" dirty="0">
                <a:solidFill>
                  <a:srgbClr val="231F20"/>
                </a:solidFill>
                <a:latin typeface="Arial"/>
                <a:cs typeface="Arial"/>
              </a:rPr>
              <a:t>17</a:t>
            </a:r>
            <a:endParaRPr lang="en-AU" sz="1200" dirty="0"/>
          </a:p>
        </p:txBody>
      </p:sp>
      <p:pic>
        <p:nvPicPr>
          <p:cNvPr id="82" name="object 41">
            <a:extLst>
              <a:ext uri="{FF2B5EF4-FFF2-40B4-BE49-F238E27FC236}">
                <a16:creationId xmlns:a16="http://schemas.microsoft.com/office/drawing/2014/main" id="{E600552C-B7F3-2EB1-796E-8358B770E4BA}"/>
              </a:ext>
            </a:extLst>
          </p:cNvPr>
          <p:cNvPicPr/>
          <p:nvPr/>
        </p:nvPicPr>
        <p:blipFill>
          <a:blip r:embed="rId2" cstate="print"/>
          <a:stretch>
            <a:fillRect/>
          </a:stretch>
        </p:blipFill>
        <p:spPr>
          <a:xfrm>
            <a:off x="5057483" y="2896819"/>
            <a:ext cx="179997" cy="108000"/>
          </a:xfrm>
          <a:prstGeom prst="rect">
            <a:avLst/>
          </a:prstGeom>
        </p:spPr>
      </p:pic>
      <p:sp>
        <p:nvSpPr>
          <p:cNvPr id="83" name="object 34">
            <a:extLst>
              <a:ext uri="{FF2B5EF4-FFF2-40B4-BE49-F238E27FC236}">
                <a16:creationId xmlns:a16="http://schemas.microsoft.com/office/drawing/2014/main" id="{83A213F4-D4AE-6F97-FE58-B2882CEBFB8F}"/>
              </a:ext>
            </a:extLst>
          </p:cNvPr>
          <p:cNvSpPr txBox="1"/>
          <p:nvPr/>
        </p:nvSpPr>
        <p:spPr>
          <a:xfrm>
            <a:off x="5433133" y="2860243"/>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verbose</a:t>
            </a:r>
            <a:endParaRPr sz="1200" dirty="0">
              <a:latin typeface="Book Antiqua" panose="02040602050305030304" pitchFamily="18" charset="0"/>
              <a:cs typeface="Cambria"/>
            </a:endParaRPr>
          </a:p>
        </p:txBody>
      </p:sp>
      <p:pic>
        <p:nvPicPr>
          <p:cNvPr id="84" name="object 41">
            <a:extLst>
              <a:ext uri="{FF2B5EF4-FFF2-40B4-BE49-F238E27FC236}">
                <a16:creationId xmlns:a16="http://schemas.microsoft.com/office/drawing/2014/main" id="{21B49111-8131-C915-E056-6627A0C88077}"/>
              </a:ext>
            </a:extLst>
          </p:cNvPr>
          <p:cNvPicPr/>
          <p:nvPr/>
        </p:nvPicPr>
        <p:blipFill>
          <a:blip r:embed="rId2" cstate="print"/>
          <a:stretch>
            <a:fillRect/>
          </a:stretch>
        </p:blipFill>
        <p:spPr>
          <a:xfrm>
            <a:off x="1232513" y="3650284"/>
            <a:ext cx="179997" cy="108000"/>
          </a:xfrm>
          <a:prstGeom prst="rect">
            <a:avLst/>
          </a:prstGeom>
        </p:spPr>
      </p:pic>
      <p:pic>
        <p:nvPicPr>
          <p:cNvPr id="85" name="object 41">
            <a:extLst>
              <a:ext uri="{FF2B5EF4-FFF2-40B4-BE49-F238E27FC236}">
                <a16:creationId xmlns:a16="http://schemas.microsoft.com/office/drawing/2014/main" id="{B2E6FE86-B2CF-897F-D27E-5F10A001943F}"/>
              </a:ext>
            </a:extLst>
          </p:cNvPr>
          <p:cNvPicPr/>
          <p:nvPr/>
        </p:nvPicPr>
        <p:blipFill>
          <a:blip r:embed="rId2" cstate="print"/>
          <a:stretch>
            <a:fillRect/>
          </a:stretch>
        </p:blipFill>
        <p:spPr>
          <a:xfrm>
            <a:off x="2387021" y="3650284"/>
            <a:ext cx="179997" cy="108000"/>
          </a:xfrm>
          <a:prstGeom prst="rect">
            <a:avLst/>
          </a:prstGeom>
        </p:spPr>
      </p:pic>
      <p:sp>
        <p:nvSpPr>
          <p:cNvPr id="86" name="object 34">
            <a:extLst>
              <a:ext uri="{FF2B5EF4-FFF2-40B4-BE49-F238E27FC236}">
                <a16:creationId xmlns:a16="http://schemas.microsoft.com/office/drawing/2014/main" id="{D9A925B7-8773-1F54-FE0C-DCDF73FF1F42}"/>
              </a:ext>
            </a:extLst>
          </p:cNvPr>
          <p:cNvSpPr txBox="1"/>
          <p:nvPr/>
        </p:nvSpPr>
        <p:spPr>
          <a:xfrm>
            <a:off x="1526189" y="3613708"/>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prescient</a:t>
            </a:r>
            <a:endParaRPr sz="1200" dirty="0">
              <a:latin typeface="Book Antiqua" panose="02040602050305030304" pitchFamily="18" charset="0"/>
              <a:cs typeface="Cambria"/>
            </a:endParaRPr>
          </a:p>
        </p:txBody>
      </p:sp>
      <p:sp>
        <p:nvSpPr>
          <p:cNvPr id="87" name="object 34">
            <a:extLst>
              <a:ext uri="{FF2B5EF4-FFF2-40B4-BE49-F238E27FC236}">
                <a16:creationId xmlns:a16="http://schemas.microsoft.com/office/drawing/2014/main" id="{3A77160F-36EC-0E0A-92E6-6698BF1EF29B}"/>
              </a:ext>
            </a:extLst>
          </p:cNvPr>
          <p:cNvSpPr txBox="1"/>
          <p:nvPr/>
        </p:nvSpPr>
        <p:spPr>
          <a:xfrm>
            <a:off x="2723163" y="3613708"/>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nostalgic</a:t>
            </a:r>
            <a:endParaRPr sz="1200" dirty="0">
              <a:latin typeface="Book Antiqua" panose="02040602050305030304" pitchFamily="18" charset="0"/>
              <a:cs typeface="Cambria"/>
            </a:endParaRPr>
          </a:p>
        </p:txBody>
      </p:sp>
      <p:pic>
        <p:nvPicPr>
          <p:cNvPr id="88" name="object 41">
            <a:extLst>
              <a:ext uri="{FF2B5EF4-FFF2-40B4-BE49-F238E27FC236}">
                <a16:creationId xmlns:a16="http://schemas.microsoft.com/office/drawing/2014/main" id="{44EED0E4-1A43-0733-A033-D920545B1A16}"/>
              </a:ext>
            </a:extLst>
          </p:cNvPr>
          <p:cNvPicPr/>
          <p:nvPr/>
        </p:nvPicPr>
        <p:blipFill>
          <a:blip r:embed="rId2" cstate="print"/>
          <a:stretch>
            <a:fillRect/>
          </a:stretch>
        </p:blipFill>
        <p:spPr>
          <a:xfrm>
            <a:off x="3769756" y="3650284"/>
            <a:ext cx="179997" cy="108000"/>
          </a:xfrm>
          <a:prstGeom prst="rect">
            <a:avLst/>
          </a:prstGeom>
        </p:spPr>
      </p:pic>
      <p:sp>
        <p:nvSpPr>
          <p:cNvPr id="89" name="object 34">
            <a:extLst>
              <a:ext uri="{FF2B5EF4-FFF2-40B4-BE49-F238E27FC236}">
                <a16:creationId xmlns:a16="http://schemas.microsoft.com/office/drawing/2014/main" id="{72B6E746-194C-32B0-E2E6-FD2338509ECE}"/>
              </a:ext>
            </a:extLst>
          </p:cNvPr>
          <p:cNvSpPr txBox="1"/>
          <p:nvPr/>
        </p:nvSpPr>
        <p:spPr>
          <a:xfrm>
            <a:off x="4145406" y="3613708"/>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derivative</a:t>
            </a:r>
            <a:endParaRPr sz="1200" dirty="0">
              <a:latin typeface="Book Antiqua" panose="02040602050305030304" pitchFamily="18" charset="0"/>
              <a:cs typeface="Cambria"/>
            </a:endParaRPr>
          </a:p>
        </p:txBody>
      </p:sp>
      <p:pic>
        <p:nvPicPr>
          <p:cNvPr id="90" name="object 41">
            <a:extLst>
              <a:ext uri="{FF2B5EF4-FFF2-40B4-BE49-F238E27FC236}">
                <a16:creationId xmlns:a16="http://schemas.microsoft.com/office/drawing/2014/main" id="{6D4D3004-0EC2-E4F9-4CE5-9FF886CA5514}"/>
              </a:ext>
            </a:extLst>
          </p:cNvPr>
          <p:cNvPicPr/>
          <p:nvPr/>
        </p:nvPicPr>
        <p:blipFill>
          <a:blip r:embed="rId2" cstate="print"/>
          <a:stretch>
            <a:fillRect/>
          </a:stretch>
        </p:blipFill>
        <p:spPr>
          <a:xfrm>
            <a:off x="5057483" y="3650284"/>
            <a:ext cx="179997" cy="108000"/>
          </a:xfrm>
          <a:prstGeom prst="rect">
            <a:avLst/>
          </a:prstGeom>
        </p:spPr>
      </p:pic>
      <p:sp>
        <p:nvSpPr>
          <p:cNvPr id="91" name="object 34">
            <a:extLst>
              <a:ext uri="{FF2B5EF4-FFF2-40B4-BE49-F238E27FC236}">
                <a16:creationId xmlns:a16="http://schemas.microsoft.com/office/drawing/2014/main" id="{1CF608BB-3D9C-2B38-6013-0D97545F7860}"/>
              </a:ext>
            </a:extLst>
          </p:cNvPr>
          <p:cNvSpPr txBox="1"/>
          <p:nvPr/>
        </p:nvSpPr>
        <p:spPr>
          <a:xfrm>
            <a:off x="5433133" y="3613708"/>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archaic</a:t>
            </a:r>
            <a:endParaRPr sz="1200" dirty="0">
              <a:latin typeface="Book Antiqua" panose="02040602050305030304" pitchFamily="18" charset="0"/>
              <a:cs typeface="Cambria"/>
            </a:endParaRPr>
          </a:p>
        </p:txBody>
      </p:sp>
      <p:pic>
        <p:nvPicPr>
          <p:cNvPr id="92" name="object 41">
            <a:extLst>
              <a:ext uri="{FF2B5EF4-FFF2-40B4-BE49-F238E27FC236}">
                <a16:creationId xmlns:a16="http://schemas.microsoft.com/office/drawing/2014/main" id="{E6F13A12-2DD3-6315-12F5-F78C10AB060B}"/>
              </a:ext>
            </a:extLst>
          </p:cNvPr>
          <p:cNvPicPr/>
          <p:nvPr/>
        </p:nvPicPr>
        <p:blipFill>
          <a:blip r:embed="rId2" cstate="print"/>
          <a:stretch>
            <a:fillRect/>
          </a:stretch>
        </p:blipFill>
        <p:spPr>
          <a:xfrm>
            <a:off x="1230624" y="4403750"/>
            <a:ext cx="179997" cy="108000"/>
          </a:xfrm>
          <a:prstGeom prst="rect">
            <a:avLst/>
          </a:prstGeom>
        </p:spPr>
      </p:pic>
      <p:pic>
        <p:nvPicPr>
          <p:cNvPr id="93" name="object 41">
            <a:extLst>
              <a:ext uri="{FF2B5EF4-FFF2-40B4-BE49-F238E27FC236}">
                <a16:creationId xmlns:a16="http://schemas.microsoft.com/office/drawing/2014/main" id="{D18EDD61-7731-7B8F-A1CA-326B749EFA6B}"/>
              </a:ext>
            </a:extLst>
          </p:cNvPr>
          <p:cNvPicPr/>
          <p:nvPr/>
        </p:nvPicPr>
        <p:blipFill>
          <a:blip r:embed="rId2" cstate="print"/>
          <a:stretch>
            <a:fillRect/>
          </a:stretch>
        </p:blipFill>
        <p:spPr>
          <a:xfrm>
            <a:off x="2385132" y="4403750"/>
            <a:ext cx="179997" cy="108000"/>
          </a:xfrm>
          <a:prstGeom prst="rect">
            <a:avLst/>
          </a:prstGeom>
        </p:spPr>
      </p:pic>
      <p:sp>
        <p:nvSpPr>
          <p:cNvPr id="94" name="object 34">
            <a:extLst>
              <a:ext uri="{FF2B5EF4-FFF2-40B4-BE49-F238E27FC236}">
                <a16:creationId xmlns:a16="http://schemas.microsoft.com/office/drawing/2014/main" id="{25DAC87B-DD0F-B054-623E-79158DB816CC}"/>
              </a:ext>
            </a:extLst>
          </p:cNvPr>
          <p:cNvSpPr txBox="1"/>
          <p:nvPr/>
        </p:nvSpPr>
        <p:spPr>
          <a:xfrm>
            <a:off x="1524300" y="4367174"/>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impromptu</a:t>
            </a:r>
            <a:endParaRPr sz="1200" dirty="0">
              <a:latin typeface="Book Antiqua" panose="02040602050305030304" pitchFamily="18" charset="0"/>
              <a:cs typeface="Cambria"/>
            </a:endParaRPr>
          </a:p>
        </p:txBody>
      </p:sp>
      <p:sp>
        <p:nvSpPr>
          <p:cNvPr id="95" name="object 34">
            <a:extLst>
              <a:ext uri="{FF2B5EF4-FFF2-40B4-BE49-F238E27FC236}">
                <a16:creationId xmlns:a16="http://schemas.microsoft.com/office/drawing/2014/main" id="{F93BA702-6C2F-C7A4-1BDA-9F24CAF1111F}"/>
              </a:ext>
            </a:extLst>
          </p:cNvPr>
          <p:cNvSpPr txBox="1"/>
          <p:nvPr/>
        </p:nvSpPr>
        <p:spPr>
          <a:xfrm>
            <a:off x="2721274" y="4367174"/>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fractious</a:t>
            </a:r>
            <a:endParaRPr sz="1200" dirty="0">
              <a:latin typeface="Book Antiqua" panose="02040602050305030304" pitchFamily="18" charset="0"/>
              <a:cs typeface="Cambria"/>
            </a:endParaRPr>
          </a:p>
        </p:txBody>
      </p:sp>
      <p:pic>
        <p:nvPicPr>
          <p:cNvPr id="96" name="object 41">
            <a:extLst>
              <a:ext uri="{FF2B5EF4-FFF2-40B4-BE49-F238E27FC236}">
                <a16:creationId xmlns:a16="http://schemas.microsoft.com/office/drawing/2014/main" id="{812C7FD2-8727-DA2B-CE7B-14C28066F826}"/>
              </a:ext>
            </a:extLst>
          </p:cNvPr>
          <p:cNvPicPr/>
          <p:nvPr/>
        </p:nvPicPr>
        <p:blipFill>
          <a:blip r:embed="rId2" cstate="print"/>
          <a:stretch>
            <a:fillRect/>
          </a:stretch>
        </p:blipFill>
        <p:spPr>
          <a:xfrm>
            <a:off x="3767867" y="4403750"/>
            <a:ext cx="179997" cy="108000"/>
          </a:xfrm>
          <a:prstGeom prst="rect">
            <a:avLst/>
          </a:prstGeom>
        </p:spPr>
      </p:pic>
      <p:sp>
        <p:nvSpPr>
          <p:cNvPr id="97" name="object 34">
            <a:extLst>
              <a:ext uri="{FF2B5EF4-FFF2-40B4-BE49-F238E27FC236}">
                <a16:creationId xmlns:a16="http://schemas.microsoft.com/office/drawing/2014/main" id="{F69C82F9-46BE-03EC-18DE-0A385390AA98}"/>
              </a:ext>
            </a:extLst>
          </p:cNvPr>
          <p:cNvSpPr txBox="1"/>
          <p:nvPr/>
        </p:nvSpPr>
        <p:spPr>
          <a:xfrm>
            <a:off x="4143517" y="4367174"/>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sporadic</a:t>
            </a:r>
            <a:endParaRPr sz="1200" dirty="0">
              <a:latin typeface="Book Antiqua" panose="02040602050305030304" pitchFamily="18" charset="0"/>
              <a:cs typeface="Cambria"/>
            </a:endParaRPr>
          </a:p>
        </p:txBody>
      </p:sp>
      <p:pic>
        <p:nvPicPr>
          <p:cNvPr id="98" name="object 41">
            <a:extLst>
              <a:ext uri="{FF2B5EF4-FFF2-40B4-BE49-F238E27FC236}">
                <a16:creationId xmlns:a16="http://schemas.microsoft.com/office/drawing/2014/main" id="{94965456-C55B-2DD6-7B88-70B2EE92E1D0}"/>
              </a:ext>
            </a:extLst>
          </p:cNvPr>
          <p:cNvPicPr/>
          <p:nvPr/>
        </p:nvPicPr>
        <p:blipFill>
          <a:blip r:embed="rId2" cstate="print"/>
          <a:stretch>
            <a:fillRect/>
          </a:stretch>
        </p:blipFill>
        <p:spPr>
          <a:xfrm>
            <a:off x="5055594" y="4403750"/>
            <a:ext cx="179997" cy="108000"/>
          </a:xfrm>
          <a:prstGeom prst="rect">
            <a:avLst/>
          </a:prstGeom>
        </p:spPr>
      </p:pic>
      <p:sp>
        <p:nvSpPr>
          <p:cNvPr id="99" name="object 34">
            <a:extLst>
              <a:ext uri="{FF2B5EF4-FFF2-40B4-BE49-F238E27FC236}">
                <a16:creationId xmlns:a16="http://schemas.microsoft.com/office/drawing/2014/main" id="{9B1ED712-C537-2A4B-BBC9-8E8E3FD8BA50}"/>
              </a:ext>
            </a:extLst>
          </p:cNvPr>
          <p:cNvSpPr txBox="1"/>
          <p:nvPr/>
        </p:nvSpPr>
        <p:spPr>
          <a:xfrm>
            <a:off x="5431244" y="4367174"/>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clandestine</a:t>
            </a:r>
            <a:endParaRPr sz="1200" dirty="0">
              <a:latin typeface="Book Antiqua" panose="02040602050305030304" pitchFamily="18" charset="0"/>
              <a:cs typeface="Cambria"/>
            </a:endParaRPr>
          </a:p>
        </p:txBody>
      </p:sp>
      <p:pic>
        <p:nvPicPr>
          <p:cNvPr id="100" name="object 41">
            <a:extLst>
              <a:ext uri="{FF2B5EF4-FFF2-40B4-BE49-F238E27FC236}">
                <a16:creationId xmlns:a16="http://schemas.microsoft.com/office/drawing/2014/main" id="{3745307E-DA83-4F17-C788-B829FBD37C15}"/>
              </a:ext>
            </a:extLst>
          </p:cNvPr>
          <p:cNvPicPr/>
          <p:nvPr/>
        </p:nvPicPr>
        <p:blipFill>
          <a:blip r:embed="rId2" cstate="print"/>
          <a:stretch>
            <a:fillRect/>
          </a:stretch>
        </p:blipFill>
        <p:spPr>
          <a:xfrm>
            <a:off x="1227519" y="5157215"/>
            <a:ext cx="179997" cy="108000"/>
          </a:xfrm>
          <a:prstGeom prst="rect">
            <a:avLst/>
          </a:prstGeom>
        </p:spPr>
      </p:pic>
      <p:pic>
        <p:nvPicPr>
          <p:cNvPr id="101" name="object 41">
            <a:extLst>
              <a:ext uri="{FF2B5EF4-FFF2-40B4-BE49-F238E27FC236}">
                <a16:creationId xmlns:a16="http://schemas.microsoft.com/office/drawing/2014/main" id="{F9E4822E-92F9-F52F-11BE-F4AFDF7D085D}"/>
              </a:ext>
            </a:extLst>
          </p:cNvPr>
          <p:cNvPicPr/>
          <p:nvPr/>
        </p:nvPicPr>
        <p:blipFill>
          <a:blip r:embed="rId2" cstate="print"/>
          <a:stretch>
            <a:fillRect/>
          </a:stretch>
        </p:blipFill>
        <p:spPr>
          <a:xfrm>
            <a:off x="2382027" y="5157215"/>
            <a:ext cx="179997" cy="108000"/>
          </a:xfrm>
          <a:prstGeom prst="rect">
            <a:avLst/>
          </a:prstGeom>
        </p:spPr>
      </p:pic>
      <p:sp>
        <p:nvSpPr>
          <p:cNvPr id="102" name="object 34">
            <a:extLst>
              <a:ext uri="{FF2B5EF4-FFF2-40B4-BE49-F238E27FC236}">
                <a16:creationId xmlns:a16="http://schemas.microsoft.com/office/drawing/2014/main" id="{B1B882F4-0E1A-2462-188A-29E91731EC9F}"/>
              </a:ext>
            </a:extLst>
          </p:cNvPr>
          <p:cNvSpPr txBox="1"/>
          <p:nvPr/>
        </p:nvSpPr>
        <p:spPr>
          <a:xfrm>
            <a:off x="1521195" y="5120639"/>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irrefutable</a:t>
            </a:r>
            <a:endParaRPr sz="1200" dirty="0">
              <a:latin typeface="Book Antiqua" panose="02040602050305030304" pitchFamily="18" charset="0"/>
              <a:cs typeface="Cambria"/>
            </a:endParaRPr>
          </a:p>
        </p:txBody>
      </p:sp>
      <p:sp>
        <p:nvSpPr>
          <p:cNvPr id="103" name="object 34">
            <a:extLst>
              <a:ext uri="{FF2B5EF4-FFF2-40B4-BE49-F238E27FC236}">
                <a16:creationId xmlns:a16="http://schemas.microsoft.com/office/drawing/2014/main" id="{02097547-B8EA-01E0-5B8C-AB60C5AF51A1}"/>
              </a:ext>
            </a:extLst>
          </p:cNvPr>
          <p:cNvSpPr txBox="1"/>
          <p:nvPr/>
        </p:nvSpPr>
        <p:spPr>
          <a:xfrm>
            <a:off x="2718169" y="5120639"/>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tenuous</a:t>
            </a:r>
            <a:endParaRPr sz="1200" dirty="0">
              <a:latin typeface="Book Antiqua" panose="02040602050305030304" pitchFamily="18" charset="0"/>
              <a:cs typeface="Cambria"/>
            </a:endParaRPr>
          </a:p>
        </p:txBody>
      </p:sp>
      <p:pic>
        <p:nvPicPr>
          <p:cNvPr id="104" name="object 41">
            <a:extLst>
              <a:ext uri="{FF2B5EF4-FFF2-40B4-BE49-F238E27FC236}">
                <a16:creationId xmlns:a16="http://schemas.microsoft.com/office/drawing/2014/main" id="{1DF12ABA-9F98-F672-39AD-B713F66C83C9}"/>
              </a:ext>
            </a:extLst>
          </p:cNvPr>
          <p:cNvPicPr/>
          <p:nvPr/>
        </p:nvPicPr>
        <p:blipFill>
          <a:blip r:embed="rId2" cstate="print"/>
          <a:stretch>
            <a:fillRect/>
          </a:stretch>
        </p:blipFill>
        <p:spPr>
          <a:xfrm>
            <a:off x="3764762" y="5157215"/>
            <a:ext cx="179997" cy="108000"/>
          </a:xfrm>
          <a:prstGeom prst="rect">
            <a:avLst/>
          </a:prstGeom>
        </p:spPr>
      </p:pic>
      <p:sp>
        <p:nvSpPr>
          <p:cNvPr id="105" name="object 34">
            <a:extLst>
              <a:ext uri="{FF2B5EF4-FFF2-40B4-BE49-F238E27FC236}">
                <a16:creationId xmlns:a16="http://schemas.microsoft.com/office/drawing/2014/main" id="{ABAFBB94-7580-8ECF-E762-74D227F372A0}"/>
              </a:ext>
            </a:extLst>
          </p:cNvPr>
          <p:cNvSpPr txBox="1"/>
          <p:nvPr/>
        </p:nvSpPr>
        <p:spPr>
          <a:xfrm>
            <a:off x="4140412" y="5120639"/>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intrinsic</a:t>
            </a:r>
            <a:endParaRPr sz="1200" dirty="0">
              <a:latin typeface="Book Antiqua" panose="02040602050305030304" pitchFamily="18" charset="0"/>
              <a:cs typeface="Cambria"/>
            </a:endParaRPr>
          </a:p>
        </p:txBody>
      </p:sp>
      <p:pic>
        <p:nvPicPr>
          <p:cNvPr id="106" name="object 41">
            <a:extLst>
              <a:ext uri="{FF2B5EF4-FFF2-40B4-BE49-F238E27FC236}">
                <a16:creationId xmlns:a16="http://schemas.microsoft.com/office/drawing/2014/main" id="{BE3001E2-0B6E-8B73-D3BC-4B663A4420EB}"/>
              </a:ext>
            </a:extLst>
          </p:cNvPr>
          <p:cNvPicPr/>
          <p:nvPr/>
        </p:nvPicPr>
        <p:blipFill>
          <a:blip r:embed="rId2" cstate="print"/>
          <a:stretch>
            <a:fillRect/>
          </a:stretch>
        </p:blipFill>
        <p:spPr>
          <a:xfrm>
            <a:off x="5052489" y="5157215"/>
            <a:ext cx="179997" cy="108000"/>
          </a:xfrm>
          <a:prstGeom prst="rect">
            <a:avLst/>
          </a:prstGeom>
        </p:spPr>
      </p:pic>
      <p:sp>
        <p:nvSpPr>
          <p:cNvPr id="107" name="object 34">
            <a:extLst>
              <a:ext uri="{FF2B5EF4-FFF2-40B4-BE49-F238E27FC236}">
                <a16:creationId xmlns:a16="http://schemas.microsoft.com/office/drawing/2014/main" id="{49F68ADF-2308-E33D-E6D5-3093737F0208}"/>
              </a:ext>
            </a:extLst>
          </p:cNvPr>
          <p:cNvSpPr txBox="1"/>
          <p:nvPr/>
        </p:nvSpPr>
        <p:spPr>
          <a:xfrm>
            <a:off x="5428139" y="5120639"/>
            <a:ext cx="1097280"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compelling</a:t>
            </a:r>
            <a:endParaRPr sz="1200" dirty="0">
              <a:latin typeface="Book Antiqua" panose="02040602050305030304" pitchFamily="18" charset="0"/>
              <a:cs typeface="Cambria"/>
            </a:endParaRPr>
          </a:p>
        </p:txBody>
      </p:sp>
      <p:cxnSp>
        <p:nvCxnSpPr>
          <p:cNvPr id="117" name="Straight Connector 116">
            <a:extLst>
              <a:ext uri="{FF2B5EF4-FFF2-40B4-BE49-F238E27FC236}">
                <a16:creationId xmlns:a16="http://schemas.microsoft.com/office/drawing/2014/main" id="{EC70526D-3A37-83A5-E769-E12FDBEE288B}"/>
              </a:ext>
            </a:extLst>
          </p:cNvPr>
          <p:cNvCxnSpPr>
            <a:cxnSpLocks/>
          </p:cNvCxnSpPr>
          <p:nvPr/>
        </p:nvCxnSpPr>
        <p:spPr>
          <a:xfrm>
            <a:off x="624765" y="2061057"/>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118" name="Rectangle: Top Corners Snipped 117">
            <a:extLst>
              <a:ext uri="{FF2B5EF4-FFF2-40B4-BE49-F238E27FC236}">
                <a16:creationId xmlns:a16="http://schemas.microsoft.com/office/drawing/2014/main" id="{C41D52D5-A153-E3FF-E03C-263CECB9EA11}"/>
              </a:ext>
            </a:extLst>
          </p:cNvPr>
          <p:cNvSpPr/>
          <p:nvPr/>
        </p:nvSpPr>
        <p:spPr>
          <a:xfrm rot="5400000">
            <a:off x="708397" y="88148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9" name="Rectangle: Top Corners Snipped 118">
            <a:extLst>
              <a:ext uri="{FF2B5EF4-FFF2-40B4-BE49-F238E27FC236}">
                <a16:creationId xmlns:a16="http://schemas.microsoft.com/office/drawing/2014/main" id="{1438F5C2-61E1-7E13-6F7E-06B8F8F2F2E2}"/>
              </a:ext>
            </a:extLst>
          </p:cNvPr>
          <p:cNvSpPr/>
          <p:nvPr/>
        </p:nvSpPr>
        <p:spPr>
          <a:xfrm rot="5400000">
            <a:off x="709819" y="1448409"/>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0" name="TextBox 119">
            <a:extLst>
              <a:ext uri="{FF2B5EF4-FFF2-40B4-BE49-F238E27FC236}">
                <a16:creationId xmlns:a16="http://schemas.microsoft.com/office/drawing/2014/main" id="{591AE8D4-9481-9108-ED43-526D139BC9E4}"/>
              </a:ext>
            </a:extLst>
          </p:cNvPr>
          <p:cNvSpPr txBox="1"/>
          <p:nvPr/>
        </p:nvSpPr>
        <p:spPr>
          <a:xfrm>
            <a:off x="708670" y="977493"/>
            <a:ext cx="347022" cy="276999"/>
          </a:xfrm>
          <a:prstGeom prst="rect">
            <a:avLst/>
          </a:prstGeom>
          <a:noFill/>
        </p:spPr>
        <p:txBody>
          <a:bodyPr wrap="square" rtlCol="0">
            <a:spAutoFit/>
          </a:bodyPr>
          <a:lstStyle/>
          <a:p>
            <a:r>
              <a:rPr lang="en-AU" sz="1200" b="1" spc="-50" dirty="0">
                <a:solidFill>
                  <a:srgbClr val="231F20"/>
                </a:solidFill>
                <a:latin typeface="Arial"/>
                <a:cs typeface="Arial"/>
              </a:rPr>
              <a:t>12</a:t>
            </a:r>
            <a:endParaRPr lang="en-AU" sz="1200" dirty="0"/>
          </a:p>
        </p:txBody>
      </p:sp>
      <p:sp>
        <p:nvSpPr>
          <p:cNvPr id="121" name="TextBox 120">
            <a:extLst>
              <a:ext uri="{FF2B5EF4-FFF2-40B4-BE49-F238E27FC236}">
                <a16:creationId xmlns:a16="http://schemas.microsoft.com/office/drawing/2014/main" id="{113C8CCC-267C-07B7-21A6-5FB3FBF78844}"/>
              </a:ext>
            </a:extLst>
          </p:cNvPr>
          <p:cNvSpPr txBox="1"/>
          <p:nvPr/>
        </p:nvSpPr>
        <p:spPr>
          <a:xfrm>
            <a:off x="713357" y="1544421"/>
            <a:ext cx="347022" cy="276999"/>
          </a:xfrm>
          <a:prstGeom prst="rect">
            <a:avLst/>
          </a:prstGeom>
          <a:noFill/>
        </p:spPr>
        <p:txBody>
          <a:bodyPr wrap="square" rtlCol="0">
            <a:spAutoFit/>
          </a:bodyPr>
          <a:lstStyle/>
          <a:p>
            <a:r>
              <a:rPr lang="en-AU" sz="1200" b="1" spc="-50" dirty="0">
                <a:solidFill>
                  <a:srgbClr val="231F20"/>
                </a:solidFill>
                <a:latin typeface="Arial"/>
                <a:cs typeface="Arial"/>
              </a:rPr>
              <a:t>13</a:t>
            </a:r>
            <a:endParaRPr lang="en-AU" sz="1200" dirty="0"/>
          </a:p>
        </p:txBody>
      </p:sp>
      <p:sp>
        <p:nvSpPr>
          <p:cNvPr id="122" name="TextBox 121">
            <a:extLst>
              <a:ext uri="{FF2B5EF4-FFF2-40B4-BE49-F238E27FC236}">
                <a16:creationId xmlns:a16="http://schemas.microsoft.com/office/drawing/2014/main" id="{4E0C5526-6042-63F1-62ED-EACE7F0BFB9B}"/>
              </a:ext>
            </a:extLst>
          </p:cNvPr>
          <p:cNvSpPr txBox="1"/>
          <p:nvPr/>
        </p:nvSpPr>
        <p:spPr>
          <a:xfrm>
            <a:off x="737325" y="418270"/>
            <a:ext cx="6776437" cy="276999"/>
          </a:xfrm>
          <a:prstGeom prst="rect">
            <a:avLst/>
          </a:prstGeom>
          <a:noFill/>
        </p:spPr>
        <p:txBody>
          <a:bodyPr wrap="square">
            <a:spAutoFit/>
          </a:bodyPr>
          <a:lstStyle/>
          <a:p>
            <a:r>
              <a:rPr lang="en-US" sz="1200" dirty="0" b="1">
                <a:solidFill>
                  <a:srgbClr val="231F20"/>
                </a:solidFill>
                <a:latin typeface="Book Antiqua" panose="02040602050305030304" pitchFamily="18" charset="0"/>
                <a:ea typeface="Cambria" panose="02040503050406030204" pitchFamily="18" charset="0"/>
              </a:rPr>
              <a:t>Underline the misplaced/dangling modifier, then rewrite the sentence correctly (½ mark for each step).</a:t>
            </a:r>
            <a:endParaRPr lang="en-AU" sz="1200" dirty="0"/>
          </a:p>
        </p:txBody>
      </p:sp>
      <p:sp>
        <p:nvSpPr>
          <p:cNvPr id="125" name="TextBox 124">
            <a:extLst>
              <a:ext uri="{FF2B5EF4-FFF2-40B4-BE49-F238E27FC236}">
                <a16:creationId xmlns:a16="http://schemas.microsoft.com/office/drawing/2014/main" id="{B182D537-6908-9E11-359F-83721C1D8C14}"/>
              </a:ext>
            </a:extLst>
          </p:cNvPr>
          <p:cNvSpPr txBox="1"/>
          <p:nvPr/>
        </p:nvSpPr>
        <p:spPr>
          <a:xfrm>
            <a:off x="1227519" y="908913"/>
            <a:ext cx="6035040" cy="461665"/>
          </a:xfrm>
          <a:prstGeom prst="rect">
            <a:avLst/>
          </a:prstGeom>
          <a:noFill/>
        </p:spPr>
        <p:txBody>
          <a:bodyPr wrap="square">
            <a:spAutoFit/>
          </a:bodyPr>
          <a:lstStyle/>
          <a:p>
            <a:r>
              <a:rPr lang="en-AU" sz="1200" dirty="0">
                <a:latin typeface="Book Antiqua" panose="02040602050305030304" pitchFamily="18" charset="0"/>
              </a:rPr>
              <a:t>Having finished the marathon, the medal felt heavier than she expected.</a:t>
            </a:r>
          </a:p>
        </p:txBody>
      </p:sp>
      <p:sp>
        <p:nvSpPr>
          <p:cNvPr id="127" name="TextBox 126">
            <a:extLst>
              <a:ext uri="{FF2B5EF4-FFF2-40B4-BE49-F238E27FC236}">
                <a16:creationId xmlns:a16="http://schemas.microsoft.com/office/drawing/2014/main" id="{A734760A-E25B-F4FA-DA62-5E112AA6B827}"/>
              </a:ext>
            </a:extLst>
          </p:cNvPr>
          <p:cNvSpPr txBox="1"/>
          <p:nvPr/>
        </p:nvSpPr>
        <p:spPr>
          <a:xfrm>
            <a:off x="1247189" y="1475841"/>
            <a:ext cx="6035040" cy="461665"/>
          </a:xfrm>
          <a:prstGeom prst="rect">
            <a:avLst/>
          </a:prstGeom>
          <a:noFill/>
        </p:spPr>
        <p:txBody>
          <a:bodyPr wrap="square">
            <a:spAutoFit/>
          </a:bodyPr>
          <a:lstStyle/>
          <a:p>
            <a:r>
              <a:rPr lang="en-AU" sz="1200" dirty="0">
                <a:latin typeface="Book Antiqua" panose="02040602050305030304" pitchFamily="18" charset="0"/>
              </a:rPr>
              <a:t>The museum guide showed the letters to our class written by the dying poet.</a:t>
            </a:r>
          </a:p>
        </p:txBody>
      </p:sp>
      <p:sp>
        <p:nvSpPr>
          <p:cNvPr id="128" name="object 34"/>
          <p:cNvSpPr txBox="1"/>
          <p:nvPr/>
        </p:nvSpPr>
        <p:spPr>
          <a:xfrm>
            <a:off x="740664" y="1183233"/>
            <a:ext cx="6743677"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129" name="object 34"/>
          <p:cNvSpPr txBox="1"/>
          <p:nvPr/>
        </p:nvSpPr>
        <p:spPr>
          <a:xfrm>
            <a:off x="740664" y="1750161"/>
            <a:ext cx="6743677"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Tree>
    <p:extLst>
      <p:ext uri="{BB962C8B-B14F-4D97-AF65-F5344CB8AC3E}">
        <p14:creationId xmlns:p14="http://schemas.microsoft.com/office/powerpoint/2010/main" val="3988249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697424"/>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45952" y="697424"/>
            <a:ext cx="0" cy="9464745"/>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72120" y="10162169"/>
            <a:ext cx="7559675" cy="0"/>
          </a:xfrm>
          <a:prstGeom prst="line">
            <a:avLst/>
          </a:prstGeom>
          <a:ln w="9525"/>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73D5ED79-14F3-6497-01A8-89CAB0A55D34}"/>
              </a:ext>
            </a:extLst>
          </p:cNvPr>
          <p:cNvSpPr/>
          <p:nvPr/>
        </p:nvSpPr>
        <p:spPr>
          <a:xfrm>
            <a:off x="384397" y="102858"/>
            <a:ext cx="523110"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AF820375-8CC4-2A64-AD14-3BDF00344283}"/>
              </a:ext>
            </a:extLst>
          </p:cNvPr>
          <p:cNvSpPr/>
          <p:nvPr/>
        </p:nvSpPr>
        <p:spPr>
          <a:xfrm>
            <a:off x="1014969" y="102858"/>
            <a:ext cx="5973059" cy="5179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TextBox 20">
            <a:extLst>
              <a:ext uri="{FF2B5EF4-FFF2-40B4-BE49-F238E27FC236}">
                <a16:creationId xmlns:a16="http://schemas.microsoft.com/office/drawing/2014/main" id="{34A2D083-A4F2-EEBF-7D48-ECC0C5433CF6}"/>
              </a:ext>
            </a:extLst>
          </p:cNvPr>
          <p:cNvSpPr txBox="1"/>
          <p:nvPr/>
        </p:nvSpPr>
        <p:spPr>
          <a:xfrm>
            <a:off x="1009796" y="104804"/>
            <a:ext cx="5429644" cy="307777"/>
          </a:xfrm>
          <a:prstGeom prst="rect">
            <a:avLst/>
          </a:prstGeom>
          <a:noFill/>
        </p:spPr>
        <p:txBody>
          <a:bodyPr wrap="square" rtlCol="0">
            <a:spAutoFit/>
          </a:bodyPr>
          <a:lstStyle/>
          <a:p>
            <a:r>
              <a:rPr lang="en-AU" sz="1400" dirty="0">
                <a:latin typeface="Candara" panose="020E0502030303020204" pitchFamily="34" charset="0"/>
              </a:rPr>
              <a:t>NOTES                                                                                  DUE</a:t>
            </a:r>
          </a:p>
        </p:txBody>
      </p:sp>
      <p:sp>
        <p:nvSpPr>
          <p:cNvPr id="2" name="TextBox 1">
            <a:extLst>
              <a:ext uri="{FF2B5EF4-FFF2-40B4-BE49-F238E27FC236}">
                <a16:creationId xmlns:a16="http://schemas.microsoft.com/office/drawing/2014/main" id="{AABA0DE0-3353-0957-01FE-7A51A76E202E}"/>
              </a:ext>
            </a:extLst>
          </p:cNvPr>
          <p:cNvSpPr txBox="1"/>
          <p:nvPr/>
        </p:nvSpPr>
        <p:spPr>
          <a:xfrm>
            <a:off x="106436" y="809683"/>
            <a:ext cx="461665" cy="3411650"/>
          </a:xfrm>
          <a:prstGeom prst="rect">
            <a:avLst/>
          </a:prstGeom>
          <a:noFill/>
        </p:spPr>
        <p:txBody>
          <a:bodyPr vert="eaVert" wrap="square" rtlCol="0">
            <a:spAutoFit/>
          </a:bodyPr>
          <a:lstStyle/>
          <a:p>
            <a:r>
              <a:rPr lang="en-AU" dirty="0">
                <a:latin typeface="Candara" panose="020E0502030303020204" pitchFamily="34" charset="0"/>
              </a:rPr>
              <a:t>Spelling and Vocabulary</a:t>
            </a:r>
          </a:p>
        </p:txBody>
      </p:sp>
      <p:sp>
        <p:nvSpPr>
          <p:cNvPr id="9" name="TextBox 8">
            <a:extLst>
              <a:ext uri="{FF2B5EF4-FFF2-40B4-BE49-F238E27FC236}">
                <a16:creationId xmlns:a16="http://schemas.microsoft.com/office/drawing/2014/main" id="{B14A693B-EF79-6467-C843-E5C21DA4A616}"/>
              </a:ext>
            </a:extLst>
          </p:cNvPr>
          <p:cNvSpPr txBox="1"/>
          <p:nvPr/>
        </p:nvSpPr>
        <p:spPr>
          <a:xfrm>
            <a:off x="124645" y="3987321"/>
            <a:ext cx="461665" cy="1665741"/>
          </a:xfrm>
          <a:prstGeom prst="rect">
            <a:avLst/>
          </a:prstGeom>
          <a:noFill/>
        </p:spPr>
        <p:txBody>
          <a:bodyPr vert="eaVert" wrap="square" rtlCol="0">
            <a:spAutoFit/>
          </a:bodyPr>
          <a:lstStyle/>
          <a:p>
            <a:r>
              <a:rPr lang="en-AU" dirty="0">
                <a:latin typeface="Candara" panose="020E0502030303020204" pitchFamily="34" charset="0"/>
              </a:rPr>
              <a:t>Grammar</a:t>
            </a:r>
          </a:p>
        </p:txBody>
      </p:sp>
      <p:sp>
        <p:nvSpPr>
          <p:cNvPr id="3" name="object 34">
            <a:extLst>
              <a:ext uri="{FF2B5EF4-FFF2-40B4-BE49-F238E27FC236}">
                <a16:creationId xmlns:a16="http://schemas.microsoft.com/office/drawing/2014/main" id="{494F959D-4C58-5C0E-E6FA-D4AA31F391D9}"/>
              </a:ext>
            </a:extLst>
          </p:cNvPr>
          <p:cNvSpPr txBox="1"/>
          <p:nvPr/>
        </p:nvSpPr>
        <p:spPr>
          <a:xfrm>
            <a:off x="1280160" y="2626156"/>
            <a:ext cx="3858768" cy="382156"/>
          </a:xfrm>
          <a:prstGeom prst="rect">
            <a:avLst/>
          </a:prstGeom>
        </p:spPr>
        <p:txBody>
          <a:bodyPr vert="horz" wrap="square" lIns="0" tIns="12700" rIns="0" bIns="0" rtlCol="0">
            <a:spAutoFit/>
          </a:bodyPr>
          <a:lstStyle/>
          <a:p>
            <a:pPr lvl="0"/>
            <a:r>
              <a:rPr lang="en-AU" sz="1200" dirty="0">
                <a:latin typeface="Book Antiqua" panose="02040602050305030304" pitchFamily="18" charset="0"/>
              </a:rPr>
              <a:t>The final descent into the gorge was exhilerating, though several riders later admitted they had been terrified.</a:t>
            </a:r>
          </a:p>
        </p:txBody>
      </p:sp>
      <p:sp>
        <p:nvSpPr>
          <p:cNvPr id="7" name="object 34">
            <a:extLst>
              <a:ext uri="{FF2B5EF4-FFF2-40B4-BE49-F238E27FC236}">
                <a16:creationId xmlns:a16="http://schemas.microsoft.com/office/drawing/2014/main" id="{30D551C2-2D77-0684-0EC2-60A86742C08F}"/>
              </a:ext>
            </a:extLst>
          </p:cNvPr>
          <p:cNvSpPr txBox="1"/>
          <p:nvPr/>
        </p:nvSpPr>
        <p:spPr>
          <a:xfrm>
            <a:off x="766934" y="831246"/>
            <a:ext cx="6594868" cy="197490"/>
          </a:xfrm>
          <a:prstGeom prst="rect">
            <a:avLst/>
          </a:prstGeom>
        </p:spPr>
        <p:txBody>
          <a:bodyPr vert="horz" wrap="square" lIns="0" tIns="12700" rIns="0" bIns="0" rtlCol="0">
            <a:spAutoFit/>
          </a:bodyPr>
          <a:lstStyle/>
          <a:p>
            <a:pPr marL="12700">
              <a:lnSpc>
                <a:spcPct val="100000"/>
              </a:lnSpc>
              <a:spcBef>
                <a:spcPts val="100"/>
              </a:spcBef>
            </a:pPr>
            <a:r>
              <a:rPr lang="en-AU" sz="1200" b="1" spc="-20" dirty="0">
                <a:solidFill>
                  <a:srgbClr val="231F20"/>
                </a:solidFill>
                <a:latin typeface="Book Antiqua" panose="02040602050305030304" pitchFamily="18" charset="0"/>
                <a:cs typeface="Cambria"/>
              </a:rPr>
              <a:t>Each sentence has one word that is incorrect. Write the correct spelling of the word in the box.</a:t>
            </a:r>
            <a:endParaRPr sz="1200" b="1" dirty="0">
              <a:latin typeface="Book Antiqua" panose="02040602050305030304" pitchFamily="18" charset="0"/>
              <a:cs typeface="Cambria"/>
            </a:endParaRPr>
          </a:p>
        </p:txBody>
      </p:sp>
      <p:sp>
        <p:nvSpPr>
          <p:cNvPr id="8" name="Rectangle: Top Corners Snipped 7">
            <a:extLst>
              <a:ext uri="{FF2B5EF4-FFF2-40B4-BE49-F238E27FC236}">
                <a16:creationId xmlns:a16="http://schemas.microsoft.com/office/drawing/2014/main" id="{277CB703-D8C1-AE2A-08C0-59EDB1AFF68E}"/>
              </a:ext>
            </a:extLst>
          </p:cNvPr>
          <p:cNvSpPr/>
          <p:nvPr/>
        </p:nvSpPr>
        <p:spPr>
          <a:xfrm rot="5400000">
            <a:off x="709366" y="106070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Rectangle: Top Corners Snipped 28">
            <a:extLst>
              <a:ext uri="{FF2B5EF4-FFF2-40B4-BE49-F238E27FC236}">
                <a16:creationId xmlns:a16="http://schemas.microsoft.com/office/drawing/2014/main" id="{DE5D29BB-1804-4C47-854C-7F0421ED3A06}"/>
              </a:ext>
            </a:extLst>
          </p:cNvPr>
          <p:cNvSpPr/>
          <p:nvPr/>
        </p:nvSpPr>
        <p:spPr>
          <a:xfrm rot="5400000">
            <a:off x="712656" y="157642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4" name="Rectangle: Top Corners Snipped 53">
            <a:extLst>
              <a:ext uri="{FF2B5EF4-FFF2-40B4-BE49-F238E27FC236}">
                <a16:creationId xmlns:a16="http://schemas.microsoft.com/office/drawing/2014/main" id="{ED10DF79-3ECA-E581-206B-0F3BDAE13E91}"/>
              </a:ext>
            </a:extLst>
          </p:cNvPr>
          <p:cNvSpPr/>
          <p:nvPr/>
        </p:nvSpPr>
        <p:spPr>
          <a:xfrm rot="5400000">
            <a:off x="712268" y="2092147"/>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5" name="Rectangle: Top Corners Snipped 54">
            <a:extLst>
              <a:ext uri="{FF2B5EF4-FFF2-40B4-BE49-F238E27FC236}">
                <a16:creationId xmlns:a16="http://schemas.microsoft.com/office/drawing/2014/main" id="{EB1FB6BB-98EB-05BD-ED9E-3C80F0ECF592}"/>
              </a:ext>
            </a:extLst>
          </p:cNvPr>
          <p:cNvSpPr/>
          <p:nvPr/>
        </p:nvSpPr>
        <p:spPr>
          <a:xfrm rot="5400000">
            <a:off x="715615" y="260786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6" name="object 34">
            <a:extLst>
              <a:ext uri="{FF2B5EF4-FFF2-40B4-BE49-F238E27FC236}">
                <a16:creationId xmlns:a16="http://schemas.microsoft.com/office/drawing/2014/main" id="{30BD33FB-55C5-6A14-9961-E75F6CBACB3A}"/>
              </a:ext>
            </a:extLst>
          </p:cNvPr>
          <p:cNvSpPr txBox="1"/>
          <p:nvPr/>
        </p:nvSpPr>
        <p:spPr>
          <a:xfrm>
            <a:off x="1280160" y="3331159"/>
            <a:ext cx="3858768" cy="382156"/>
          </a:xfrm>
          <a:prstGeom prst="rect">
            <a:avLst/>
          </a:prstGeom>
        </p:spPr>
        <p:txBody>
          <a:bodyPr vert="horz" wrap="square" lIns="0" tIns="12700" rIns="0" bIns="0" rtlCol="0">
            <a:spAutoFit/>
          </a:bodyPr>
          <a:lstStyle/>
          <a:p>
            <a:pPr lvl="0"/>
            <a:r>
              <a:rPr lang="en-AU" sz="1200" dirty="0">
                <a:latin typeface="Book Antiqua" panose="02040602050305030304" pitchFamily="18" charset="0"/>
              </a:rPr>
              <a:t>Scientists fear the glacier is approaching a threshhold beyond which its retreat cannot be reversed.</a:t>
            </a:r>
          </a:p>
        </p:txBody>
      </p:sp>
      <p:sp>
        <p:nvSpPr>
          <p:cNvPr id="57" name="object 34">
            <a:extLst>
              <a:ext uri="{FF2B5EF4-FFF2-40B4-BE49-F238E27FC236}">
                <a16:creationId xmlns:a16="http://schemas.microsoft.com/office/drawing/2014/main" id="{708EF9DC-B521-31C8-EDCD-1F397A91F096}"/>
              </a:ext>
            </a:extLst>
          </p:cNvPr>
          <p:cNvSpPr txBox="1"/>
          <p:nvPr/>
        </p:nvSpPr>
        <p:spPr>
          <a:xfrm>
            <a:off x="1280160" y="2110435"/>
            <a:ext cx="3858768" cy="382156"/>
          </a:xfrm>
          <a:prstGeom prst="rect">
            <a:avLst/>
          </a:prstGeom>
        </p:spPr>
        <p:txBody>
          <a:bodyPr vert="horz" wrap="square" lIns="0" tIns="12700" rIns="0" bIns="0" rtlCol="0">
            <a:spAutoFit/>
          </a:bodyPr>
          <a:lstStyle/>
          <a:p>
            <a:pPr lvl="0"/>
            <a:r>
              <a:rPr lang="en-AU" sz="1200" dirty="0">
                <a:latin typeface="Book Antiqua" panose="02040602050305030304" pitchFamily="18" charset="0"/>
              </a:rPr>
              <a:t>The new code of conduct forbids players from continuing to harrass officials after a decision.</a:t>
            </a:r>
          </a:p>
        </p:txBody>
      </p:sp>
      <p:sp>
        <p:nvSpPr>
          <p:cNvPr id="58" name="object 34">
            <a:extLst>
              <a:ext uri="{FF2B5EF4-FFF2-40B4-BE49-F238E27FC236}">
                <a16:creationId xmlns:a16="http://schemas.microsoft.com/office/drawing/2014/main" id="{9E77FFC4-1DDC-3557-DE46-E0BC014CA4D7}"/>
              </a:ext>
            </a:extLst>
          </p:cNvPr>
          <p:cNvSpPr txBox="1"/>
          <p:nvPr/>
        </p:nvSpPr>
        <p:spPr>
          <a:xfrm>
            <a:off x="1280160" y="1078992"/>
            <a:ext cx="3858768" cy="382156"/>
          </a:xfrm>
          <a:prstGeom prst="rect">
            <a:avLst/>
          </a:prstGeom>
        </p:spPr>
        <p:txBody>
          <a:bodyPr vert="horz" wrap="square" lIns="0" tIns="12700" rIns="0" bIns="0" rtlCol="0">
            <a:spAutoFit/>
          </a:bodyPr>
          <a:lstStyle/>
          <a:p>
            <a:pPr marL="12700">
              <a:lnSpc>
                <a:spcPct val="100000"/>
              </a:lnSpc>
              <a:spcBef>
                <a:spcPts val="100"/>
              </a:spcBef>
            </a:pPr>
            <a:r>
              <a:rPr lang="en-AU" sz="1200" dirty="0">
                <a:latin typeface="Book Antiqua" panose="02040602050305030304" pitchFamily="18" charset="0"/>
              </a:rPr>
              <a:t>The small hotel could not accomodate the entire film crew, so half of them slept in tents.</a:t>
            </a:r>
            <a:endParaRPr sz="1200" dirty="0">
              <a:latin typeface="Book Antiqua" panose="02040602050305030304" pitchFamily="18" charset="0"/>
              <a:cs typeface="Cambria"/>
            </a:endParaRPr>
          </a:p>
        </p:txBody>
      </p:sp>
      <p:sp>
        <p:nvSpPr>
          <p:cNvPr id="59" name="docshape84">
            <a:extLst>
              <a:ext uri="{FF2B5EF4-FFF2-40B4-BE49-F238E27FC236}">
                <a16:creationId xmlns:a16="http://schemas.microsoft.com/office/drawing/2014/main" id="{99F82156-101C-80B8-E94A-CEF856F69E9A}"/>
              </a:ext>
            </a:extLst>
          </p:cNvPr>
          <p:cNvSpPr>
            <a:spLocks noChangeArrowheads="1"/>
          </p:cNvSpPr>
          <p:nvPr/>
        </p:nvSpPr>
        <p:spPr bwMode="auto">
          <a:xfrm>
            <a:off x="5176661" y="1106424"/>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60" name="docshape84">
            <a:extLst>
              <a:ext uri="{FF2B5EF4-FFF2-40B4-BE49-F238E27FC236}">
                <a16:creationId xmlns:a16="http://schemas.microsoft.com/office/drawing/2014/main" id="{F86191B4-E0A3-5EC1-FEEB-F8934E648BFF}"/>
              </a:ext>
            </a:extLst>
          </p:cNvPr>
          <p:cNvSpPr>
            <a:spLocks noChangeArrowheads="1"/>
          </p:cNvSpPr>
          <p:nvPr/>
        </p:nvSpPr>
        <p:spPr bwMode="auto">
          <a:xfrm>
            <a:off x="5176659" y="1622145"/>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61" name="docshape84">
            <a:extLst>
              <a:ext uri="{FF2B5EF4-FFF2-40B4-BE49-F238E27FC236}">
                <a16:creationId xmlns:a16="http://schemas.microsoft.com/office/drawing/2014/main" id="{FF811F19-0DC2-4C0C-672D-B1D081B15B43}"/>
              </a:ext>
            </a:extLst>
          </p:cNvPr>
          <p:cNvSpPr>
            <a:spLocks noChangeArrowheads="1"/>
          </p:cNvSpPr>
          <p:nvPr/>
        </p:nvSpPr>
        <p:spPr bwMode="auto">
          <a:xfrm>
            <a:off x="5176659" y="2137867"/>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62" name="docshape84">
            <a:extLst>
              <a:ext uri="{FF2B5EF4-FFF2-40B4-BE49-F238E27FC236}">
                <a16:creationId xmlns:a16="http://schemas.microsoft.com/office/drawing/2014/main" id="{4B2959A3-2DC1-D3FB-652B-8CE527415A91}"/>
              </a:ext>
            </a:extLst>
          </p:cNvPr>
          <p:cNvSpPr>
            <a:spLocks noChangeArrowheads="1"/>
          </p:cNvSpPr>
          <p:nvPr/>
        </p:nvSpPr>
        <p:spPr bwMode="auto">
          <a:xfrm>
            <a:off x="5181229" y="2653588"/>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63" name="TextBox 62">
            <a:extLst>
              <a:ext uri="{FF2B5EF4-FFF2-40B4-BE49-F238E27FC236}">
                <a16:creationId xmlns:a16="http://schemas.microsoft.com/office/drawing/2014/main" id="{021CD02A-2797-D12D-5320-2DA5681D2660}"/>
              </a:ext>
            </a:extLst>
          </p:cNvPr>
          <p:cNvSpPr txBox="1"/>
          <p:nvPr/>
        </p:nvSpPr>
        <p:spPr>
          <a:xfrm>
            <a:off x="706097" y="1156716"/>
            <a:ext cx="374237" cy="276999"/>
          </a:xfrm>
          <a:prstGeom prst="rect">
            <a:avLst/>
          </a:prstGeom>
          <a:noFill/>
        </p:spPr>
        <p:txBody>
          <a:bodyPr wrap="square" rtlCol="0">
            <a:spAutoFit/>
          </a:bodyPr>
          <a:lstStyle/>
          <a:p>
            <a:r>
              <a:rPr lang="en-US" sz="1200" b="1" spc="-50" dirty="0">
                <a:solidFill>
                  <a:srgbClr val="231F20"/>
                </a:solidFill>
                <a:latin typeface="Arial"/>
                <a:cs typeface="Arial"/>
              </a:rPr>
              <a:t>1</a:t>
            </a:r>
            <a:endParaRPr lang="en-AU" sz="1200" dirty="0"/>
          </a:p>
        </p:txBody>
      </p:sp>
      <p:sp>
        <p:nvSpPr>
          <p:cNvPr id="64" name="TextBox 63">
            <a:extLst>
              <a:ext uri="{FF2B5EF4-FFF2-40B4-BE49-F238E27FC236}">
                <a16:creationId xmlns:a16="http://schemas.microsoft.com/office/drawing/2014/main" id="{009779FE-3F6A-8F0E-7886-67BD5E22AEC6}"/>
              </a:ext>
            </a:extLst>
          </p:cNvPr>
          <p:cNvSpPr txBox="1"/>
          <p:nvPr/>
        </p:nvSpPr>
        <p:spPr>
          <a:xfrm>
            <a:off x="723064" y="1672437"/>
            <a:ext cx="374237" cy="276999"/>
          </a:xfrm>
          <a:prstGeom prst="rect">
            <a:avLst/>
          </a:prstGeom>
          <a:noFill/>
        </p:spPr>
        <p:txBody>
          <a:bodyPr wrap="square" rtlCol="0">
            <a:spAutoFit/>
          </a:bodyPr>
          <a:lstStyle/>
          <a:p>
            <a:r>
              <a:rPr lang="en-US" sz="1200" b="1" spc="-50" dirty="0">
                <a:solidFill>
                  <a:srgbClr val="231F20"/>
                </a:solidFill>
                <a:latin typeface="Arial"/>
                <a:cs typeface="Arial"/>
              </a:rPr>
              <a:t>2</a:t>
            </a:r>
            <a:endParaRPr lang="en-AU" sz="1200" dirty="0"/>
          </a:p>
        </p:txBody>
      </p:sp>
      <p:sp>
        <p:nvSpPr>
          <p:cNvPr id="65" name="TextBox 64">
            <a:extLst>
              <a:ext uri="{FF2B5EF4-FFF2-40B4-BE49-F238E27FC236}">
                <a16:creationId xmlns:a16="http://schemas.microsoft.com/office/drawing/2014/main" id="{AEC117D4-A0A4-DAE0-AB5C-0F0A3379EE49}"/>
              </a:ext>
            </a:extLst>
          </p:cNvPr>
          <p:cNvSpPr txBox="1"/>
          <p:nvPr/>
        </p:nvSpPr>
        <p:spPr>
          <a:xfrm>
            <a:off x="751538" y="2188159"/>
            <a:ext cx="374237" cy="276999"/>
          </a:xfrm>
          <a:prstGeom prst="rect">
            <a:avLst/>
          </a:prstGeom>
          <a:noFill/>
        </p:spPr>
        <p:txBody>
          <a:bodyPr wrap="square" rtlCol="0">
            <a:spAutoFit/>
          </a:bodyPr>
          <a:lstStyle/>
          <a:p>
            <a:r>
              <a:rPr lang="en-US" sz="1200" b="1" spc="-50" dirty="0">
                <a:solidFill>
                  <a:srgbClr val="231F20"/>
                </a:solidFill>
                <a:latin typeface="Arial"/>
                <a:cs typeface="Arial"/>
              </a:rPr>
              <a:t>3</a:t>
            </a:r>
            <a:endParaRPr lang="en-AU" sz="1200" dirty="0"/>
          </a:p>
        </p:txBody>
      </p:sp>
      <p:sp>
        <p:nvSpPr>
          <p:cNvPr id="66" name="TextBox 65">
            <a:extLst>
              <a:ext uri="{FF2B5EF4-FFF2-40B4-BE49-F238E27FC236}">
                <a16:creationId xmlns:a16="http://schemas.microsoft.com/office/drawing/2014/main" id="{6FFA3C72-D48A-B897-4E23-3288D89CEEE8}"/>
              </a:ext>
            </a:extLst>
          </p:cNvPr>
          <p:cNvSpPr txBox="1"/>
          <p:nvPr/>
        </p:nvSpPr>
        <p:spPr>
          <a:xfrm>
            <a:off x="733431" y="2703880"/>
            <a:ext cx="374237" cy="276999"/>
          </a:xfrm>
          <a:prstGeom prst="rect">
            <a:avLst/>
          </a:prstGeom>
          <a:noFill/>
        </p:spPr>
        <p:txBody>
          <a:bodyPr wrap="square" rtlCol="0">
            <a:spAutoFit/>
          </a:bodyPr>
          <a:lstStyle/>
          <a:p>
            <a:r>
              <a:rPr lang="en-US" sz="1200" b="1" spc="-50" dirty="0">
                <a:solidFill>
                  <a:srgbClr val="231F20"/>
                </a:solidFill>
                <a:latin typeface="Arial"/>
                <a:cs typeface="Arial"/>
              </a:rPr>
              <a:t>4</a:t>
            </a:r>
            <a:endParaRPr lang="en-AU" sz="1200" dirty="0"/>
          </a:p>
        </p:txBody>
      </p:sp>
      <p:sp>
        <p:nvSpPr>
          <p:cNvPr id="67" name="object 34">
            <a:extLst>
              <a:ext uri="{FF2B5EF4-FFF2-40B4-BE49-F238E27FC236}">
                <a16:creationId xmlns:a16="http://schemas.microsoft.com/office/drawing/2014/main" id="{99480DDF-6159-D1CD-FFB1-CC7B3A16BB19}"/>
              </a:ext>
            </a:extLst>
          </p:cNvPr>
          <p:cNvSpPr txBox="1"/>
          <p:nvPr/>
        </p:nvSpPr>
        <p:spPr>
          <a:xfrm>
            <a:off x="1280160" y="1594713"/>
            <a:ext cx="3858768" cy="382156"/>
          </a:xfrm>
          <a:prstGeom prst="rect">
            <a:avLst/>
          </a:prstGeom>
        </p:spPr>
        <p:txBody>
          <a:bodyPr vert="horz" wrap="square" lIns="0" tIns="12700" rIns="0" bIns="0" rtlCol="0">
            <a:spAutoFit/>
          </a:bodyPr>
          <a:lstStyle/>
          <a:p>
            <a:pPr lvl="0"/>
            <a:r>
              <a:rPr lang="en-AU" sz="1200" dirty="0">
                <a:latin typeface="Book Antiqua" panose="02040602050305030304" pitchFamily="18" charset="0"/>
              </a:rPr>
              <a:t>Experienced guides are indispensible on the Overland Track in winter.</a:t>
            </a:r>
          </a:p>
        </p:txBody>
      </p:sp>
      <p:sp>
        <p:nvSpPr>
          <p:cNvPr id="68" name="docshape84">
            <a:extLst>
              <a:ext uri="{FF2B5EF4-FFF2-40B4-BE49-F238E27FC236}">
                <a16:creationId xmlns:a16="http://schemas.microsoft.com/office/drawing/2014/main" id="{9C120591-D946-58A5-182F-2DF8880A1859}"/>
              </a:ext>
            </a:extLst>
          </p:cNvPr>
          <p:cNvSpPr>
            <a:spLocks noChangeArrowheads="1"/>
          </p:cNvSpPr>
          <p:nvPr/>
        </p:nvSpPr>
        <p:spPr bwMode="auto">
          <a:xfrm>
            <a:off x="5181229" y="3358591"/>
            <a:ext cx="1863725" cy="357188"/>
          </a:xfrm>
          <a:prstGeom prst="rect">
            <a:avLst/>
          </a:prstGeom>
          <a:noFill/>
          <a:ln w="6350">
            <a:solidFill>
              <a:srgbClr val="231F2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4" name="Rectangle: Top Corners Snipped 3">
            <a:extLst>
              <a:ext uri="{FF2B5EF4-FFF2-40B4-BE49-F238E27FC236}">
                <a16:creationId xmlns:a16="http://schemas.microsoft.com/office/drawing/2014/main" id="{B094A134-2A78-06C7-6EE1-DFA684C0B9B6}"/>
              </a:ext>
            </a:extLst>
          </p:cNvPr>
          <p:cNvSpPr/>
          <p:nvPr/>
        </p:nvSpPr>
        <p:spPr>
          <a:xfrm rot="5400000">
            <a:off x="718330" y="331287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EAB07A80-F389-E0E4-1F97-67BA23E006A8}"/>
              </a:ext>
            </a:extLst>
          </p:cNvPr>
          <p:cNvSpPr txBox="1"/>
          <p:nvPr/>
        </p:nvSpPr>
        <p:spPr>
          <a:xfrm>
            <a:off x="736279" y="3408883"/>
            <a:ext cx="374237" cy="276999"/>
          </a:xfrm>
          <a:prstGeom prst="rect">
            <a:avLst/>
          </a:prstGeom>
          <a:noFill/>
        </p:spPr>
        <p:txBody>
          <a:bodyPr wrap="square" rtlCol="0">
            <a:spAutoFit/>
          </a:bodyPr>
          <a:lstStyle/>
          <a:p>
            <a:r>
              <a:rPr lang="en-US" sz="1200" b="1" spc="-50" dirty="0">
                <a:solidFill>
                  <a:srgbClr val="231F20"/>
                </a:solidFill>
                <a:latin typeface="Arial"/>
                <a:cs typeface="Arial"/>
              </a:rPr>
              <a:t>5</a:t>
            </a:r>
            <a:endParaRPr lang="en-AU" sz="1200" dirty="0"/>
          </a:p>
        </p:txBody>
      </p:sp>
      <p:cxnSp>
        <p:nvCxnSpPr>
          <p:cNvPr id="84" name="Straight Connector 83">
            <a:extLst>
              <a:ext uri="{FF2B5EF4-FFF2-40B4-BE49-F238E27FC236}">
                <a16:creationId xmlns:a16="http://schemas.microsoft.com/office/drawing/2014/main" id="{D88BDD90-3D2D-E5F2-003A-A276071C9690}"/>
              </a:ext>
            </a:extLst>
          </p:cNvPr>
          <p:cNvCxnSpPr>
            <a:cxnSpLocks/>
          </p:cNvCxnSpPr>
          <p:nvPr/>
        </p:nvCxnSpPr>
        <p:spPr>
          <a:xfrm>
            <a:off x="658962" y="3987321"/>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85" name="Rectangle: Top Corners Snipped 84">
            <a:extLst>
              <a:ext uri="{FF2B5EF4-FFF2-40B4-BE49-F238E27FC236}">
                <a16:creationId xmlns:a16="http://schemas.microsoft.com/office/drawing/2014/main" id="{A506F5B3-4F35-5ACC-0C7D-5CA332C05EC4}"/>
              </a:ext>
            </a:extLst>
          </p:cNvPr>
          <p:cNvSpPr/>
          <p:nvPr/>
        </p:nvSpPr>
        <p:spPr>
          <a:xfrm rot="5400000">
            <a:off x="714046" y="516453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6" name="Rectangle: Top Corners Snipped 85">
            <a:extLst>
              <a:ext uri="{FF2B5EF4-FFF2-40B4-BE49-F238E27FC236}">
                <a16:creationId xmlns:a16="http://schemas.microsoft.com/office/drawing/2014/main" id="{1532720E-81E1-0EA6-1D9D-16A39BCDC64D}"/>
              </a:ext>
            </a:extLst>
          </p:cNvPr>
          <p:cNvSpPr/>
          <p:nvPr/>
        </p:nvSpPr>
        <p:spPr>
          <a:xfrm rot="5400000">
            <a:off x="714110" y="570768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7" name="Rectangle: Top Corners Snipped 86">
            <a:extLst>
              <a:ext uri="{FF2B5EF4-FFF2-40B4-BE49-F238E27FC236}">
                <a16:creationId xmlns:a16="http://schemas.microsoft.com/office/drawing/2014/main" id="{A7A14E5E-8F97-9F75-A9AC-BC29BAF4FDE8}"/>
              </a:ext>
            </a:extLst>
          </p:cNvPr>
          <p:cNvSpPr/>
          <p:nvPr/>
        </p:nvSpPr>
        <p:spPr>
          <a:xfrm rot="5400000">
            <a:off x="706462" y="717255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8" name="Rectangle: Top Corners Snipped 87">
            <a:extLst>
              <a:ext uri="{FF2B5EF4-FFF2-40B4-BE49-F238E27FC236}">
                <a16:creationId xmlns:a16="http://schemas.microsoft.com/office/drawing/2014/main" id="{9769E7CE-A71E-612B-46B0-22E8C74EDBD4}"/>
              </a:ext>
            </a:extLst>
          </p:cNvPr>
          <p:cNvSpPr/>
          <p:nvPr/>
        </p:nvSpPr>
        <p:spPr>
          <a:xfrm rot="5400000">
            <a:off x="706462" y="625083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9" name="TextBox 88">
            <a:extLst>
              <a:ext uri="{FF2B5EF4-FFF2-40B4-BE49-F238E27FC236}">
                <a16:creationId xmlns:a16="http://schemas.microsoft.com/office/drawing/2014/main" id="{31D1FF0E-5C12-5E8E-0F4A-2126F3BFC153}"/>
              </a:ext>
            </a:extLst>
          </p:cNvPr>
          <p:cNvSpPr txBox="1"/>
          <p:nvPr/>
        </p:nvSpPr>
        <p:spPr>
          <a:xfrm>
            <a:off x="714319" y="5260543"/>
            <a:ext cx="347022" cy="276999"/>
          </a:xfrm>
          <a:prstGeom prst="rect">
            <a:avLst/>
          </a:prstGeom>
          <a:noFill/>
        </p:spPr>
        <p:txBody>
          <a:bodyPr wrap="square" rtlCol="0">
            <a:spAutoFit/>
          </a:bodyPr>
          <a:lstStyle/>
          <a:p>
            <a:r>
              <a:rPr lang="en-AU" sz="1200" b="1" spc="-50" dirty="0">
                <a:solidFill>
                  <a:srgbClr val="231F20"/>
                </a:solidFill>
                <a:latin typeface="Arial"/>
                <a:cs typeface="Arial"/>
              </a:rPr>
              <a:t>7</a:t>
            </a:r>
            <a:endParaRPr lang="en-AU" sz="1200" dirty="0"/>
          </a:p>
        </p:txBody>
      </p:sp>
      <p:sp>
        <p:nvSpPr>
          <p:cNvPr id="90" name="TextBox 89">
            <a:extLst>
              <a:ext uri="{FF2B5EF4-FFF2-40B4-BE49-F238E27FC236}">
                <a16:creationId xmlns:a16="http://schemas.microsoft.com/office/drawing/2014/main" id="{649F3944-A160-9C47-C52E-A971E21C46ED}"/>
              </a:ext>
            </a:extLst>
          </p:cNvPr>
          <p:cNvSpPr txBox="1"/>
          <p:nvPr/>
        </p:nvSpPr>
        <p:spPr>
          <a:xfrm>
            <a:off x="717648" y="5803696"/>
            <a:ext cx="347022" cy="276999"/>
          </a:xfrm>
          <a:prstGeom prst="rect">
            <a:avLst/>
          </a:prstGeom>
          <a:noFill/>
        </p:spPr>
        <p:txBody>
          <a:bodyPr wrap="square" rtlCol="0">
            <a:spAutoFit/>
          </a:bodyPr>
          <a:lstStyle/>
          <a:p>
            <a:r>
              <a:rPr lang="en-AU" sz="1200" b="1" spc="-50" dirty="0">
                <a:solidFill>
                  <a:srgbClr val="231F20"/>
                </a:solidFill>
                <a:latin typeface="Arial"/>
                <a:cs typeface="Arial"/>
              </a:rPr>
              <a:t>8</a:t>
            </a:r>
            <a:endParaRPr lang="en-AU" sz="1200" dirty="0"/>
          </a:p>
        </p:txBody>
      </p:sp>
      <p:sp>
        <p:nvSpPr>
          <p:cNvPr id="91" name="TextBox 90">
            <a:extLst>
              <a:ext uri="{FF2B5EF4-FFF2-40B4-BE49-F238E27FC236}">
                <a16:creationId xmlns:a16="http://schemas.microsoft.com/office/drawing/2014/main" id="{4B1FB14B-61DA-C489-73F9-18361C10BD55}"/>
              </a:ext>
            </a:extLst>
          </p:cNvPr>
          <p:cNvSpPr txBox="1"/>
          <p:nvPr/>
        </p:nvSpPr>
        <p:spPr>
          <a:xfrm>
            <a:off x="715868" y="6346850"/>
            <a:ext cx="347022" cy="276999"/>
          </a:xfrm>
          <a:prstGeom prst="rect">
            <a:avLst/>
          </a:prstGeom>
          <a:noFill/>
        </p:spPr>
        <p:txBody>
          <a:bodyPr wrap="square" rtlCol="0">
            <a:spAutoFit/>
          </a:bodyPr>
          <a:lstStyle/>
          <a:p>
            <a:r>
              <a:rPr lang="en-AU" sz="1200" b="1" spc="-50" dirty="0">
                <a:solidFill>
                  <a:srgbClr val="231F20"/>
                </a:solidFill>
                <a:latin typeface="Arial"/>
                <a:cs typeface="Arial"/>
              </a:rPr>
              <a:t>9</a:t>
            </a:r>
            <a:endParaRPr lang="en-AU" sz="1200" dirty="0"/>
          </a:p>
        </p:txBody>
      </p:sp>
      <p:sp>
        <p:nvSpPr>
          <p:cNvPr id="92" name="TextBox 91">
            <a:extLst>
              <a:ext uri="{FF2B5EF4-FFF2-40B4-BE49-F238E27FC236}">
                <a16:creationId xmlns:a16="http://schemas.microsoft.com/office/drawing/2014/main" id="{5B70636A-50B1-EE32-0553-106B87D77C09}"/>
              </a:ext>
            </a:extLst>
          </p:cNvPr>
          <p:cNvSpPr txBox="1"/>
          <p:nvPr/>
        </p:nvSpPr>
        <p:spPr>
          <a:xfrm>
            <a:off x="686048" y="7268565"/>
            <a:ext cx="347022" cy="276999"/>
          </a:xfrm>
          <a:prstGeom prst="rect">
            <a:avLst/>
          </a:prstGeom>
          <a:noFill/>
        </p:spPr>
        <p:txBody>
          <a:bodyPr wrap="square" rtlCol="0">
            <a:spAutoFit/>
          </a:bodyPr>
          <a:lstStyle/>
          <a:p>
            <a:r>
              <a:rPr lang="en-AU" sz="1200" b="1" spc="-50" dirty="0">
                <a:solidFill>
                  <a:srgbClr val="231F20"/>
                </a:solidFill>
                <a:latin typeface="Arial"/>
                <a:cs typeface="Arial"/>
              </a:rPr>
              <a:t>10</a:t>
            </a:r>
            <a:endParaRPr lang="en-AU" sz="1200" dirty="0"/>
          </a:p>
        </p:txBody>
      </p:sp>
      <p:sp>
        <p:nvSpPr>
          <p:cNvPr id="93" name="Rectangle: Top Corners Snipped 92">
            <a:extLst>
              <a:ext uri="{FF2B5EF4-FFF2-40B4-BE49-F238E27FC236}">
                <a16:creationId xmlns:a16="http://schemas.microsoft.com/office/drawing/2014/main" id="{7EB667A3-852E-52BD-4CEA-ACD191A34EE0}"/>
              </a:ext>
            </a:extLst>
          </p:cNvPr>
          <p:cNvSpPr/>
          <p:nvPr/>
        </p:nvSpPr>
        <p:spPr>
          <a:xfrm rot="5400000">
            <a:off x="708509" y="857409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4" name="TextBox 93">
            <a:extLst>
              <a:ext uri="{FF2B5EF4-FFF2-40B4-BE49-F238E27FC236}">
                <a16:creationId xmlns:a16="http://schemas.microsoft.com/office/drawing/2014/main" id="{60714C3D-F21D-55DB-5048-1415A8B384A9}"/>
              </a:ext>
            </a:extLst>
          </p:cNvPr>
          <p:cNvSpPr txBox="1"/>
          <p:nvPr/>
        </p:nvSpPr>
        <p:spPr>
          <a:xfrm>
            <a:off x="701786" y="8659924"/>
            <a:ext cx="347022" cy="276999"/>
          </a:xfrm>
          <a:prstGeom prst="rect">
            <a:avLst/>
          </a:prstGeom>
          <a:noFill/>
        </p:spPr>
        <p:txBody>
          <a:bodyPr wrap="square" rtlCol="0">
            <a:spAutoFit/>
          </a:bodyPr>
          <a:lstStyle/>
          <a:p>
            <a:r>
              <a:rPr lang="en-AU" sz="1200" b="1" spc="-50" dirty="0">
                <a:solidFill>
                  <a:srgbClr val="231F20"/>
                </a:solidFill>
                <a:latin typeface="Arial"/>
                <a:cs typeface="Arial"/>
              </a:rPr>
              <a:t>11</a:t>
            </a:r>
            <a:endParaRPr lang="en-AU" sz="1200" dirty="0"/>
          </a:p>
        </p:txBody>
      </p:sp>
      <p:sp>
        <p:nvSpPr>
          <p:cNvPr id="95" name="Rectangle: Top Corners Snipped 94">
            <a:extLst>
              <a:ext uri="{FF2B5EF4-FFF2-40B4-BE49-F238E27FC236}">
                <a16:creationId xmlns:a16="http://schemas.microsoft.com/office/drawing/2014/main" id="{84FB7EAB-036B-E062-74E1-E59E0A4DD223}"/>
              </a:ext>
            </a:extLst>
          </p:cNvPr>
          <p:cNvSpPr/>
          <p:nvPr/>
        </p:nvSpPr>
        <p:spPr>
          <a:xfrm rot="5400000">
            <a:off x="714047" y="424281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6" name="TextBox 95">
            <a:extLst>
              <a:ext uri="{FF2B5EF4-FFF2-40B4-BE49-F238E27FC236}">
                <a16:creationId xmlns:a16="http://schemas.microsoft.com/office/drawing/2014/main" id="{FB54E993-4F74-38CE-60B4-AC153E08CC2F}"/>
              </a:ext>
            </a:extLst>
          </p:cNvPr>
          <p:cNvSpPr txBox="1"/>
          <p:nvPr/>
        </p:nvSpPr>
        <p:spPr>
          <a:xfrm>
            <a:off x="712987" y="4338828"/>
            <a:ext cx="374237" cy="276999"/>
          </a:xfrm>
          <a:prstGeom prst="rect">
            <a:avLst/>
          </a:prstGeom>
          <a:noFill/>
        </p:spPr>
        <p:txBody>
          <a:bodyPr wrap="square" rtlCol="0">
            <a:spAutoFit/>
          </a:bodyPr>
          <a:lstStyle/>
          <a:p>
            <a:r>
              <a:rPr lang="en-AU" sz="1200" b="1" spc="-50" dirty="0">
                <a:solidFill>
                  <a:srgbClr val="231F20"/>
                </a:solidFill>
                <a:latin typeface="Arial"/>
                <a:cs typeface="Arial"/>
              </a:rPr>
              <a:t>6</a:t>
            </a:r>
            <a:endParaRPr lang="en-AU" sz="1200" dirty="0"/>
          </a:p>
        </p:txBody>
      </p:sp>
      <p:sp>
        <p:nvSpPr>
          <p:cNvPr id="97" name="Rectangle: Top Corners Snipped 96">
            <a:extLst>
              <a:ext uri="{FF2B5EF4-FFF2-40B4-BE49-F238E27FC236}">
                <a16:creationId xmlns:a16="http://schemas.microsoft.com/office/drawing/2014/main" id="{E9DCDF27-FD58-58BD-99B5-20922321A519}"/>
              </a:ext>
            </a:extLst>
          </p:cNvPr>
          <p:cNvSpPr/>
          <p:nvPr/>
        </p:nvSpPr>
        <p:spPr>
          <a:xfrm rot="5400000">
            <a:off x="713936" y="9549663"/>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8" name="Rectangle: Top Corners Snipped 97">
            <a:extLst>
              <a:ext uri="{FF2B5EF4-FFF2-40B4-BE49-F238E27FC236}">
                <a16:creationId xmlns:a16="http://schemas.microsoft.com/office/drawing/2014/main" id="{0876769B-EF59-DB9A-C5D3-D4987A05826C}"/>
              </a:ext>
            </a:extLst>
          </p:cNvPr>
          <p:cNvSpPr/>
          <p:nvPr/>
        </p:nvSpPr>
        <p:spPr>
          <a:xfrm rot="5400000">
            <a:off x="712387" y="905010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9" name="TextBox 98">
            <a:extLst>
              <a:ext uri="{FF2B5EF4-FFF2-40B4-BE49-F238E27FC236}">
                <a16:creationId xmlns:a16="http://schemas.microsoft.com/office/drawing/2014/main" id="{95FDB848-FFF4-42B8-4977-680177C29FF3}"/>
              </a:ext>
            </a:extLst>
          </p:cNvPr>
          <p:cNvSpPr txBox="1"/>
          <p:nvPr/>
        </p:nvSpPr>
        <p:spPr>
          <a:xfrm>
            <a:off x="658962" y="9657471"/>
            <a:ext cx="374237" cy="276999"/>
          </a:xfrm>
          <a:prstGeom prst="rect">
            <a:avLst/>
          </a:prstGeom>
          <a:noFill/>
        </p:spPr>
        <p:txBody>
          <a:bodyPr wrap="square" rtlCol="0">
            <a:spAutoFit/>
          </a:bodyPr>
          <a:lstStyle/>
          <a:p>
            <a:r>
              <a:rPr lang="en-AU" sz="1200" b="1" spc="-50" dirty="0">
                <a:solidFill>
                  <a:srgbClr val="231F20"/>
                </a:solidFill>
                <a:latin typeface="Arial"/>
                <a:cs typeface="Arial"/>
              </a:rPr>
              <a:t>13</a:t>
            </a:r>
            <a:endParaRPr lang="en-AU" sz="1200" dirty="0"/>
          </a:p>
        </p:txBody>
      </p:sp>
      <p:sp>
        <p:nvSpPr>
          <p:cNvPr id="100" name="TextBox 99">
            <a:extLst>
              <a:ext uri="{FF2B5EF4-FFF2-40B4-BE49-F238E27FC236}">
                <a16:creationId xmlns:a16="http://schemas.microsoft.com/office/drawing/2014/main" id="{E2A18296-F2ED-2FE0-7FD1-04E26C186C02}"/>
              </a:ext>
            </a:extLst>
          </p:cNvPr>
          <p:cNvSpPr txBox="1"/>
          <p:nvPr/>
        </p:nvSpPr>
        <p:spPr>
          <a:xfrm>
            <a:off x="682371" y="9154428"/>
            <a:ext cx="374237" cy="276999"/>
          </a:xfrm>
          <a:prstGeom prst="rect">
            <a:avLst/>
          </a:prstGeom>
          <a:noFill/>
        </p:spPr>
        <p:txBody>
          <a:bodyPr wrap="square" rtlCol="0">
            <a:spAutoFit/>
          </a:bodyPr>
          <a:lstStyle/>
          <a:p>
            <a:r>
              <a:rPr lang="en-AU" sz="1200" b="1" spc="-50" dirty="0">
                <a:solidFill>
                  <a:srgbClr val="231F20"/>
                </a:solidFill>
                <a:latin typeface="Arial"/>
                <a:cs typeface="Arial"/>
              </a:rPr>
              <a:t>12</a:t>
            </a:r>
            <a:endParaRPr lang="en-AU" sz="1200" dirty="0"/>
          </a:p>
        </p:txBody>
      </p:sp>
      <p:sp>
        <p:nvSpPr>
          <p:cNvPr id="102" name="TextBox 101">
            <a:extLst>
              <a:ext uri="{FF2B5EF4-FFF2-40B4-BE49-F238E27FC236}">
                <a16:creationId xmlns:a16="http://schemas.microsoft.com/office/drawing/2014/main" id="{D630CB56-2B93-DC5C-1ADC-B8617230E6E3}"/>
              </a:ext>
            </a:extLst>
          </p:cNvPr>
          <p:cNvSpPr txBox="1"/>
          <p:nvPr/>
        </p:nvSpPr>
        <p:spPr>
          <a:xfrm>
            <a:off x="658962" y="4052263"/>
            <a:ext cx="6385992" cy="277576"/>
          </a:xfrm>
          <a:prstGeom prst="rect">
            <a:avLst/>
          </a:prstGeom>
          <a:noFill/>
        </p:spPr>
        <p:txBody>
          <a:bodyPr wrap="square">
            <a:spAutoFit/>
          </a:bodyPr>
          <a:lstStyle/>
          <a:p>
            <a:pPr algn="just">
              <a:lnSpc>
                <a:spcPct val="105000"/>
              </a:lnSpc>
              <a:spcAft>
                <a:spcPts val="800"/>
              </a:spcAft>
            </a:pPr>
            <a:r>
              <a:rPr lang="en-AU" sz="1200" kern="100" dirty="0" b="1">
                <a:effectLst/>
                <a:latin typeface="Book Antiqua" panose="02040602050305030304" pitchFamily="18" charset="0"/>
                <a:ea typeface="Yu Gothic" panose="020B0400000000000000" pitchFamily="34" charset="-128"/>
                <a:cs typeface="Times New Roman" panose="02020603050405020304" pitchFamily="18" charset="0"/>
              </a:rPr>
              <a:t>Circle the correct word in each sentence (½ mark per sentence).</a:t>
            </a:r>
            <a:endParaRPr lang="en-AU" sz="1200" kern="100" dirty="0">
              <a:effectLst/>
              <a:latin typeface="Arial" panose="020B0604020202020204" pitchFamily="34" charset="0"/>
              <a:ea typeface="Yu Gothic" panose="020B0400000000000000" pitchFamily="34" charset="-128"/>
              <a:cs typeface="Times New Roman" panose="02020603050405020304" pitchFamily="18" charset="0"/>
            </a:endParaRPr>
          </a:p>
        </p:txBody>
      </p:sp>
      <p:sp>
        <p:nvSpPr>
          <p:cNvPr id="105" name="TextBox 104">
            <a:extLst>
              <a:ext uri="{FF2B5EF4-FFF2-40B4-BE49-F238E27FC236}">
                <a16:creationId xmlns:a16="http://schemas.microsoft.com/office/drawing/2014/main" id="{C63619E5-4594-B30E-8B94-A6C7EC77A464}"/>
              </a:ext>
            </a:extLst>
          </p:cNvPr>
          <p:cNvSpPr txBox="1"/>
          <p:nvPr/>
        </p:nvSpPr>
        <p:spPr>
          <a:xfrm>
            <a:off x="1216152" y="4334256"/>
            <a:ext cx="6309360" cy="470001"/>
          </a:xfrm>
          <a:prstGeom prst="rect">
            <a:avLst/>
          </a:prstGeom>
          <a:noFill/>
        </p:spPr>
        <p:txBody>
          <a:bodyPr wrap="square">
            <a:spAutoFit/>
          </a:bodyPr>
          <a:lstStyle/>
          <a:p>
            <a:pPr>
              <a:lnSpc>
                <a:spcPct val="100000"/>
              </a:lnSpc>
            </a:pPr>
            <a:r>
              <a:rPr lang="en-AU" sz="1200" dirty="0">
                <a:latin typeface="Book Antiqua" panose="02040602050305030304" pitchFamily="18" charset="0"/>
              </a:rPr>
              <a:t xml:space="preserve">The coach failed to </a:t>
            </a:r>
            <a:r>
              <a:rPr lang="en-AU" sz="1200" dirty="0" b="1">
                <a:latin typeface="Book Antiqua" panose="02040602050305030304" pitchFamily="18" charset="0"/>
              </a:rPr>
              <a:t>apprise/appraise</a:t>
            </a:r>
            <a:r>
              <a:rPr lang="en-AU" sz="1200" dirty="0">
                <a:latin typeface="Book Antiqua" panose="02040602050305030304" pitchFamily="18" charset="0"/>
              </a:rPr>
              <a:t xml:space="preserve"> the team of the new rules until after the first match.</a:t>
            </a:r>
          </a:p>
        </p:txBody>
      </p:sp>
      <p:sp>
        <p:nvSpPr>
          <p:cNvPr id="117" name="TextBox 104"/>
          <p:cNvSpPr txBox="1"/>
          <p:nvPr/>
        </p:nvSpPr>
        <p:spPr>
          <a:xfrm>
            <a:off x="1216152" y="7498994"/>
            <a:ext cx="6309360" cy="470001"/>
          </a:xfrm>
          <a:prstGeom prst="rect">
            <a:avLst/>
          </a:prstGeom>
          <a:noFill/>
        </p:spPr>
        <p:txBody>
          <a:bodyPr wrap="square">
            <a:spAutoFit/>
          </a:bodyPr>
          <a:lstStyle/>
          <a:p>
            <a:pPr>
              <a:lnSpc>
                <a:spcPct val="100000"/>
              </a:lnSpc>
            </a:pPr>
            <a:r>
              <a:rPr lang="en-AU" sz="1200" dirty="0">
                <a:latin typeface="Book Antiqua" panose="02040602050305030304" pitchFamily="18" charset="0"/>
              </a:rPr>
              <a:t xml:space="preserve">The architect, </a:t>
            </a:r>
            <a:r>
              <a:rPr lang="en-AU" sz="1200" dirty="0" b="1">
                <a:latin typeface="Book Antiqua" panose="02040602050305030304" pitchFamily="18" charset="0"/>
              </a:rPr>
              <a:t>who/that</a:t>
            </a:r>
            <a:r>
              <a:rPr lang="en-AU" sz="1200" dirty="0">
                <a:latin typeface="Book Antiqua" panose="02040602050305030304" pitchFamily="18" charset="0"/>
              </a:rPr>
              <a:t xml:space="preserve"> had designed the original bridge, attended its demolition in silence.</a:t>
            </a:r>
          </a:p>
        </p:txBody>
      </p:sp>
      <p:sp>
        <p:nvSpPr>
          <p:cNvPr id="116" name="TextBox 104"/>
          <p:cNvSpPr txBox="1"/>
          <p:nvPr/>
        </p:nvSpPr>
        <p:spPr>
          <a:xfrm>
            <a:off x="1216152" y="7263993"/>
            <a:ext cx="6309360" cy="280720"/>
          </a:xfrm>
          <a:prstGeom prst="rect">
            <a:avLst/>
          </a:prstGeom>
          <a:noFill/>
        </p:spPr>
        <p:txBody>
          <a:bodyPr wrap="square">
            <a:spAutoFit/>
          </a:bodyPr>
          <a:lstStyle/>
          <a:p>
            <a:pPr>
              <a:lnSpc>
                <a:spcPct val="100000"/>
              </a:lnSpc>
            </a:pPr>
            <a:r>
              <a:rPr lang="en-AU" sz="1200" dirty="0">
                <a:latin typeface="Book Antiqua" panose="02040602050305030304" pitchFamily="18" charset="0"/>
              </a:rPr>
              <a:t xml:space="preserve">Of the two finalists, the Brazilian was clearly the </a:t>
            </a:r>
            <a:r>
              <a:rPr lang="en-AU" sz="1200" dirty="0" b="1">
                <a:latin typeface="Book Antiqua" panose="02040602050305030304" pitchFamily="18" charset="0"/>
              </a:rPr>
              <a:t>stronger/strongest</a:t>
            </a:r>
            <a:r>
              <a:rPr lang="en-AU" sz="1200" dirty="0">
                <a:latin typeface="Book Antiqua" panose="02040602050305030304" pitchFamily="18" charset="0"/>
              </a:rPr>
              <a:t xml:space="preserve"> swimmer.</a:t>
            </a:r>
          </a:p>
        </p:txBody>
      </p:sp>
      <p:sp>
        <p:nvSpPr>
          <p:cNvPr id="115" name="TextBox 104"/>
          <p:cNvSpPr txBox="1"/>
          <p:nvPr/>
        </p:nvSpPr>
        <p:spPr>
          <a:xfrm>
            <a:off x="1216152" y="6766560"/>
            <a:ext cx="6309360" cy="470001"/>
          </a:xfrm>
          <a:prstGeom prst="rect">
            <a:avLst/>
          </a:prstGeom>
          <a:noFill/>
        </p:spPr>
        <p:txBody>
          <a:bodyPr wrap="square">
            <a:spAutoFit/>
          </a:bodyPr>
          <a:lstStyle/>
          <a:p>
            <a:pPr>
              <a:lnSpc>
                <a:spcPct val="100000"/>
              </a:lnSpc>
            </a:pPr>
            <a:r>
              <a:rPr lang="en-AU" sz="1200" dirty="0">
                <a:latin typeface="Book Antiqua" panose="02040602050305030304" pitchFamily="18" charset="0"/>
              </a:rPr>
              <a:t xml:space="preserve">In the eighteenth century, thieves in England could be </a:t>
            </a:r>
            <a:r>
              <a:rPr lang="en-AU" sz="1200" dirty="0" b="1">
                <a:latin typeface="Book Antiqua" panose="02040602050305030304" pitchFamily="18" charset="0"/>
              </a:rPr>
              <a:t>hanged/hung</a:t>
            </a:r>
            <a:r>
              <a:rPr lang="en-AU" sz="1200" dirty="0">
                <a:latin typeface="Book Antiqua" panose="02040602050305030304" pitchFamily="18" charset="0"/>
              </a:rPr>
              <a:t xml:space="preserve"> for stealing goods worth a few shillings.</a:t>
            </a:r>
          </a:p>
        </p:txBody>
      </p:sp>
      <p:sp>
        <p:nvSpPr>
          <p:cNvPr id="114" name="TextBox 104"/>
          <p:cNvSpPr txBox="1"/>
          <p:nvPr/>
        </p:nvSpPr>
        <p:spPr>
          <a:xfrm>
            <a:off x="1216152" y="6342278"/>
            <a:ext cx="6309360" cy="470001"/>
          </a:xfrm>
          <a:prstGeom prst="rect">
            <a:avLst/>
          </a:prstGeom>
          <a:noFill/>
        </p:spPr>
        <p:txBody>
          <a:bodyPr wrap="square">
            <a:spAutoFit/>
          </a:bodyPr>
          <a:lstStyle/>
          <a:p>
            <a:pPr>
              <a:lnSpc>
                <a:spcPct val="100000"/>
              </a:lnSpc>
            </a:pPr>
            <a:r>
              <a:rPr lang="en-AU" sz="1200" dirty="0">
                <a:latin typeface="Book Antiqua" panose="02040602050305030304" pitchFamily="18" charset="0"/>
              </a:rPr>
              <a:t xml:space="preserve">By the time the pumps arrived, the old paddle-steamer had </a:t>
            </a:r>
            <a:r>
              <a:rPr lang="en-AU" sz="1200" dirty="0" b="1">
                <a:latin typeface="Book Antiqua" panose="02040602050305030304" pitchFamily="18" charset="0"/>
              </a:rPr>
              <a:t>sank/sunk</a:t>
            </a:r>
            <a:r>
              <a:rPr lang="en-AU" sz="1200" dirty="0">
                <a:latin typeface="Book Antiqua" panose="02040602050305030304" pitchFamily="18" charset="0"/>
              </a:rPr>
              <a:t xml:space="preserve"> at its mooring.</a:t>
            </a:r>
          </a:p>
        </p:txBody>
      </p:sp>
      <p:sp>
        <p:nvSpPr>
          <p:cNvPr id="113" name="TextBox 104"/>
          <p:cNvSpPr txBox="1"/>
          <p:nvPr/>
        </p:nvSpPr>
        <p:spPr>
          <a:xfrm>
            <a:off x="1216152" y="6034125"/>
            <a:ext cx="6309360" cy="280720"/>
          </a:xfrm>
          <a:prstGeom prst="rect">
            <a:avLst/>
          </a:prstGeom>
          <a:noFill/>
        </p:spPr>
        <p:txBody>
          <a:bodyPr wrap="square">
            <a:spAutoFit/>
          </a:bodyPr>
          <a:lstStyle/>
          <a:p>
            <a:pPr>
              <a:lnSpc>
                <a:spcPct val="100000"/>
              </a:lnSpc>
            </a:pPr>
            <a:r>
              <a:rPr lang="en-AU" sz="1200" dirty="0">
                <a:latin typeface="Book Antiqua" panose="02040602050305030304" pitchFamily="18" charset="0"/>
              </a:rPr>
              <a:t xml:space="preserve">Negotiations between the two warring kingdoms were fraught </a:t>
            </a:r>
            <a:r>
              <a:rPr lang="en-AU" sz="1200" dirty="0" b="1">
                <a:latin typeface="Book Antiqua" panose="02040602050305030304" pitchFamily="18" charset="0"/>
              </a:rPr>
              <a:t>with/by</a:t>
            </a:r>
            <a:r>
              <a:rPr lang="en-AU" sz="1200" dirty="0">
                <a:latin typeface="Book Antiqua" panose="02040602050305030304" pitchFamily="18" charset="0"/>
              </a:rPr>
              <a:t xml:space="preserve"> mistrust.</a:t>
            </a:r>
          </a:p>
        </p:txBody>
      </p:sp>
      <p:sp>
        <p:nvSpPr>
          <p:cNvPr id="112" name="TextBox 104"/>
          <p:cNvSpPr txBox="1"/>
          <p:nvPr/>
        </p:nvSpPr>
        <p:spPr>
          <a:xfrm>
            <a:off x="1216152" y="5799124"/>
            <a:ext cx="6309360" cy="280720"/>
          </a:xfrm>
          <a:prstGeom prst="rect">
            <a:avLst/>
          </a:prstGeom>
          <a:noFill/>
        </p:spPr>
        <p:txBody>
          <a:bodyPr wrap="square">
            <a:spAutoFit/>
          </a:bodyPr>
          <a:lstStyle/>
          <a:p>
            <a:pPr>
              <a:lnSpc>
                <a:spcPct val="100000"/>
              </a:lnSpc>
            </a:pPr>
            <a:r>
              <a:rPr lang="en-AU" sz="1200" dirty="0">
                <a:latin typeface="Book Antiqua" panose="02040602050305030304" pitchFamily="18" charset="0"/>
              </a:rPr>
              <a:t xml:space="preserve">The rescue plan was predicated </a:t>
            </a:r>
            <a:r>
              <a:rPr lang="en-AU" sz="1200" dirty="0" b="1">
                <a:latin typeface="Book Antiqua" panose="02040602050305030304" pitchFamily="18" charset="0"/>
              </a:rPr>
              <a:t>on/by</a:t>
            </a:r>
            <a:r>
              <a:rPr lang="en-AU" sz="1200" dirty="0">
                <a:latin typeface="Book Antiqua" panose="02040602050305030304" pitchFamily="18" charset="0"/>
              </a:rPr>
              <a:t xml:space="preserve"> the weather clearing before dawn.</a:t>
            </a:r>
          </a:p>
        </p:txBody>
      </p:sp>
      <p:sp>
        <p:nvSpPr>
          <p:cNvPr id="111" name="TextBox 104"/>
          <p:cNvSpPr txBox="1"/>
          <p:nvPr/>
        </p:nvSpPr>
        <p:spPr>
          <a:xfrm>
            <a:off x="1216152" y="5490972"/>
            <a:ext cx="6309360" cy="280720"/>
          </a:xfrm>
          <a:prstGeom prst="rect">
            <a:avLst/>
          </a:prstGeom>
          <a:noFill/>
        </p:spPr>
        <p:txBody>
          <a:bodyPr wrap="square">
            <a:spAutoFit/>
          </a:bodyPr>
          <a:lstStyle/>
          <a:p>
            <a:pPr>
              <a:lnSpc>
                <a:spcPct val="100000"/>
              </a:lnSpc>
            </a:pPr>
            <a:r>
              <a:rPr lang="en-AU" sz="1200" dirty="0">
                <a:latin typeface="Book Antiqua" panose="02040602050305030304" pitchFamily="18" charset="0"/>
              </a:rPr>
              <a:t xml:space="preserve">Skipping the rematch was tantamount </a:t>
            </a:r>
            <a:r>
              <a:rPr lang="en-AU" sz="1200" dirty="0" b="1">
                <a:latin typeface="Book Antiqua" panose="02040602050305030304" pitchFamily="18" charset="0"/>
              </a:rPr>
              <a:t>to/with</a:t>
            </a:r>
            <a:r>
              <a:rPr lang="en-AU" sz="1200" dirty="0">
                <a:latin typeface="Book Antiqua" panose="02040602050305030304" pitchFamily="18" charset="0"/>
              </a:rPr>
              <a:t xml:space="preserve"> admitting defeat.</a:t>
            </a:r>
          </a:p>
        </p:txBody>
      </p:sp>
      <p:sp>
        <p:nvSpPr>
          <p:cNvPr id="110" name="TextBox 104"/>
          <p:cNvSpPr txBox="1"/>
          <p:nvPr/>
        </p:nvSpPr>
        <p:spPr>
          <a:xfrm>
            <a:off x="1216152" y="5255971"/>
            <a:ext cx="6309360" cy="280720"/>
          </a:xfrm>
          <a:prstGeom prst="rect">
            <a:avLst/>
          </a:prstGeom>
          <a:noFill/>
        </p:spPr>
        <p:txBody>
          <a:bodyPr wrap="square">
            <a:spAutoFit/>
          </a:bodyPr>
          <a:lstStyle/>
          <a:p>
            <a:pPr>
              <a:lnSpc>
                <a:spcPct val="100000"/>
              </a:lnSpc>
            </a:pPr>
            <a:r>
              <a:rPr lang="en-AU" sz="1200" dirty="0">
                <a:latin typeface="Book Antiqua" panose="02040602050305030304" pitchFamily="18" charset="0"/>
              </a:rPr>
              <a:t xml:space="preserve">A good referee must be </a:t>
            </a:r>
            <a:r>
              <a:rPr lang="en-AU" sz="1200" dirty="0" b="1">
                <a:latin typeface="Book Antiqua" panose="02040602050305030304" pitchFamily="18" charset="0"/>
              </a:rPr>
              <a:t>disinterested/uninterested</a:t>
            </a:r>
            <a:r>
              <a:rPr lang="en-AU" sz="1200" dirty="0">
                <a:latin typeface="Book Antiqua" panose="02040602050305030304" pitchFamily="18" charset="0"/>
              </a:rPr>
              <a:t>, favouring neither team.</a:t>
            </a:r>
          </a:p>
        </p:txBody>
      </p:sp>
      <p:sp>
        <p:nvSpPr>
          <p:cNvPr id="109" name="TextBox 104"/>
          <p:cNvSpPr txBox="1"/>
          <p:nvPr/>
        </p:nvSpPr>
        <p:spPr>
          <a:xfrm>
            <a:off x="1216152" y="4758537"/>
            <a:ext cx="6309360" cy="470001"/>
          </a:xfrm>
          <a:prstGeom prst="rect">
            <a:avLst/>
          </a:prstGeom>
          <a:noFill/>
        </p:spPr>
        <p:txBody>
          <a:bodyPr wrap="square">
            <a:spAutoFit/>
          </a:bodyPr>
          <a:lstStyle/>
          <a:p>
            <a:pPr>
              <a:lnSpc>
                <a:spcPct val="100000"/>
              </a:lnSpc>
            </a:pPr>
            <a:r>
              <a:rPr lang="en-AU" sz="1200" dirty="0">
                <a:latin typeface="Book Antiqua" panose="02040602050305030304" pitchFamily="18" charset="0"/>
              </a:rPr>
              <a:t xml:space="preserve">Our fundraising team will </a:t>
            </a:r>
            <a:r>
              <a:rPr lang="en-AU" sz="1200" dirty="0" b="1">
                <a:latin typeface="Book Antiqua" panose="02040602050305030304" pitchFamily="18" charset="0"/>
              </a:rPr>
              <a:t>canvas/canvass</a:t>
            </a:r>
            <a:r>
              <a:rPr lang="en-AU" sz="1200" dirty="0">
                <a:latin typeface="Book Antiqua" panose="02040602050305030304" pitchFamily="18" charset="0"/>
              </a:rPr>
              <a:t xml:space="preserve"> every house on the street before the charity fun run.</a:t>
            </a:r>
          </a:p>
        </p:txBody>
      </p:sp>
      <p:cxnSp>
        <p:nvCxnSpPr>
          <p:cNvPr id="106" name="Straight Connector 105">
            <a:extLst>
              <a:ext uri="{FF2B5EF4-FFF2-40B4-BE49-F238E27FC236}">
                <a16:creationId xmlns:a16="http://schemas.microsoft.com/office/drawing/2014/main" id="{877B662F-EF12-F2C2-B1C5-69689C10212B}"/>
              </a:ext>
            </a:extLst>
          </p:cNvPr>
          <p:cNvCxnSpPr>
            <a:cxnSpLocks/>
          </p:cNvCxnSpPr>
          <p:nvPr/>
        </p:nvCxnSpPr>
        <p:spPr>
          <a:xfrm>
            <a:off x="645872" y="8042185"/>
            <a:ext cx="6913723" cy="0"/>
          </a:xfrm>
          <a:prstGeom prst="line">
            <a:avLst/>
          </a:prstGeom>
          <a:ln w="9525"/>
        </p:spPr>
        <p:style>
          <a:lnRef idx="1">
            <a:schemeClr val="dk1"/>
          </a:lnRef>
          <a:fillRef idx="0">
            <a:schemeClr val="dk1"/>
          </a:fillRef>
          <a:effectRef idx="0">
            <a:schemeClr val="dk1"/>
          </a:effectRef>
          <a:fontRef idx="minor">
            <a:schemeClr val="tx1"/>
          </a:fontRef>
        </p:style>
      </p:cxnSp>
      <p:graphicFrame>
        <p:nvGraphicFramePr>
          <p:cNvPr id="107" name="Table 20">
            <a:extLst>
              <a:ext uri="{FF2B5EF4-FFF2-40B4-BE49-F238E27FC236}">
                <a16:creationId xmlns:a16="http://schemas.microsoft.com/office/drawing/2014/main" id="{813DED9E-DE57-FB5C-AB78-88B4BCCDA947}"/>
              </a:ext>
            </a:extLst>
          </p:cNvPr>
          <p:cNvGraphicFramePr>
            <a:graphicFrameLocks noGrp="1"/>
          </p:cNvGraphicFramePr>
          <p:nvPr>
            <p:extLst>
              <p:ext uri="{D42A27DB-BD31-4B8C-83A1-F6EECF244321}">
                <p14:modId xmlns:p14="http://schemas.microsoft.com/office/powerpoint/2010/main" val="2164320745"/>
              </p:ext>
            </p:extLst>
          </p:nvPr>
        </p:nvGraphicFramePr>
        <p:xfrm>
          <a:off x="1235942" y="8559565"/>
          <a:ext cx="6199875" cy="1456499"/>
        </p:xfrm>
        <a:graphic>
          <a:graphicData uri="http://schemas.openxmlformats.org/drawingml/2006/table">
            <a:tbl>
              <a:tblPr firstRow="1" bandRow="1">
                <a:tableStyleId>{5940675A-B579-460E-94D1-54222C63F5DA}</a:tableStyleId>
              </a:tblPr>
              <a:tblGrid>
                <a:gridCol w="5155117">
                  <a:extLst>
                    <a:ext uri="{9D8B030D-6E8A-4147-A177-3AD203B41FA5}">
                      <a16:colId xmlns:a16="http://schemas.microsoft.com/office/drawing/2014/main" val="2684597723"/>
                    </a:ext>
                  </a:extLst>
                </a:gridCol>
                <a:gridCol w="1044758">
                  <a:extLst>
                    <a:ext uri="{9D8B030D-6E8A-4147-A177-3AD203B41FA5}">
                      <a16:colId xmlns:a16="http://schemas.microsoft.com/office/drawing/2014/main" val="4228695508"/>
                    </a:ext>
                  </a:extLst>
                </a:gridCol>
              </a:tblGrid>
              <a:tr h="543367">
                <a:tc>
                  <a:txBody>
                    <a:bodyPr/>
                    <a:lstStyle/>
                    <a:p>
                      <a:pPr>
                        <a:buNone/>
                      </a:pPr>
                      <a:r>
                        <a:rPr lang="en-AU" sz="1200" dirty="0">
                          <a:latin typeface="Book Antiqua" panose="02040602050305030304" pitchFamily="18" charset="0"/>
                        </a:rPr>
                        <a:t>A sentence in the passive voice must always name the person or thing performing the action.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True | False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2504680"/>
                  </a:ext>
                </a:extLst>
              </a:tr>
              <a:tr h="442003">
                <a:tc>
                  <a:txBody>
                    <a:bodyPr/>
                    <a:lstStyle/>
                    <a:p>
                      <a:pPr>
                        <a:buNone/>
                      </a:pPr>
                      <a:r>
                        <a:rPr lang="en-AU" sz="1200" dirty="0">
                          <a:latin typeface="Book Antiqua" panose="02040602050305030304" pitchFamily="18" charset="0"/>
                        </a:rPr>
                        <a:t>A non-restrictive clause is set off by commas because it adds information that is not essential for identifying the noun.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AU" sz="1200" dirty="0">
                          <a:latin typeface="Book Antiqua" panose="02040602050305030304" pitchFamily="18" charset="0"/>
                        </a:rPr>
                        <a:t>True | False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04897583"/>
                  </a:ext>
                </a:extLst>
              </a:tr>
              <a:tr h="471129">
                <a:tc>
                  <a:txBody>
                    <a:bodyPr/>
                    <a:lstStyle/>
                    <a:p>
                      <a:pPr>
                        <a:buNone/>
                      </a:pPr>
                      <a:r>
                        <a:rPr lang="en-AU" sz="1200" dirty="0">
                          <a:latin typeface="Book Antiqua" panose="02040602050305030304" pitchFamily="18" charset="0"/>
                        </a:rPr>
                        <a:t>In the sentence "Walking into the room, the smell of smoke was overwhelming", the opening phrase is a dangling modifier.</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AU" sz="1200" dirty="0">
                          <a:latin typeface="Book Antiqua" panose="02040602050305030304" pitchFamily="18" charset="0"/>
                        </a:rPr>
                        <a:t>True | False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41134507"/>
                  </a:ext>
                </a:extLst>
              </a:tr>
            </a:tbl>
          </a:graphicData>
        </a:graphic>
      </p:graphicFrame>
      <p:sp>
        <p:nvSpPr>
          <p:cNvPr id="108" name="object 34">
            <a:extLst>
              <a:ext uri="{FF2B5EF4-FFF2-40B4-BE49-F238E27FC236}">
                <a16:creationId xmlns:a16="http://schemas.microsoft.com/office/drawing/2014/main" id="{4A0D1CF9-E69F-D535-EEDE-D9BBACFB4C30}"/>
              </a:ext>
            </a:extLst>
          </p:cNvPr>
          <p:cNvSpPr txBox="1"/>
          <p:nvPr/>
        </p:nvSpPr>
        <p:spPr>
          <a:xfrm>
            <a:off x="751538" y="8196556"/>
            <a:ext cx="6735138"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b="1">
                <a:solidFill>
                  <a:srgbClr val="231F20"/>
                </a:solidFill>
                <a:latin typeface="Book Antiqua" panose="02040602050305030304" pitchFamily="18" charset="0"/>
                <a:cs typeface="Cambria"/>
              </a:rPr>
              <a:t>Indicate whether each of these statements based on English grammar rules is true or false.</a:t>
            </a:r>
            <a:endParaRPr sz="1200" b="1" dirty="0">
              <a:latin typeface="Book Antiqua" panose="02040602050305030304" pitchFamily="18" charset="0"/>
              <a:cs typeface="Cambria"/>
            </a:endParaRPr>
          </a:p>
        </p:txBody>
      </p:sp>
      <p:sp>
        <p:nvSpPr>
          <p:cNvPr id="16" name="TextBox 15">
            <a:extLst>
              <a:ext uri="{FF2B5EF4-FFF2-40B4-BE49-F238E27FC236}">
                <a16:creationId xmlns:a16="http://schemas.microsoft.com/office/drawing/2014/main" id="{796E3EF4-D3E4-B3D5-AE0D-B2F0F94367E8}"/>
              </a:ext>
            </a:extLst>
          </p:cNvPr>
          <p:cNvSpPr txBox="1"/>
          <p:nvPr/>
        </p:nvSpPr>
        <p:spPr>
          <a:xfrm>
            <a:off x="283464" y="137160"/>
            <a:ext cx="722376" cy="475488"/>
          </a:xfrm>
          <a:prstGeom prst="rect">
            <a:avLst/>
          </a:prstGeom>
          <a:noFill/>
          <a:ln>
            <a:noFill/>
          </a:ln>
        </p:spPr>
        <p:txBody>
          <a:bodyPr wrap="square" rtlCol="0" lIns="0" rIns="0" tIns="0" bIns="0">
            <a:spAutoFit/>
          </a:bodyPr>
          <a:lstStyle/>
          <a:p>
            <a:pPr algn="ctr"/>
            <a:r>
              <a:rPr lang="en-AU" sz="1400" b="1" dirty="0">
                <a:latin typeface="Candara" panose="020E0502030303020204" pitchFamily="34" charset="0"/>
                <a:cs typeface="Aharoni" panose="02010803020104030203" pitchFamily="2" charset="-79"/>
              </a:rPr>
              <a:t>TERM</a:t>
            </a:r>
          </a:p>
          <a:p>
            <a:pPr algn="ctr"/>
            <a:r>
              <a:rPr lang="en-AU" sz="1400" b="1" dirty="0">
                <a:latin typeface="Candara" panose="020E0502030303020204" pitchFamily="34" charset="0"/>
                <a:cs typeface="Aharoni" panose="02010803020104030203" pitchFamily="2" charset="-79"/>
              </a:rPr>
              <a:t>TEST</a:t>
            </a:r>
            <a:endParaRPr lang="en-AU" sz="2000" dirty="0">
              <a:latin typeface="Candara" panose="020E0502030303020204" pitchFamily="34" charset="0"/>
            </a:endParaRPr>
          </a:p>
        </p:txBody>
      </p:sp>
    </p:spTree>
    <p:extLst>
      <p:ext uri="{BB962C8B-B14F-4D97-AF65-F5344CB8AC3E}">
        <p14:creationId xmlns:p14="http://schemas.microsoft.com/office/powerpoint/2010/main" val="2858376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0349D-BA84-7582-0C8E-C98F6CE816CD}"/>
              </a:ext>
            </a:extLst>
          </p:cNvPr>
          <p:cNvCxnSpPr/>
          <p:nvPr/>
        </p:nvCxnSpPr>
        <p:spPr>
          <a:xfrm>
            <a:off x="0" y="310602"/>
            <a:ext cx="7559675" cy="0"/>
          </a:xfrm>
          <a:prstGeom prst="line">
            <a:avLst/>
          </a:prstGeom>
          <a:ln w="952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9EF930-B8EE-DA19-8861-AE97521C9103}"/>
              </a:ext>
            </a:extLst>
          </p:cNvPr>
          <p:cNvCxnSpPr>
            <a:cxnSpLocks/>
          </p:cNvCxnSpPr>
          <p:nvPr/>
        </p:nvCxnSpPr>
        <p:spPr>
          <a:xfrm>
            <a:off x="640333" y="310602"/>
            <a:ext cx="1158" cy="9580347"/>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BE562B-757C-70FB-18F2-C27CABC3A86B}"/>
              </a:ext>
            </a:extLst>
          </p:cNvPr>
          <p:cNvCxnSpPr/>
          <p:nvPr/>
        </p:nvCxnSpPr>
        <p:spPr>
          <a:xfrm>
            <a:off x="-4462" y="9906106"/>
            <a:ext cx="7559675" cy="0"/>
          </a:xfrm>
          <a:prstGeom prst="line">
            <a:avLst/>
          </a:prstGeom>
          <a:ln w="9525"/>
        </p:spPr>
        <p:style>
          <a:lnRef idx="1">
            <a:schemeClr val="dk1"/>
          </a:lnRef>
          <a:fillRef idx="0">
            <a:schemeClr val="dk1"/>
          </a:fillRef>
          <a:effectRef idx="0">
            <a:schemeClr val="dk1"/>
          </a:effectRef>
          <a:fontRef idx="minor">
            <a:schemeClr val="tx1"/>
          </a:fontRef>
        </p:style>
      </p:cxnSp>
      <p:sp>
        <p:nvSpPr>
          <p:cNvPr id="4" name="object 34">
            <a:extLst>
              <a:ext uri="{FF2B5EF4-FFF2-40B4-BE49-F238E27FC236}">
                <a16:creationId xmlns:a16="http://schemas.microsoft.com/office/drawing/2014/main" id="{95DF739C-3192-6132-5E9B-AD827E1821F7}"/>
              </a:ext>
            </a:extLst>
          </p:cNvPr>
          <p:cNvSpPr txBox="1"/>
          <p:nvPr/>
        </p:nvSpPr>
        <p:spPr>
          <a:xfrm>
            <a:off x="696835" y="10144659"/>
            <a:ext cx="3671806"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NUMBER OF CORRECT ANSWERS</a:t>
            </a:r>
            <a:endParaRPr b="1" dirty="0">
              <a:latin typeface="Candara" panose="020E0502030303020204" pitchFamily="34" charset="0"/>
              <a:cs typeface="Cambria"/>
            </a:endParaRPr>
          </a:p>
        </p:txBody>
      </p:sp>
      <p:sp>
        <p:nvSpPr>
          <p:cNvPr id="7" name="Rectangle 6">
            <a:extLst>
              <a:ext uri="{FF2B5EF4-FFF2-40B4-BE49-F238E27FC236}">
                <a16:creationId xmlns:a16="http://schemas.microsoft.com/office/drawing/2014/main" id="{69E24734-DF31-3A7F-D61D-63424D5D73F8}"/>
              </a:ext>
            </a:extLst>
          </p:cNvPr>
          <p:cNvSpPr/>
          <p:nvPr/>
        </p:nvSpPr>
        <p:spPr>
          <a:xfrm>
            <a:off x="5064072" y="10018269"/>
            <a:ext cx="1136755" cy="5179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object 34">
            <a:extLst>
              <a:ext uri="{FF2B5EF4-FFF2-40B4-BE49-F238E27FC236}">
                <a16:creationId xmlns:a16="http://schemas.microsoft.com/office/drawing/2014/main" id="{5E469678-8223-2EE8-7E84-BA974DF12FDB}"/>
              </a:ext>
            </a:extLst>
          </p:cNvPr>
          <p:cNvSpPr txBox="1"/>
          <p:nvPr/>
        </p:nvSpPr>
        <p:spPr>
          <a:xfrm>
            <a:off x="5632449" y="10107321"/>
            <a:ext cx="761833" cy="289823"/>
          </a:xfrm>
          <a:prstGeom prst="rect">
            <a:avLst/>
          </a:prstGeom>
        </p:spPr>
        <p:txBody>
          <a:bodyPr vert="horz" wrap="square" lIns="0" tIns="12700" rIns="0" bIns="0" rtlCol="0">
            <a:spAutoFit/>
          </a:bodyPr>
          <a:lstStyle/>
          <a:p>
            <a:pPr marL="12700">
              <a:lnSpc>
                <a:spcPct val="100000"/>
              </a:lnSpc>
              <a:spcBef>
                <a:spcPts val="100"/>
              </a:spcBef>
            </a:pPr>
            <a:r>
              <a:rPr lang="en-AU" b="1" spc="-20" dirty="0">
                <a:solidFill>
                  <a:srgbClr val="231F20"/>
                </a:solidFill>
                <a:latin typeface="Candara" panose="020E0502030303020204" pitchFamily="34" charset="0"/>
                <a:cs typeface="Cambria"/>
              </a:rPr>
              <a:t>/20</a:t>
            </a:r>
            <a:endParaRPr b="1" dirty="0">
              <a:latin typeface="Candara" panose="020E0502030303020204" pitchFamily="34" charset="0"/>
              <a:cs typeface="Cambria"/>
            </a:endParaRPr>
          </a:p>
        </p:txBody>
      </p:sp>
      <p:sp>
        <p:nvSpPr>
          <p:cNvPr id="2" name="TextBox 1">
            <a:extLst>
              <a:ext uri="{FF2B5EF4-FFF2-40B4-BE49-F238E27FC236}">
                <a16:creationId xmlns:a16="http://schemas.microsoft.com/office/drawing/2014/main" id="{7AE1700C-8B86-ECEB-C982-5F8EBE57E0D7}"/>
              </a:ext>
            </a:extLst>
          </p:cNvPr>
          <p:cNvSpPr txBox="1"/>
          <p:nvPr/>
        </p:nvSpPr>
        <p:spPr>
          <a:xfrm>
            <a:off x="83400" y="6272783"/>
            <a:ext cx="461665" cy="1786601"/>
          </a:xfrm>
          <a:prstGeom prst="rect">
            <a:avLst/>
          </a:prstGeom>
          <a:noFill/>
        </p:spPr>
        <p:txBody>
          <a:bodyPr vert="eaVert" wrap="square" rtlCol="0">
            <a:spAutoFit/>
          </a:bodyPr>
          <a:lstStyle/>
          <a:p>
            <a:r>
              <a:rPr lang="en-AU" dirty="0">
                <a:latin typeface="Candara" panose="020E0502030303020204" pitchFamily="34" charset="0"/>
              </a:rPr>
              <a:t>Punctuation</a:t>
            </a:r>
          </a:p>
        </p:txBody>
      </p:sp>
      <p:sp>
        <p:nvSpPr>
          <p:cNvPr id="29" name="TextBox 28">
            <a:extLst>
              <a:ext uri="{FF2B5EF4-FFF2-40B4-BE49-F238E27FC236}">
                <a16:creationId xmlns:a16="http://schemas.microsoft.com/office/drawing/2014/main" id="{E0555ABB-4D28-2DB0-1665-B324E444ABAF}"/>
              </a:ext>
            </a:extLst>
          </p:cNvPr>
          <p:cNvSpPr txBox="1"/>
          <p:nvPr/>
        </p:nvSpPr>
        <p:spPr>
          <a:xfrm>
            <a:off x="116463" y="410551"/>
            <a:ext cx="461665" cy="1786601"/>
          </a:xfrm>
          <a:prstGeom prst="rect">
            <a:avLst/>
          </a:prstGeom>
          <a:noFill/>
        </p:spPr>
        <p:txBody>
          <a:bodyPr vert="eaVert" wrap="square" rtlCol="0">
            <a:spAutoFit/>
          </a:bodyPr>
          <a:lstStyle/>
          <a:p>
            <a:r>
              <a:rPr lang="en-AU" dirty="0">
                <a:latin typeface="Candara" panose="020E0502030303020204" pitchFamily="34" charset="0"/>
              </a:rPr>
              <a:t>Techniques</a:t>
            </a:r>
          </a:p>
        </p:txBody>
      </p:sp>
      <p:cxnSp>
        <p:nvCxnSpPr>
          <p:cNvPr id="70" name="Straight Connector 69">
            <a:extLst>
              <a:ext uri="{FF2B5EF4-FFF2-40B4-BE49-F238E27FC236}">
                <a16:creationId xmlns:a16="http://schemas.microsoft.com/office/drawing/2014/main" id="{378C9A04-C3AE-9C7D-5C5D-F15F75CBC6AC}"/>
              </a:ext>
            </a:extLst>
          </p:cNvPr>
          <p:cNvCxnSpPr>
            <a:cxnSpLocks/>
          </p:cNvCxnSpPr>
          <p:nvPr/>
        </p:nvCxnSpPr>
        <p:spPr>
          <a:xfrm>
            <a:off x="641490" y="6272783"/>
            <a:ext cx="6913723" cy="0"/>
          </a:xfrm>
          <a:prstGeom prst="line">
            <a:avLst/>
          </a:prstGeom>
          <a:ln w="9525"/>
        </p:spPr>
        <p:style>
          <a:lnRef idx="1">
            <a:schemeClr val="dk1"/>
          </a:lnRef>
          <a:fillRef idx="0">
            <a:schemeClr val="dk1"/>
          </a:fillRef>
          <a:effectRef idx="0">
            <a:schemeClr val="dk1"/>
          </a:effectRef>
          <a:fontRef idx="minor">
            <a:schemeClr val="tx1"/>
          </a:fontRef>
        </p:style>
      </p:cxnSp>
      <p:sp>
        <p:nvSpPr>
          <p:cNvPr id="35" name="Rectangle: Top Corners Snipped 34">
            <a:extLst>
              <a:ext uri="{FF2B5EF4-FFF2-40B4-BE49-F238E27FC236}">
                <a16:creationId xmlns:a16="http://schemas.microsoft.com/office/drawing/2014/main" id="{FD05C822-2A4A-209B-1D68-4E2BF9B4CDA7}"/>
              </a:ext>
            </a:extLst>
          </p:cNvPr>
          <p:cNvSpPr/>
          <p:nvPr/>
        </p:nvSpPr>
        <p:spPr>
          <a:xfrm rot="5400000">
            <a:off x="707073" y="2914192"/>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6" name="Rectangle: Top Corners Snipped 35">
            <a:extLst>
              <a:ext uri="{FF2B5EF4-FFF2-40B4-BE49-F238E27FC236}">
                <a16:creationId xmlns:a16="http://schemas.microsoft.com/office/drawing/2014/main" id="{76125F01-9288-AB20-CF9E-714F484EE510}"/>
              </a:ext>
            </a:extLst>
          </p:cNvPr>
          <p:cNvSpPr/>
          <p:nvPr/>
        </p:nvSpPr>
        <p:spPr>
          <a:xfrm rot="5400000">
            <a:off x="718281" y="3893515"/>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7" name="TextBox 36">
            <a:extLst>
              <a:ext uri="{FF2B5EF4-FFF2-40B4-BE49-F238E27FC236}">
                <a16:creationId xmlns:a16="http://schemas.microsoft.com/office/drawing/2014/main" id="{B959CA11-E47B-E308-0EC5-06F7DE416068}"/>
              </a:ext>
            </a:extLst>
          </p:cNvPr>
          <p:cNvSpPr txBox="1"/>
          <p:nvPr/>
        </p:nvSpPr>
        <p:spPr>
          <a:xfrm>
            <a:off x="778776" y="2453335"/>
            <a:ext cx="6776437" cy="461665"/>
          </a:xfrm>
          <a:prstGeom prst="rect">
            <a:avLst/>
          </a:prstGeom>
          <a:noFill/>
        </p:spPr>
        <p:txBody>
          <a:bodyPr wrap="square">
            <a:spAutoFit/>
          </a:bodyPr>
          <a:lstStyle/>
          <a:p>
            <a:pPr algn="just">
              <a:spcAft>
                <a:spcPts val="800"/>
              </a:spcAft>
            </a:pPr>
            <a:r>
              <a:rPr lang="en-US" sz="1200" dirty="0" b="1">
                <a:solidFill>
                  <a:srgbClr val="231F20"/>
                </a:solidFill>
                <a:latin typeface="Book Antiqua" panose="02040602050305030304" pitchFamily="18" charset="0"/>
                <a:ea typeface="Cambria" panose="02040503050406030204" pitchFamily="18" charset="0"/>
              </a:rPr>
              <a:t>Identify the technique used in each sentence and briefly explain its effect (½ mark for the technique + ½ mark for the effect).</a:t>
            </a:r>
          </a:p>
        </p:txBody>
      </p:sp>
      <p:sp>
        <p:nvSpPr>
          <p:cNvPr id="39" name="Rectangle: Top Corners Snipped 38">
            <a:extLst>
              <a:ext uri="{FF2B5EF4-FFF2-40B4-BE49-F238E27FC236}">
                <a16:creationId xmlns:a16="http://schemas.microsoft.com/office/drawing/2014/main" id="{EE7A32B1-5051-069F-2785-85AB44DD520E}"/>
              </a:ext>
            </a:extLst>
          </p:cNvPr>
          <p:cNvSpPr/>
          <p:nvPr/>
        </p:nvSpPr>
        <p:spPr>
          <a:xfrm rot="5400000">
            <a:off x="707073" y="4683556"/>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2" name="TextBox 41">
            <a:extLst>
              <a:ext uri="{FF2B5EF4-FFF2-40B4-BE49-F238E27FC236}">
                <a16:creationId xmlns:a16="http://schemas.microsoft.com/office/drawing/2014/main" id="{CA81B087-E882-F9B5-D05E-658C21DDDE61}"/>
              </a:ext>
            </a:extLst>
          </p:cNvPr>
          <p:cNvSpPr txBox="1"/>
          <p:nvPr/>
        </p:nvSpPr>
        <p:spPr>
          <a:xfrm>
            <a:off x="661107" y="3010204"/>
            <a:ext cx="374237" cy="276999"/>
          </a:xfrm>
          <a:prstGeom prst="rect">
            <a:avLst/>
          </a:prstGeom>
          <a:noFill/>
        </p:spPr>
        <p:txBody>
          <a:bodyPr wrap="square" rtlCol="0">
            <a:spAutoFit/>
          </a:bodyPr>
          <a:lstStyle/>
          <a:p>
            <a:r>
              <a:rPr lang="en-AU" sz="1200" b="1" spc="-50" dirty="0">
                <a:solidFill>
                  <a:srgbClr val="231F20"/>
                </a:solidFill>
                <a:latin typeface="Arial"/>
                <a:cs typeface="Arial"/>
              </a:rPr>
              <a:t>14</a:t>
            </a:r>
            <a:endParaRPr lang="en-AU" sz="1200" dirty="0"/>
          </a:p>
        </p:txBody>
      </p:sp>
      <p:sp>
        <p:nvSpPr>
          <p:cNvPr id="44" name="Rectangle: Top Corners Snipped 43">
            <a:extLst>
              <a:ext uri="{FF2B5EF4-FFF2-40B4-BE49-F238E27FC236}">
                <a16:creationId xmlns:a16="http://schemas.microsoft.com/office/drawing/2014/main" id="{6CA03FFD-3E5E-7BF9-E74D-B57A4D669712}"/>
              </a:ext>
            </a:extLst>
          </p:cNvPr>
          <p:cNvSpPr/>
          <p:nvPr/>
        </p:nvSpPr>
        <p:spPr>
          <a:xfrm rot="5400000">
            <a:off x="707073" y="547359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5" name="TextBox 44">
            <a:extLst>
              <a:ext uri="{FF2B5EF4-FFF2-40B4-BE49-F238E27FC236}">
                <a16:creationId xmlns:a16="http://schemas.microsoft.com/office/drawing/2014/main" id="{365C83EB-FCA9-00E8-B321-ABA996E5C10E}"/>
              </a:ext>
            </a:extLst>
          </p:cNvPr>
          <p:cNvSpPr txBox="1"/>
          <p:nvPr/>
        </p:nvSpPr>
        <p:spPr>
          <a:xfrm>
            <a:off x="6419088" y="3014776"/>
            <a:ext cx="1115568" cy="276999"/>
          </a:xfrm>
          <a:prstGeom prst="rect">
            <a:avLst/>
          </a:prstGeom>
          <a:noFill/>
        </p:spPr>
        <p:txBody>
          <a:bodyPr wrap="square" rtlCol="0" lIns="0" rIns="0">
            <a:spAutoFit/>
          </a:bodyPr>
          <a:lstStyle/>
          <a:p>
            <a:pPr>
              <a:spcBef>
                <a:spcPts val="10"/>
              </a:spcBef>
            </a:pPr>
            <a:r>
              <a:rPr lang="en-US" sz="1200" dirty="0">
                <a:latin typeface="Book Antiqua"/>
                <a:cs typeface="Book Antiqua"/>
              </a:rPr>
              <a:t>PF | Z | I | SM</a:t>
            </a:r>
          </a:p>
        </p:txBody>
      </p:sp>
      <p:sp>
        <p:nvSpPr>
          <p:cNvPr id="46" name="TextBox 45">
            <a:extLst>
              <a:ext uri="{FF2B5EF4-FFF2-40B4-BE49-F238E27FC236}">
                <a16:creationId xmlns:a16="http://schemas.microsoft.com/office/drawing/2014/main" id="{509B31A7-75FF-E51F-E1EC-ABBBDC13D864}"/>
              </a:ext>
            </a:extLst>
          </p:cNvPr>
          <p:cNvSpPr txBox="1"/>
          <p:nvPr/>
        </p:nvSpPr>
        <p:spPr>
          <a:xfrm>
            <a:off x="6419088" y="3994099"/>
            <a:ext cx="1115568" cy="276999"/>
          </a:xfrm>
          <a:prstGeom prst="rect">
            <a:avLst/>
          </a:prstGeom>
          <a:noFill/>
        </p:spPr>
        <p:txBody>
          <a:bodyPr wrap="square" rtlCol="0" lIns="0" rIns="0">
            <a:spAutoFit/>
          </a:bodyPr>
          <a:lstStyle/>
          <a:p>
            <a:pPr>
              <a:spcBef>
                <a:spcPts val="10"/>
              </a:spcBef>
            </a:pPr>
            <a:r>
              <a:rPr lang="en-US" sz="1200" dirty="0">
                <a:latin typeface="Book Antiqua"/>
                <a:cs typeface="Book Antiqua"/>
              </a:rPr>
              <a:t>PF | Z | I | SM</a:t>
            </a:r>
          </a:p>
        </p:txBody>
      </p:sp>
      <p:sp>
        <p:nvSpPr>
          <p:cNvPr id="47" name="TextBox 46">
            <a:extLst>
              <a:ext uri="{FF2B5EF4-FFF2-40B4-BE49-F238E27FC236}">
                <a16:creationId xmlns:a16="http://schemas.microsoft.com/office/drawing/2014/main" id="{840C206D-B560-A439-5AD3-B670EA3CD248}"/>
              </a:ext>
            </a:extLst>
          </p:cNvPr>
          <p:cNvSpPr txBox="1"/>
          <p:nvPr/>
        </p:nvSpPr>
        <p:spPr>
          <a:xfrm>
            <a:off x="6419088" y="4784140"/>
            <a:ext cx="1115568" cy="276999"/>
          </a:xfrm>
          <a:prstGeom prst="rect">
            <a:avLst/>
          </a:prstGeom>
          <a:noFill/>
        </p:spPr>
        <p:txBody>
          <a:bodyPr wrap="square" rtlCol="0" lIns="0" rIns="0">
            <a:spAutoFit/>
          </a:bodyPr>
          <a:lstStyle/>
          <a:p>
            <a:pPr>
              <a:spcBef>
                <a:spcPts val="10"/>
              </a:spcBef>
            </a:pPr>
            <a:r>
              <a:rPr lang="en-US" sz="1200" dirty="0">
                <a:latin typeface="Book Antiqua"/>
                <a:cs typeface="Book Antiqua"/>
              </a:rPr>
              <a:t>PF | Z | I | SM</a:t>
            </a:r>
          </a:p>
        </p:txBody>
      </p:sp>
      <p:sp>
        <p:nvSpPr>
          <p:cNvPr id="48" name="TextBox 47">
            <a:extLst>
              <a:ext uri="{FF2B5EF4-FFF2-40B4-BE49-F238E27FC236}">
                <a16:creationId xmlns:a16="http://schemas.microsoft.com/office/drawing/2014/main" id="{99B51A99-FDE4-6D53-61D7-A305DE18B48E}"/>
              </a:ext>
            </a:extLst>
          </p:cNvPr>
          <p:cNvSpPr txBox="1"/>
          <p:nvPr/>
        </p:nvSpPr>
        <p:spPr>
          <a:xfrm>
            <a:off x="6419088" y="5574182"/>
            <a:ext cx="1115568" cy="276999"/>
          </a:xfrm>
          <a:prstGeom prst="rect">
            <a:avLst/>
          </a:prstGeom>
          <a:noFill/>
        </p:spPr>
        <p:txBody>
          <a:bodyPr wrap="square" rtlCol="0" lIns="0" rIns="0">
            <a:spAutoFit/>
          </a:bodyPr>
          <a:lstStyle/>
          <a:p>
            <a:pPr>
              <a:spcBef>
                <a:spcPts val="10"/>
              </a:spcBef>
            </a:pPr>
            <a:r>
              <a:rPr lang="en-US" sz="1200" dirty="0">
                <a:latin typeface="Book Antiqua"/>
                <a:cs typeface="Book Antiqua"/>
              </a:rPr>
              <a:t>PF | Z | I | SM</a:t>
            </a:r>
          </a:p>
        </p:txBody>
      </p:sp>
      <p:sp>
        <p:nvSpPr>
          <p:cNvPr id="49" name="TextBox 48">
            <a:extLst>
              <a:ext uri="{FF2B5EF4-FFF2-40B4-BE49-F238E27FC236}">
                <a16:creationId xmlns:a16="http://schemas.microsoft.com/office/drawing/2014/main" id="{3AA272BD-89A7-DA43-69D1-A25606F0A219}"/>
              </a:ext>
            </a:extLst>
          </p:cNvPr>
          <p:cNvSpPr txBox="1"/>
          <p:nvPr/>
        </p:nvSpPr>
        <p:spPr>
          <a:xfrm>
            <a:off x="678969" y="3989527"/>
            <a:ext cx="374237" cy="276999"/>
          </a:xfrm>
          <a:prstGeom prst="rect">
            <a:avLst/>
          </a:prstGeom>
          <a:noFill/>
        </p:spPr>
        <p:txBody>
          <a:bodyPr wrap="square" rtlCol="0">
            <a:spAutoFit/>
          </a:bodyPr>
          <a:lstStyle/>
          <a:p>
            <a:r>
              <a:rPr lang="en-AU" sz="1200" b="1" spc="-50" dirty="0">
                <a:solidFill>
                  <a:srgbClr val="231F20"/>
                </a:solidFill>
                <a:latin typeface="Arial"/>
                <a:cs typeface="Arial"/>
              </a:rPr>
              <a:t>15</a:t>
            </a:r>
            <a:endParaRPr lang="en-AU" sz="1200" dirty="0"/>
          </a:p>
        </p:txBody>
      </p:sp>
      <p:sp>
        <p:nvSpPr>
          <p:cNvPr id="50" name="TextBox 49">
            <a:extLst>
              <a:ext uri="{FF2B5EF4-FFF2-40B4-BE49-F238E27FC236}">
                <a16:creationId xmlns:a16="http://schemas.microsoft.com/office/drawing/2014/main" id="{ED19151E-777E-17D3-858E-7B5604FF1FB2}"/>
              </a:ext>
            </a:extLst>
          </p:cNvPr>
          <p:cNvSpPr txBox="1"/>
          <p:nvPr/>
        </p:nvSpPr>
        <p:spPr>
          <a:xfrm>
            <a:off x="668478" y="4779568"/>
            <a:ext cx="374237" cy="276999"/>
          </a:xfrm>
          <a:prstGeom prst="rect">
            <a:avLst/>
          </a:prstGeom>
          <a:noFill/>
        </p:spPr>
        <p:txBody>
          <a:bodyPr wrap="square" rtlCol="0">
            <a:spAutoFit/>
          </a:bodyPr>
          <a:lstStyle/>
          <a:p>
            <a:r>
              <a:rPr lang="en-AU" sz="1200" b="1" spc="-50" dirty="0">
                <a:solidFill>
                  <a:srgbClr val="231F20"/>
                </a:solidFill>
                <a:latin typeface="Arial"/>
                <a:cs typeface="Arial"/>
              </a:rPr>
              <a:t>16</a:t>
            </a:r>
            <a:endParaRPr lang="en-AU" sz="1200" dirty="0"/>
          </a:p>
        </p:txBody>
      </p:sp>
      <p:sp>
        <p:nvSpPr>
          <p:cNvPr id="51" name="TextBox 50">
            <a:extLst>
              <a:ext uri="{FF2B5EF4-FFF2-40B4-BE49-F238E27FC236}">
                <a16:creationId xmlns:a16="http://schemas.microsoft.com/office/drawing/2014/main" id="{2107FEB1-4F60-FAB7-4738-5CCA13F7EF19}"/>
              </a:ext>
            </a:extLst>
          </p:cNvPr>
          <p:cNvSpPr txBox="1"/>
          <p:nvPr/>
        </p:nvSpPr>
        <p:spPr>
          <a:xfrm>
            <a:off x="648613" y="5569610"/>
            <a:ext cx="374237" cy="276999"/>
          </a:xfrm>
          <a:prstGeom prst="rect">
            <a:avLst/>
          </a:prstGeom>
          <a:noFill/>
        </p:spPr>
        <p:txBody>
          <a:bodyPr wrap="square" rtlCol="0">
            <a:spAutoFit/>
          </a:bodyPr>
          <a:lstStyle/>
          <a:p>
            <a:r>
              <a:rPr lang="en-AU" sz="1200" b="1" spc="-50" dirty="0">
                <a:solidFill>
                  <a:srgbClr val="231F20"/>
                </a:solidFill>
                <a:latin typeface="Arial"/>
                <a:cs typeface="Arial"/>
              </a:rPr>
              <a:t>17</a:t>
            </a:r>
            <a:endParaRPr lang="en-AU" sz="1200" dirty="0"/>
          </a:p>
        </p:txBody>
      </p:sp>
      <p:sp>
        <p:nvSpPr>
          <p:cNvPr id="52" name="TextBox 51">
            <a:extLst>
              <a:ext uri="{FF2B5EF4-FFF2-40B4-BE49-F238E27FC236}">
                <a16:creationId xmlns:a16="http://schemas.microsoft.com/office/drawing/2014/main" id="{5CD1B623-133A-2591-ECCB-6601E3862706}"/>
              </a:ext>
            </a:extLst>
          </p:cNvPr>
          <p:cNvSpPr txBox="1"/>
          <p:nvPr/>
        </p:nvSpPr>
        <p:spPr>
          <a:xfrm>
            <a:off x="831853" y="384048"/>
            <a:ext cx="6530629" cy="1932127"/>
          </a:xfrm>
          <a:prstGeom prst="roundRect">
            <a:avLst/>
          </a:prstGeom>
          <a:solidFill>
            <a:schemeClr val="bg2"/>
          </a:solidFill>
        </p:spPr>
        <p:txBody>
          <a:bodyPr wrap="square">
            <a:spAutoFit/>
          </a:bodyPr>
          <a:lstStyle/>
          <a:p>
            <a:r>
              <a:rPr lang="en-US" sz="1200" dirty="0" b="1">
                <a:solidFill>
                  <a:srgbClr val="231F20"/>
                </a:solidFill>
                <a:latin typeface="Book Antiqua" panose="02040602050305030304" pitchFamily="18" charset="0"/>
                <a:ea typeface="Cambria" panose="02040503050406030204" pitchFamily="18" charset="0"/>
              </a:rPr>
              <a:t>Pathetic fallacy (PF):</a:t>
            </a:r>
            <a:r>
              <a:rPr lang="en-US" sz="1200" dirty="0">
                <a:solidFill>
                  <a:srgbClr val="231F20"/>
                </a:solidFill>
                <a:latin typeface="Book Antiqua" panose="02040602050305030304" pitchFamily="18" charset="0"/>
                <a:ea typeface="Cambria" panose="02040503050406030204" pitchFamily="18" charset="0"/>
              </a:rPr>
              <a:t xml:space="preserve"> weather or nature given human feelings that mirror the mood of a scene.</a:t>
            </a:r>
          </a:p>
          <a:p>
            <a:r>
              <a:rPr lang="en-US" sz="1200" dirty="0" b="1">
                <a:solidFill>
                  <a:srgbClr val="231F20"/>
                </a:solidFill>
                <a:latin typeface="Book Antiqua" panose="02040602050305030304" pitchFamily="18" charset="0"/>
                <a:ea typeface="Cambria" panose="02040503050406030204" pitchFamily="18" charset="0"/>
              </a:rPr>
              <a:t>Zeugma (Z):</a:t>
            </a:r>
            <a:r>
              <a:rPr lang="en-US" sz="1200" dirty="0">
                <a:solidFill>
                  <a:srgbClr val="231F20"/>
                </a:solidFill>
                <a:latin typeface="Book Antiqua" panose="02040602050305030304" pitchFamily="18" charset="0"/>
                <a:ea typeface="Cambria" panose="02040503050406030204" pitchFamily="18" charset="0"/>
              </a:rPr>
              <a:t xml:space="preserve"> one word applies to two others in different senses.</a:t>
            </a:r>
          </a:p>
          <a:p>
            <a:r>
              <a:rPr lang="en-US" sz="1200" dirty="0" b="1">
                <a:solidFill>
                  <a:srgbClr val="231F20"/>
                </a:solidFill>
                <a:latin typeface="Book Antiqua" panose="02040602050305030304" pitchFamily="18" charset="0"/>
                <a:ea typeface="Cambria" panose="02040503050406030204" pitchFamily="18" charset="0"/>
              </a:rPr>
              <a:t>Irony (I):</a:t>
            </a:r>
            <a:r>
              <a:rPr lang="en-US" sz="1200" dirty="0">
                <a:solidFill>
                  <a:srgbClr val="231F20"/>
                </a:solidFill>
                <a:latin typeface="Book Antiqua" panose="02040602050305030304" pitchFamily="18" charset="0"/>
                <a:ea typeface="Cambria" panose="02040503050406030204" pitchFamily="18" charset="0"/>
              </a:rPr>
              <a:t xml:space="preserve"> a contrast between what is said or expected and what is meant or actually happens.</a:t>
            </a:r>
          </a:p>
          <a:p>
            <a:r>
              <a:rPr lang="en-US" sz="1200" dirty="0" b="1">
                <a:solidFill>
                  <a:srgbClr val="231F20"/>
                </a:solidFill>
                <a:latin typeface="Book Antiqua" panose="02040602050305030304" pitchFamily="18" charset="0"/>
                <a:ea typeface="Cambria" panose="02040503050406030204" pitchFamily="18" charset="0"/>
              </a:rPr>
              <a:t>Straw man (SM):</a:t>
            </a:r>
            <a:r>
              <a:rPr lang="en-US" sz="1200" dirty="0">
                <a:solidFill>
                  <a:srgbClr val="231F20"/>
                </a:solidFill>
                <a:latin typeface="Book Antiqua" panose="02040602050305030304" pitchFamily="18" charset="0"/>
                <a:ea typeface="Cambria" panose="02040503050406030204" pitchFamily="18" charset="0"/>
              </a:rPr>
              <a:t xml:space="preserve"> distorting an opponent's argument so that it is easier to attack.</a:t>
            </a:r>
          </a:p>
          <a:p>
            <a:r>
              <a:rPr lang="en-US" sz="1200" dirty="0" b="1">
                <a:solidFill>
                  <a:srgbClr val="231F20"/>
                </a:solidFill>
                <a:latin typeface="Book Antiqua" panose="02040602050305030304" pitchFamily="18" charset="0"/>
                <a:ea typeface="Cambria" panose="02040503050406030204" pitchFamily="18" charset="0"/>
              </a:rPr>
              <a:t>Example:</a:t>
            </a:r>
            <a:r>
              <a:rPr lang="en-US" sz="1200" dirty="0">
                <a:solidFill>
                  <a:srgbClr val="231F20"/>
                </a:solidFill>
                <a:latin typeface="Book Antiqua" panose="02040602050305030304" pitchFamily="18" charset="0"/>
                <a:ea typeface="Cambria" panose="02040503050406030204" pitchFamily="18" charset="0"/>
              </a:rPr>
              <a:t xml:space="preserve"> "He held the door and his tongue."                                            PF | </a:t>
            </a:r>
            <a:r>
              <a:rPr lang="en-US" sz="1200" dirty="0" b="1">
                <a:solidFill>
                  <a:srgbClr val="231F20"/>
                </a:solidFill>
                <a:latin typeface="Book Antiqua" panose="02040602050305030304" pitchFamily="18" charset="0"/>
                <a:ea typeface="Cambria" panose="02040503050406030204" pitchFamily="18" charset="0"/>
              </a:rPr>
              <a:t>Z</a:t>
            </a:r>
            <a:r>
              <a:rPr lang="en-US" sz="1200" dirty="0">
                <a:solidFill>
                  <a:srgbClr val="231F20"/>
                </a:solidFill>
                <a:latin typeface="Book Antiqua" panose="02040602050305030304" pitchFamily="18" charset="0"/>
                <a:ea typeface="Cambria" panose="02040503050406030204" pitchFamily="18" charset="0"/>
              </a:rPr>
              <a:t xml:space="preserve"> | I | SM</a:t>
            </a:r>
            <a:endParaRPr lang="en-AU" sz="500" b="1" dirty="0">
              <a:solidFill>
                <a:srgbClr val="231F20"/>
              </a:solidFill>
              <a:latin typeface="Book Antiqua" panose="02040602050305030304" pitchFamily="18" charset="0"/>
              <a:ea typeface="Cambria" panose="02040503050406030204" pitchFamily="18" charset="0"/>
            </a:endParaRPr>
          </a:p>
          <a:p>
            <a:pPr algn="just"/>
            <a:r>
              <a:rPr lang="en-US" sz="1200" dirty="0" b="1">
                <a:solidFill>
                  <a:srgbClr val="231F20"/>
                </a:solidFill>
                <a:latin typeface="Book Antiqua" panose="02040602050305030304" pitchFamily="18" charset="0"/>
                <a:ea typeface="Cambria" panose="02040503050406030204" pitchFamily="18" charset="0"/>
              </a:rPr>
              <a:t>Effect:</a:t>
            </a:r>
            <a:r>
              <a:rPr lang="en-US" sz="1200" dirty="0">
                <a:solidFill>
                  <a:srgbClr val="231F20"/>
                </a:solidFill>
                <a:latin typeface="Book Antiqua" panose="02040602050305030304" pitchFamily="18" charset="0"/>
                <a:ea typeface="Cambria" panose="02040503050406030204" pitchFamily="18" charset="0"/>
              </a:rPr>
              <a:t xml:space="preserve"> "held" shifts from a literal to a figurative sense, creating wry humour and showing his restraint in very few words.</a:t>
            </a:r>
          </a:p>
        </p:txBody>
      </p:sp>
      <p:sp>
        <p:nvSpPr>
          <p:cNvPr id="53" name="object 34">
            <a:extLst>
              <a:ext uri="{FF2B5EF4-FFF2-40B4-BE49-F238E27FC236}">
                <a16:creationId xmlns:a16="http://schemas.microsoft.com/office/drawing/2014/main" id="{7E62AB8F-0C34-2658-C3CD-CBA6064BB925}"/>
              </a:ext>
            </a:extLst>
          </p:cNvPr>
          <p:cNvSpPr txBox="1"/>
          <p:nvPr/>
        </p:nvSpPr>
        <p:spPr>
          <a:xfrm>
            <a:off x="792168" y="3610051"/>
            <a:ext cx="6743677"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73" name="object 34">
            <a:extLst>
              <a:ext uri="{FF2B5EF4-FFF2-40B4-BE49-F238E27FC236}">
                <a16:creationId xmlns:a16="http://schemas.microsoft.com/office/drawing/2014/main" id="{A78A1613-355F-F044-A1A6-D64DDEA19475}"/>
              </a:ext>
            </a:extLst>
          </p:cNvPr>
          <p:cNvSpPr txBox="1"/>
          <p:nvPr/>
        </p:nvSpPr>
        <p:spPr>
          <a:xfrm>
            <a:off x="792168" y="4400092"/>
            <a:ext cx="6743677"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74" name="object 34">
            <a:extLst>
              <a:ext uri="{FF2B5EF4-FFF2-40B4-BE49-F238E27FC236}">
                <a16:creationId xmlns:a16="http://schemas.microsoft.com/office/drawing/2014/main" id="{3B50C2FE-51D0-2E61-EBB9-7D40723A60BB}"/>
              </a:ext>
            </a:extLst>
          </p:cNvPr>
          <p:cNvSpPr txBox="1"/>
          <p:nvPr/>
        </p:nvSpPr>
        <p:spPr>
          <a:xfrm>
            <a:off x="831853" y="5190134"/>
            <a:ext cx="6743677"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75" name="object 34">
            <a:extLst>
              <a:ext uri="{FF2B5EF4-FFF2-40B4-BE49-F238E27FC236}">
                <a16:creationId xmlns:a16="http://schemas.microsoft.com/office/drawing/2014/main" id="{397A7ED4-3C74-EA09-0F95-B34EAD32C33D}"/>
              </a:ext>
            </a:extLst>
          </p:cNvPr>
          <p:cNvSpPr txBox="1"/>
          <p:nvPr/>
        </p:nvSpPr>
        <p:spPr>
          <a:xfrm>
            <a:off x="841258" y="5980175"/>
            <a:ext cx="6743677" cy="197490"/>
          </a:xfrm>
          <a:prstGeom prst="rect">
            <a:avLst/>
          </a:prstGeom>
        </p:spPr>
        <p:txBody>
          <a:bodyPr vert="horz" wrap="square" lIns="0" tIns="12700" rIns="0" bIns="0" rtlCol="0">
            <a:spAutoFit/>
          </a:bodyPr>
          <a:lstStyle/>
          <a:p>
            <a:pPr marL="12700">
              <a:lnSpc>
                <a:spcPct val="100000"/>
              </a:lnSpc>
              <a:spcBef>
                <a:spcPts val="100"/>
              </a:spcBef>
            </a:pPr>
            <a:r>
              <a:rPr lang="en-AU" sz="1200" spc="-20" dirty="0">
                <a:solidFill>
                  <a:srgbClr val="231F20"/>
                </a:solidFill>
                <a:latin typeface="Book Antiqua" panose="02040602050305030304" pitchFamily="18" charset="0"/>
                <a:cs typeface="Cambria"/>
              </a:rPr>
              <a:t>_______________________________________________________________________________________</a:t>
            </a:r>
          </a:p>
        </p:txBody>
      </p:sp>
      <p:sp>
        <p:nvSpPr>
          <p:cNvPr id="77" name="TextBox 76">
            <a:extLst>
              <a:ext uri="{FF2B5EF4-FFF2-40B4-BE49-F238E27FC236}">
                <a16:creationId xmlns:a16="http://schemas.microsoft.com/office/drawing/2014/main" id="{E170A71B-F6DA-C9E2-765E-D68E48E23333}"/>
              </a:ext>
            </a:extLst>
          </p:cNvPr>
          <p:cNvSpPr txBox="1"/>
          <p:nvPr/>
        </p:nvSpPr>
        <p:spPr>
          <a:xfrm>
            <a:off x="889475" y="6336792"/>
            <a:ext cx="6646370" cy="1364284"/>
          </a:xfrm>
          <a:prstGeom prst="roundRect">
            <a:avLst/>
          </a:prstGeom>
          <a:solidFill>
            <a:schemeClr val="bg2"/>
          </a:solidFill>
        </p:spPr>
        <p:txBody>
          <a:bodyPr wrap="square">
            <a:spAutoFit/>
          </a:bodyPr>
          <a:lstStyle/>
          <a:p>
            <a:r>
              <a:rPr lang="en-US" sz="1200" dirty="0" b="1">
                <a:solidFill>
                  <a:srgbClr val="231F20"/>
                </a:solidFill>
                <a:latin typeface="Book Antiqua" panose="02040602050305030304" pitchFamily="18" charset="0"/>
                <a:ea typeface="Cambria" panose="02040503050406030204" pitchFamily="18" charset="0"/>
              </a:rPr>
              <a:t>Parenthetical information:</a:t>
            </a:r>
            <a:r>
              <a:rPr lang="en-US" sz="1200" dirty="0">
                <a:solidFill>
                  <a:srgbClr val="231F20"/>
                </a:solidFill>
                <a:latin typeface="Book Antiqua" panose="02040602050305030304" pitchFamily="18" charset="0"/>
                <a:ea typeface="Cambria" panose="02040503050406030204" pitchFamily="18" charset="0"/>
              </a:rPr>
              <a:t xml:space="preserve"> extra, non-essential detail is enclosed in a pair of commas, dashes or brackets.</a:t>
            </a:r>
          </a:p>
          <a:p>
            <a:r>
              <a:rPr lang="en-US" sz="1200" dirty="0" b="1">
                <a:solidFill>
                  <a:srgbClr val="231F20"/>
                </a:solidFill>
                <a:latin typeface="Book Antiqua" panose="02040602050305030304" pitchFamily="18" charset="0"/>
                <a:ea typeface="Cambria" panose="02040503050406030204" pitchFamily="18" charset="0"/>
              </a:rPr>
              <a:t>Example:</a:t>
            </a:r>
            <a:r>
              <a:rPr lang="en-US" sz="1200" dirty="0">
                <a:solidFill>
                  <a:srgbClr val="231F20"/>
                </a:solidFill>
                <a:latin typeface="Book Antiqua" panose="02040602050305030304" pitchFamily="18" charset="0"/>
                <a:ea typeface="Cambria" panose="02040503050406030204" pitchFamily="18" charset="0"/>
              </a:rPr>
              <a:t xml:space="preserve"> The captain, who had never lost a final, looked nervous.</a:t>
            </a:r>
          </a:p>
          <a:p>
            <a:endParaRPr lang="en-US" sz="1200" dirty="0">
              <a:solidFill>
                <a:srgbClr val="231F20"/>
              </a:solidFill>
              <a:latin typeface="Book Antiqua" panose="02040602050305030304" pitchFamily="18" charset="0"/>
              <a:ea typeface="Cambria" panose="02040503050406030204" pitchFamily="18" charset="0"/>
            </a:endParaRPr>
          </a:p>
          <a:p>
            <a:r>
              <a:rPr lang="en-US" sz="1200" dirty="0" b="1">
                <a:solidFill>
                  <a:srgbClr val="231F20"/>
                </a:solidFill>
                <a:latin typeface="Book Antiqua" panose="02040602050305030304" pitchFamily="18" charset="0"/>
                <a:ea typeface="Cambria" panose="02040503050406030204" pitchFamily="18" charset="0"/>
              </a:rPr>
              <a:t>Compound modifiers:</a:t>
            </a:r>
            <a:r>
              <a:rPr lang="en-US" sz="1200" dirty="0">
                <a:solidFill>
                  <a:srgbClr val="231F20"/>
                </a:solidFill>
                <a:latin typeface="Book Antiqua" panose="02040602050305030304" pitchFamily="18" charset="0"/>
                <a:ea typeface="Cambria" panose="02040503050406030204" pitchFamily="18" charset="0"/>
              </a:rPr>
              <a:t xml:space="preserve"> two words working together before a noun are usually hyphenated.</a:t>
            </a:r>
          </a:p>
          <a:p>
            <a:r>
              <a:rPr lang="en-US" sz="1200" dirty="0" b="1">
                <a:solidFill>
                  <a:srgbClr val="231F20"/>
                </a:solidFill>
                <a:latin typeface="Book Antiqua" panose="02040602050305030304" pitchFamily="18" charset="0"/>
                <a:ea typeface="Cambria" panose="02040503050406030204" pitchFamily="18" charset="0"/>
              </a:rPr>
              <a:t>Example:</a:t>
            </a:r>
            <a:r>
              <a:rPr lang="en-US" sz="1200" dirty="0">
                <a:solidFill>
                  <a:srgbClr val="231F20"/>
                </a:solidFill>
                <a:latin typeface="Book Antiqua" panose="02040602050305030304" pitchFamily="18" charset="0"/>
                <a:ea typeface="Cambria" panose="02040503050406030204" pitchFamily="18" charset="0"/>
              </a:rPr>
              <a:t xml:space="preserve"> a hard-won victory; a well-read student.</a:t>
            </a:r>
            <a:endParaRPr lang="en-AU" sz="1200" dirty="0"/>
          </a:p>
        </p:txBody>
      </p:sp>
      <p:sp>
        <p:nvSpPr>
          <p:cNvPr id="78" name="TextBox 77">
            <a:extLst>
              <a:ext uri="{FF2B5EF4-FFF2-40B4-BE49-F238E27FC236}">
                <a16:creationId xmlns:a16="http://schemas.microsoft.com/office/drawing/2014/main" id="{91B59B21-EB9F-7D17-CE4B-5CD8990C4D7C}"/>
              </a:ext>
            </a:extLst>
          </p:cNvPr>
          <p:cNvSpPr txBox="1"/>
          <p:nvPr/>
        </p:nvSpPr>
        <p:spPr>
          <a:xfrm>
            <a:off x="668478" y="7746796"/>
            <a:ext cx="6776437" cy="276999"/>
          </a:xfrm>
          <a:prstGeom prst="rect">
            <a:avLst/>
          </a:prstGeom>
          <a:noFill/>
        </p:spPr>
        <p:txBody>
          <a:bodyPr wrap="square">
            <a:spAutoFit/>
          </a:bodyPr>
          <a:lstStyle/>
          <a:p>
            <a:r>
              <a:rPr lang="en-US" sz="1200" dirty="0" b="1">
                <a:solidFill>
                  <a:srgbClr val="231F20"/>
                </a:solidFill>
                <a:latin typeface="Book Antiqua" panose="02040602050305030304" pitchFamily="18" charset="0"/>
                <a:ea typeface="Cambria" panose="02040503050406030204" pitchFamily="18" charset="0"/>
              </a:rPr>
              <a:t>Insert appropriate punctuation (commas, dashes, colons, semicolons, hyphens and apostrophes) into the sentences below.</a:t>
            </a:r>
            <a:endParaRPr lang="en-AU" sz="1200" dirty="0"/>
          </a:p>
        </p:txBody>
      </p:sp>
      <p:sp>
        <p:nvSpPr>
          <p:cNvPr id="79" name="Rectangle: Top Corners Snipped 78">
            <a:extLst>
              <a:ext uri="{FF2B5EF4-FFF2-40B4-BE49-F238E27FC236}">
                <a16:creationId xmlns:a16="http://schemas.microsoft.com/office/drawing/2014/main" id="{05DE5678-5941-F829-FD66-54815F7EE572}"/>
              </a:ext>
            </a:extLst>
          </p:cNvPr>
          <p:cNvSpPr/>
          <p:nvPr/>
        </p:nvSpPr>
        <p:spPr>
          <a:xfrm rot="5400000">
            <a:off x="716677" y="8207654"/>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0" name="object 34">
            <a:extLst>
              <a:ext uri="{FF2B5EF4-FFF2-40B4-BE49-F238E27FC236}">
                <a16:creationId xmlns:a16="http://schemas.microsoft.com/office/drawing/2014/main" id="{BF5728E4-980C-0EEB-965B-0E9D69367C7D}"/>
              </a:ext>
            </a:extLst>
          </p:cNvPr>
          <p:cNvSpPr txBox="1"/>
          <p:nvPr/>
        </p:nvSpPr>
        <p:spPr>
          <a:xfrm>
            <a:off x="1298448" y="8759952"/>
            <a:ext cx="6172200" cy="280720"/>
          </a:xfrm>
          <a:prstGeom prst="rect">
            <a:avLst/>
          </a:prstGeom>
        </p:spPr>
        <p:txBody>
          <a:bodyPr vert="horz" wrap="square" lIns="0" tIns="12700" rIns="0" bIns="0" rtlCol="0">
            <a:spAutoFit/>
          </a:bodyPr>
          <a:lstStyle/>
          <a:p>
            <a:pPr marL="12700">
              <a:lnSpc>
                <a:spcPct val="100000"/>
              </a:lnSpc>
              <a:spcBef>
                <a:spcPts val="100"/>
              </a:spcBef>
            </a:pPr>
            <a:r>
              <a:rPr lang="en-AU" sz="1200" dirty="0">
                <a:effectLst/>
                <a:latin typeface="Book Antiqua" panose="02040602050305030304" pitchFamily="18" charset="0"/>
                <a:ea typeface="Yu Gothic" panose="020B0400000000000000" pitchFamily="34" charset="-128"/>
                <a:cs typeface="Times New Roman" panose="02020603050405020304" pitchFamily="18" charset="0"/>
              </a:rPr>
              <a:t>The long awaited sequel was finally released its reviews however were brutally harsh.</a:t>
            </a:r>
            <a:endParaRPr sz="1200" dirty="0">
              <a:latin typeface="Book Antiqua" panose="02040602050305030304" pitchFamily="18" charset="0"/>
              <a:cs typeface="Cambria"/>
            </a:endParaRPr>
          </a:p>
        </p:txBody>
      </p:sp>
      <p:sp>
        <p:nvSpPr>
          <p:cNvPr id="81" name="Rectangle: Top Corners Snipped 80">
            <a:extLst>
              <a:ext uri="{FF2B5EF4-FFF2-40B4-BE49-F238E27FC236}">
                <a16:creationId xmlns:a16="http://schemas.microsoft.com/office/drawing/2014/main" id="{B85D7FFA-914A-C7BF-02E2-8B69EABA8D5B}"/>
              </a:ext>
            </a:extLst>
          </p:cNvPr>
          <p:cNvSpPr/>
          <p:nvPr/>
        </p:nvSpPr>
        <p:spPr>
          <a:xfrm rot="5400000">
            <a:off x="717583" y="8705088"/>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2" name="object 34">
            <a:extLst>
              <a:ext uri="{FF2B5EF4-FFF2-40B4-BE49-F238E27FC236}">
                <a16:creationId xmlns:a16="http://schemas.microsoft.com/office/drawing/2014/main" id="{3F13DFB9-BAC6-87B0-7C84-843BA9C008BF}"/>
              </a:ext>
            </a:extLst>
          </p:cNvPr>
          <p:cNvSpPr txBox="1"/>
          <p:nvPr/>
        </p:nvSpPr>
        <p:spPr>
          <a:xfrm>
            <a:off x="1298448" y="8262518"/>
            <a:ext cx="6172200" cy="470001"/>
          </a:xfrm>
          <a:prstGeom prst="rect">
            <a:avLst/>
          </a:prstGeom>
        </p:spPr>
        <p:txBody>
          <a:bodyPr vert="horz" wrap="square" lIns="0" tIns="12700" rIns="0" bIns="0" rtlCol="0">
            <a:spAutoFit/>
          </a:bodyPr>
          <a:lstStyle/>
          <a:p>
            <a:pPr marL="12700">
              <a:lnSpc>
                <a:spcPct val="100000"/>
              </a:lnSpc>
              <a:spcBef>
                <a:spcPts val="100"/>
              </a:spcBef>
            </a:pPr>
            <a:r>
              <a:rPr lang="en-AU" sz="1200" dirty="0">
                <a:effectLst/>
                <a:latin typeface="Book Antiqua" panose="02040602050305030304" pitchFamily="18" charset="0"/>
                <a:ea typeface="Yu Gothic" panose="020B0400000000000000" pitchFamily="34" charset="-128"/>
                <a:cs typeface="Times New Roman" panose="02020603050405020304" pitchFamily="18" charset="0"/>
              </a:rPr>
              <a:t>The detective reached one conclusion the ferrys captain who had been awake for thirty hours was unfit to sail.</a:t>
            </a:r>
            <a:endParaRPr lang="en-AU" sz="1200" spc="-20" dirty="0">
              <a:solidFill>
                <a:srgbClr val="231F20"/>
              </a:solidFill>
              <a:latin typeface="Book Antiqua" panose="02040602050305030304" pitchFamily="18" charset="0"/>
              <a:cs typeface="Cambria"/>
            </a:endParaRPr>
          </a:p>
        </p:txBody>
      </p:sp>
      <p:sp>
        <p:nvSpPr>
          <p:cNvPr id="83" name="object 34">
            <a:extLst>
              <a:ext uri="{FF2B5EF4-FFF2-40B4-BE49-F238E27FC236}">
                <a16:creationId xmlns:a16="http://schemas.microsoft.com/office/drawing/2014/main" id="{05521D62-C87D-814C-FD12-B8BC74BB302C}"/>
              </a:ext>
            </a:extLst>
          </p:cNvPr>
          <p:cNvSpPr txBox="1"/>
          <p:nvPr/>
        </p:nvSpPr>
        <p:spPr>
          <a:xfrm>
            <a:off x="1298448" y="9257385"/>
            <a:ext cx="6172200" cy="470001"/>
          </a:xfrm>
          <a:prstGeom prst="rect">
            <a:avLst/>
          </a:prstGeom>
        </p:spPr>
        <p:txBody>
          <a:bodyPr vert="horz" wrap="square" lIns="0" tIns="12700" rIns="0" bIns="0" rtlCol="0">
            <a:spAutoFit/>
          </a:bodyPr>
          <a:lstStyle/>
          <a:p>
            <a:pPr marL="12700">
              <a:lnSpc>
                <a:spcPct val="100000"/>
              </a:lnSpc>
              <a:spcBef>
                <a:spcPts val="100"/>
              </a:spcBef>
            </a:pPr>
            <a:r>
              <a:rPr lang="en-AU" sz="1200" dirty="0">
                <a:effectLst/>
                <a:latin typeface="Book Antiqua" panose="02040602050305030304" pitchFamily="18" charset="0"/>
                <a:ea typeface="Yu Gothic" panose="020B0400000000000000" pitchFamily="34" charset="-128"/>
                <a:cs typeface="Times New Roman" panose="02020603050405020304" pitchFamily="18" charset="0"/>
              </a:rPr>
              <a:t>Three things saved the stranded climbers a satellite phone a well stocked medical kit and the local womens knowledge of the terrain.</a:t>
            </a:r>
            <a:endParaRPr sz="1200" dirty="0">
              <a:latin typeface="Book Antiqua" panose="02040602050305030304" pitchFamily="18" charset="0"/>
              <a:cs typeface="Cambria"/>
            </a:endParaRPr>
          </a:p>
        </p:txBody>
      </p:sp>
      <p:sp>
        <p:nvSpPr>
          <p:cNvPr id="84" name="Rectangle: Top Corners Snipped 83">
            <a:extLst>
              <a:ext uri="{FF2B5EF4-FFF2-40B4-BE49-F238E27FC236}">
                <a16:creationId xmlns:a16="http://schemas.microsoft.com/office/drawing/2014/main" id="{DF0FAC6D-24BD-1970-D456-B91F958EB2EC}"/>
              </a:ext>
            </a:extLst>
          </p:cNvPr>
          <p:cNvSpPr/>
          <p:nvPr/>
        </p:nvSpPr>
        <p:spPr>
          <a:xfrm rot="5400000">
            <a:off x="717172" y="9202521"/>
            <a:ext cx="319871" cy="455999"/>
          </a:xfrm>
          <a:prstGeom prst="snip2SameRect">
            <a:avLst>
              <a:gd name="adj1" fmla="val 25758"/>
              <a:gd name="adj2" fmla="val 0"/>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5" name="TextBox 84">
            <a:extLst>
              <a:ext uri="{FF2B5EF4-FFF2-40B4-BE49-F238E27FC236}">
                <a16:creationId xmlns:a16="http://schemas.microsoft.com/office/drawing/2014/main" id="{6CAFEEDD-63F8-6545-4399-F601E20C4E69}"/>
              </a:ext>
            </a:extLst>
          </p:cNvPr>
          <p:cNvSpPr txBox="1"/>
          <p:nvPr/>
        </p:nvSpPr>
        <p:spPr>
          <a:xfrm>
            <a:off x="677365" y="8303666"/>
            <a:ext cx="374237" cy="276999"/>
          </a:xfrm>
          <a:prstGeom prst="rect">
            <a:avLst/>
          </a:prstGeom>
          <a:noFill/>
        </p:spPr>
        <p:txBody>
          <a:bodyPr wrap="square" rtlCol="0">
            <a:spAutoFit/>
          </a:bodyPr>
          <a:lstStyle/>
          <a:p>
            <a:r>
              <a:rPr lang="en-AU" sz="1200" b="1" spc="-50" dirty="0">
                <a:solidFill>
                  <a:srgbClr val="231F20"/>
                </a:solidFill>
                <a:latin typeface="Arial"/>
                <a:cs typeface="Arial"/>
              </a:rPr>
              <a:t>18</a:t>
            </a:r>
            <a:endParaRPr lang="en-AU" sz="1200" dirty="0"/>
          </a:p>
        </p:txBody>
      </p:sp>
      <p:sp>
        <p:nvSpPr>
          <p:cNvPr id="86" name="TextBox 85">
            <a:extLst>
              <a:ext uri="{FF2B5EF4-FFF2-40B4-BE49-F238E27FC236}">
                <a16:creationId xmlns:a16="http://schemas.microsoft.com/office/drawing/2014/main" id="{99DDCF64-F8D8-A7D2-CD52-56BDC2554D46}"/>
              </a:ext>
            </a:extLst>
          </p:cNvPr>
          <p:cNvSpPr txBox="1"/>
          <p:nvPr/>
        </p:nvSpPr>
        <p:spPr>
          <a:xfrm>
            <a:off x="678988" y="8801100"/>
            <a:ext cx="374237" cy="276999"/>
          </a:xfrm>
          <a:prstGeom prst="rect">
            <a:avLst/>
          </a:prstGeom>
          <a:noFill/>
        </p:spPr>
        <p:txBody>
          <a:bodyPr wrap="square" rtlCol="0">
            <a:spAutoFit/>
          </a:bodyPr>
          <a:lstStyle/>
          <a:p>
            <a:r>
              <a:rPr lang="en-AU" sz="1200" b="1" spc="-50" dirty="0">
                <a:solidFill>
                  <a:srgbClr val="231F20"/>
                </a:solidFill>
                <a:latin typeface="Arial"/>
                <a:cs typeface="Arial"/>
              </a:rPr>
              <a:t>19</a:t>
            </a:r>
            <a:endParaRPr lang="en-AU" sz="1200" dirty="0"/>
          </a:p>
        </p:txBody>
      </p:sp>
      <p:sp>
        <p:nvSpPr>
          <p:cNvPr id="87" name="TextBox 86">
            <a:extLst>
              <a:ext uri="{FF2B5EF4-FFF2-40B4-BE49-F238E27FC236}">
                <a16:creationId xmlns:a16="http://schemas.microsoft.com/office/drawing/2014/main" id="{8C4C9D0D-59E0-CC53-A500-432EED807DDD}"/>
              </a:ext>
            </a:extLst>
          </p:cNvPr>
          <p:cNvSpPr txBox="1"/>
          <p:nvPr/>
        </p:nvSpPr>
        <p:spPr>
          <a:xfrm>
            <a:off x="658712" y="9298533"/>
            <a:ext cx="374237" cy="276999"/>
          </a:xfrm>
          <a:prstGeom prst="rect">
            <a:avLst/>
          </a:prstGeom>
          <a:noFill/>
        </p:spPr>
        <p:txBody>
          <a:bodyPr wrap="square" rtlCol="0">
            <a:spAutoFit/>
          </a:bodyPr>
          <a:lstStyle/>
          <a:p>
            <a:r>
              <a:rPr lang="en-AU" sz="1200" b="1" spc="-50" dirty="0">
                <a:solidFill>
                  <a:srgbClr val="231F20"/>
                </a:solidFill>
                <a:latin typeface="Arial"/>
                <a:cs typeface="Arial"/>
              </a:rPr>
              <a:t>20</a:t>
            </a:r>
            <a:endParaRPr lang="en-AU" sz="1200" dirty="0"/>
          </a:p>
        </p:txBody>
      </p:sp>
      <p:sp>
        <p:nvSpPr>
          <p:cNvPr id="14" name="object 34">
            <a:extLst>
              <a:ext uri="{FF2B5EF4-FFF2-40B4-BE49-F238E27FC236}">
                <a16:creationId xmlns:a16="http://schemas.microsoft.com/office/drawing/2014/main" id="{F6A3B367-2C1F-5518-8CE4-602491D38AB5}"/>
              </a:ext>
            </a:extLst>
          </p:cNvPr>
          <p:cNvSpPr txBox="1"/>
          <p:nvPr/>
        </p:nvSpPr>
        <p:spPr>
          <a:xfrm>
            <a:off x="1234440" y="4738420"/>
            <a:ext cx="5120640" cy="470001"/>
          </a:xfrm>
          <a:prstGeom prst="rect">
            <a:avLst/>
          </a:prstGeom>
        </p:spPr>
        <p:txBody>
          <a:bodyPr vert="horz" wrap="square" lIns="0" tIns="12700" rIns="0" bIns="0" rtlCol="0">
            <a:spAutoFit/>
          </a:bodyPr>
          <a:lstStyle/>
          <a:p>
            <a:pPr marL="12700">
              <a:lnSpc>
                <a:spcPct val="100000"/>
              </a:lnSpc>
              <a:spcBef>
                <a:spcPts val="100"/>
              </a:spcBef>
            </a:pPr>
            <a:r>
              <a:rPr lang="en-US" sz="1200" dirty="0">
                <a:latin typeface="Book Antiqua" panose="02040602050305030304" pitchFamily="18" charset="0"/>
              </a:rPr>
              <a:t>A road-safety billboard caused three accidents in its first week because drivers kept slowing down to read it.</a:t>
            </a:r>
            <a:endParaRPr sz="1200" dirty="0">
              <a:latin typeface="Book Antiqua" panose="02040602050305030304" pitchFamily="18" charset="0"/>
              <a:cs typeface="Cambria"/>
            </a:endParaRPr>
          </a:p>
        </p:txBody>
      </p:sp>
      <p:sp>
        <p:nvSpPr>
          <p:cNvPr id="16" name="object 34">
            <a:extLst>
              <a:ext uri="{FF2B5EF4-FFF2-40B4-BE49-F238E27FC236}">
                <a16:creationId xmlns:a16="http://schemas.microsoft.com/office/drawing/2014/main" id="{0883A57C-81EF-481A-0156-DD885A1E61C7}"/>
              </a:ext>
            </a:extLst>
          </p:cNvPr>
          <p:cNvSpPr txBox="1"/>
          <p:nvPr/>
        </p:nvSpPr>
        <p:spPr>
          <a:xfrm>
            <a:off x="1234440" y="3948379"/>
            <a:ext cx="5120640" cy="470001"/>
          </a:xfrm>
          <a:prstGeom prst="rect">
            <a:avLst/>
          </a:prstGeom>
        </p:spPr>
        <p:txBody>
          <a:bodyPr vert="horz" wrap="square" lIns="0" tIns="12700" rIns="0" bIns="0" rtlCol="0">
            <a:spAutoFit/>
          </a:bodyPr>
          <a:lstStyle/>
          <a:p>
            <a:pPr marL="12700">
              <a:lnSpc>
                <a:spcPct val="100000"/>
              </a:lnSpc>
              <a:spcBef>
                <a:spcPts val="100"/>
              </a:spcBef>
            </a:pPr>
            <a:r>
              <a:rPr lang="en-US" sz="1200" dirty="0">
                <a:latin typeface="Book Antiqua" panose="02040602050305030304" pitchFamily="18" charset="0"/>
              </a:rPr>
              <a:t>On the last day of the summer holidays, the rain fell listlessly, too weary even to become a storm.</a:t>
            </a:r>
            <a:endParaRPr lang="en-AU" sz="1200" spc="-20" dirty="0">
              <a:latin typeface="Book Antiqua" panose="02040602050305030304" pitchFamily="18" charset="0"/>
              <a:cs typeface="Cambria"/>
            </a:endParaRPr>
          </a:p>
        </p:txBody>
      </p:sp>
      <p:sp>
        <p:nvSpPr>
          <p:cNvPr id="18" name="object 34">
            <a:extLst>
              <a:ext uri="{FF2B5EF4-FFF2-40B4-BE49-F238E27FC236}">
                <a16:creationId xmlns:a16="http://schemas.microsoft.com/office/drawing/2014/main" id="{BD7FABA2-9FDB-8EE5-95A1-914A2A6F2BFB}"/>
              </a:ext>
            </a:extLst>
          </p:cNvPr>
          <p:cNvSpPr txBox="1"/>
          <p:nvPr/>
        </p:nvSpPr>
        <p:spPr>
          <a:xfrm>
            <a:off x="1234440" y="5528462"/>
            <a:ext cx="5120640" cy="470001"/>
          </a:xfrm>
          <a:prstGeom prst="rect">
            <a:avLst/>
          </a:prstGeom>
        </p:spPr>
        <p:txBody>
          <a:bodyPr vert="horz" wrap="square" lIns="0" tIns="12700" rIns="0" bIns="0" rtlCol="0">
            <a:spAutoFit/>
          </a:bodyPr>
          <a:lstStyle/>
          <a:p>
            <a:pPr marL="12700">
              <a:lnSpc>
                <a:spcPct val="100000"/>
              </a:lnSpc>
              <a:spcBef>
                <a:spcPts val="100"/>
              </a:spcBef>
            </a:pPr>
            <a:r>
              <a:rPr lang="en-US" sz="1200" dirty="0">
                <a:latin typeface="Book Antiqua" panose="02040602050305030304" pitchFamily="18" charset="0"/>
              </a:rPr>
              <a:t>Leaving the reunion, my aunt opened her umbrella and an old wound from the family's past.</a:t>
            </a:r>
            <a:endParaRPr lang="en-AU" sz="1200" spc="-20" dirty="0">
              <a:latin typeface="Book Antiqua" panose="02040602050305030304" pitchFamily="18" charset="0"/>
              <a:cs typeface="Cambria"/>
            </a:endParaRPr>
          </a:p>
        </p:txBody>
      </p:sp>
      <p:sp>
        <p:nvSpPr>
          <p:cNvPr id="20" name="object 34">
            <a:extLst>
              <a:ext uri="{FF2B5EF4-FFF2-40B4-BE49-F238E27FC236}">
                <a16:creationId xmlns:a16="http://schemas.microsoft.com/office/drawing/2014/main" id="{015BCC8A-377A-55CD-FB26-A53A7A050F80}"/>
              </a:ext>
            </a:extLst>
          </p:cNvPr>
          <p:cNvSpPr txBox="1"/>
          <p:nvPr/>
        </p:nvSpPr>
        <p:spPr>
          <a:xfrm>
            <a:off x="1234440" y="2969056"/>
            <a:ext cx="5120640" cy="659282"/>
          </a:xfrm>
          <a:prstGeom prst="rect">
            <a:avLst/>
          </a:prstGeom>
        </p:spPr>
        <p:txBody>
          <a:bodyPr vert="horz" wrap="square" lIns="0" tIns="12700" rIns="0" bIns="0" rtlCol="0">
            <a:spAutoFit/>
          </a:bodyPr>
          <a:lstStyle/>
          <a:p>
            <a:pPr marL="12700">
              <a:lnSpc>
                <a:spcPct val="100000"/>
              </a:lnSpc>
              <a:spcBef>
                <a:spcPts val="100"/>
              </a:spcBef>
            </a:pPr>
            <a:r>
              <a:rPr lang="en-US" sz="1200" dirty="0">
                <a:latin typeface="Book Antiqua" panose="02040602050305030304" pitchFamily="18" charset="0"/>
              </a:rPr>
              <a:t>Parent on the school's social media page: "The principal suggests later start times, so apparently she thinks students should sleep all day and never learn discipline."</a:t>
            </a:r>
            <a:endParaRPr sz="1200" dirty="0">
              <a:latin typeface="Book Antiqua" panose="02040602050305030304" pitchFamily="18" charset="0"/>
              <a:cs typeface="Cambria"/>
            </a:endParaRPr>
          </a:p>
        </p:txBody>
      </p:sp>
    </p:spTree>
    <p:extLst>
      <p:ext uri="{BB962C8B-B14F-4D97-AF65-F5344CB8AC3E}">
        <p14:creationId xmlns:p14="http://schemas.microsoft.com/office/powerpoint/2010/main" val="4520577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p:nvPr/>
        </p:nvSpPr>
        <p:spPr>
          <a:xfrm>
            <a:off x="0" y="9144"/>
            <a:ext cx="7562088" cy="56415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itle 1"/>
          <p:cNvSpPr txBox="1">
            <a:spLocks/>
          </p:cNvSpPr>
          <p:nvPr/>
        </p:nvSpPr>
        <p:spPr>
          <a:xfrm>
            <a:off x="128016" y="73152"/>
            <a:ext cx="987552" cy="292608"/>
          </a:xfrm>
          <a:prstGeom prst="rect">
            <a:avLst/>
          </a:prstGeom>
          <a:solidFill>
            <a:schemeClr val="tx1"/>
          </a:solidFill>
          <a:ln>
            <a:solidFill>
              <a:schemeClr val="tx1"/>
            </a:solidFill>
          </a:ln>
        </p:spPr>
        <p:txBody>
          <a:bodyPr vert="horz" lIns="91440" tIns="45720" rIns="91440" bIns="45720" rtlCol="0" anchor="ctr">
            <a:noAutofit/>
          </a:bodyPr>
          <a:lstStyle>
            <a:lvl1pPr algn="l" defTabSz="755934" rtl="0" eaLnBrk="1" latinLnBrk="0" hangingPunct="1">
              <a:lnSpc>
                <a:spcPct val="90000"/>
              </a:lnSpc>
              <a:spcBef>
                <a:spcPct val="0"/>
              </a:spcBef>
              <a:buNone/>
              <a:defRPr sz="3637" kern="1200">
                <a:solidFill>
                  <a:schemeClr val="tx1"/>
                </a:solidFill>
                <a:latin typeface="+mj-lt"/>
                <a:ea typeface="+mj-ea"/>
                <a:cs typeface="+mj-cs"/>
              </a:defRPr>
            </a:lvl1pPr>
          </a:lstStyle>
          <a:p>
            <a:pPr algn="ctr"/>
            <a:r>
              <a:rPr lang="en-AU" sz="1700" dirty="0">
                <a:solidFill>
                  <a:schemeClr val="bg1"/>
                </a:solidFill>
                <a:latin typeface="Arial" panose="020B0604020202020204" pitchFamily="34" charset="0"/>
                <a:cs typeface="Arial" panose="020B0604020202020204" pitchFamily="34" charset="0"/>
              </a:rPr>
              <a:t>TEST 1</a:t>
            </a:r>
          </a:p>
        </p:txBody>
      </p:sp>
      <p:sp>
        <p:nvSpPr>
          <p:cNvPr id="4" name="Subtitle 2"/>
          <p:cNvSpPr txBox="1">
            <a:spLocks/>
          </p:cNvSpPr>
          <p:nvPr/>
        </p:nvSpPr>
        <p:spPr>
          <a:xfrm>
            <a:off x="82296" y="411480"/>
            <a:ext cx="3017520" cy="5202661"/>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poring, pouring</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peek, pique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canvass, canvas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raise, razed</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reign, rein</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wreak, reek</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bated, baited</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P (were made – agentless passive); A (were investigating – past continuous, active)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A (had been excavating – past perfect continuous, active); P (got fired – "get" passive)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P (is being trialled); A (has been attracting – present perfect continuous, active)</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P (was approved); A (was gathering – past continuous, active)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C – repeated "st"/"t" endings after different vowels: lost, mist, past, first; crept, burnt, fort, light</a:t>
            </a:r>
            <a:endParaRPr lang="en-AU" sz="1200" dirty="0">
              <a:latin typeface="Arial" panose="020B0604020202020204" pitchFamily="34" charset="0"/>
              <a:cs typeface="Arial" panose="020B0604020202020204" pitchFamily="34" charset="0"/>
            </a:endParaRPr>
          </a:p>
        </p:txBody>
      </p:sp>
      <p:sp>
        <p:nvSpPr>
          <p:cNvPr id="5" name="Subtitle 2"/>
          <p:cNvSpPr txBox="1">
            <a:spLocks/>
          </p:cNvSpPr>
          <p:nvPr/>
        </p:nvSpPr>
        <p:spPr>
          <a:xfrm>
            <a:off x="3099815" y="411480"/>
            <a:ext cx="4462272" cy="5202661"/>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IR – rhymes within the line: day/bay/play; fly/high/sky</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O – clatter, gurgle, bang imitate the sounds they name</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C – repeated "k" endings after different vowels: stock, truck, took, bleak, daybreak</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2nd sentence – the sky "brooding" and "sulking" mirrors the tension before the grand final. (1st = personification of a structure, no feeling; 3rd = literal)</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3rd sentence – the paddocks' "despair" and "mourning" mirror the farmers' hopelessness. (1st = literal; 2nd = personification of a machine, no feeling)</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1st sentence – the dawn creeping in "timidly" and "ashamed" mirrors the horror and guilt after battle. (2nd = simile, no feeling; 3rd = personification of an object)</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A Pyrrhic victory = a win achieved at such great cost that it is hardly better than a defeat (3rd meaning); Hobson's choice = a supposed choice in which the only option is to take what is offered or nothing at all (4th meaning)</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Hoist with one's own petard = harmed or undone by the very scheme one devised to hurt others (1st meaning); A Faustian bargain = a deal in which someone sacrifices their integrity for power, wealth or success (2nd meaning)</a:t>
            </a:r>
          </a:p>
        </p:txBody>
      </p:sp>
      <p:sp>
        <p:nvSpPr>
          <p:cNvPr id="6" name="Rectangle 5"/>
          <p:cNvSpPr/>
          <p:nvPr/>
        </p:nvSpPr>
        <p:spPr>
          <a:xfrm>
            <a:off x="0" y="5669005"/>
            <a:ext cx="7562088" cy="501118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itle 1"/>
          <p:cNvSpPr txBox="1">
            <a:spLocks/>
          </p:cNvSpPr>
          <p:nvPr/>
        </p:nvSpPr>
        <p:spPr>
          <a:xfrm>
            <a:off x="128016" y="5733013"/>
            <a:ext cx="987552" cy="292608"/>
          </a:xfrm>
          <a:prstGeom prst="rect">
            <a:avLst/>
          </a:prstGeom>
          <a:solidFill>
            <a:schemeClr val="tx1"/>
          </a:solidFill>
          <a:ln>
            <a:solidFill>
              <a:schemeClr val="tx1"/>
            </a:solidFill>
          </a:ln>
        </p:spPr>
        <p:txBody>
          <a:bodyPr vert="horz" lIns="91440" tIns="45720" rIns="91440" bIns="45720" rtlCol="0" anchor="ctr">
            <a:noAutofit/>
          </a:bodyPr>
          <a:lstStyle>
            <a:lvl1pPr algn="l" defTabSz="755934" rtl="0" eaLnBrk="1" latinLnBrk="0" hangingPunct="1">
              <a:lnSpc>
                <a:spcPct val="90000"/>
              </a:lnSpc>
              <a:spcBef>
                <a:spcPct val="0"/>
              </a:spcBef>
              <a:buNone/>
              <a:defRPr sz="3637" kern="1200">
                <a:solidFill>
                  <a:schemeClr val="tx1"/>
                </a:solidFill>
                <a:latin typeface="+mj-lt"/>
                <a:ea typeface="+mj-ea"/>
                <a:cs typeface="+mj-cs"/>
              </a:defRPr>
            </a:lvl1pPr>
          </a:lstStyle>
          <a:p>
            <a:pPr algn="ctr"/>
            <a:r>
              <a:rPr lang="en-AU" sz="1700" dirty="0">
                <a:solidFill>
                  <a:schemeClr val="bg1"/>
                </a:solidFill>
                <a:latin typeface="Arial" panose="020B0604020202020204" pitchFamily="34" charset="0"/>
                <a:cs typeface="Arial" panose="020B0604020202020204" pitchFamily="34" charset="0"/>
              </a:rPr>
              <a:t>TEST 2</a:t>
            </a:r>
          </a:p>
        </p:txBody>
      </p:sp>
      <p:sp>
        <p:nvSpPr>
          <p:cNvPr id="8" name="Subtitle 2"/>
          <p:cNvSpPr txBox="1">
            <a:spLocks/>
          </p:cNvSpPr>
          <p:nvPr/>
        </p:nvSpPr>
        <p:spPr>
          <a:xfrm>
            <a:off x="82296" y="6071341"/>
            <a:ext cx="3383280" cy="4572274"/>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ingenious, ingenuous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disinterested (impartial), uninterested (not interested)</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appraise, apprise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foundered (sank), floundered (struggled)</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militate, mitigate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proscribed, prescribed</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Coordinating: for, nor, but, or</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Subordinating: whereas, lest, albeit, unless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Correlative: neither … nor, both … and, whether … or, not only … but also</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Conjunctive adverb: nevertheless, moreover, conversely, consequently</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sunk (error: sank – past participle needed after "had")</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hanged (error: hung – people are hanged; objects are hung)</a:t>
            </a:r>
            <a:endParaRPr lang="en-AU" sz="1200" dirty="0">
              <a:latin typeface="Arial" panose="020B0604020202020204" pitchFamily="34" charset="0"/>
              <a:cs typeface="Arial" panose="020B0604020202020204" pitchFamily="34" charset="0"/>
            </a:endParaRPr>
          </a:p>
        </p:txBody>
      </p:sp>
      <p:sp>
        <p:nvSpPr>
          <p:cNvPr id="9" name="Subtitle 2"/>
          <p:cNvSpPr txBox="1">
            <a:spLocks/>
          </p:cNvSpPr>
          <p:nvPr/>
        </p:nvSpPr>
        <p:spPr>
          <a:xfrm>
            <a:off x="3465576" y="6071341"/>
            <a:ext cx="4096511" cy="4572274"/>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cheaper (error: cheapest – comparative for two)</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calm (error: calmly – "remained" is a linking verb, so it takes an adjective)</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who (error: which – a person; "that" cannot introduce a non-restrictive clause)</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A poisoned chalice: a role or opportunity that looks attractive but is likely to bring harm or failure to whoever accepts it.</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Moved the goalposts: unfairly changed the rules or requirements while a process was under way, making success harder.</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Damned with faint praise: criticised something indirectly by praising it so weakly that the lack of enthusiasm signals disapproval.</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Option 2 only</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Options 1 and 2 (dashes and brackets both correctly enclose the extra information; option 3 is missing its closing comma). Award the mark only if both 1 and 2 are chosen and 3 is not.</a:t>
            </a:r>
          </a:p>
        </p:txBody>
      </p:sp>
    </p:spTree>
    <p:extLst>
      <p:ext uri="{BB962C8B-B14F-4D97-AF65-F5344CB8AC3E}">
        <p14:creationId xmlns:p14="http://schemas.microsoft.com/office/powerpoint/2010/main" val="38384518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p:nvPr/>
        </p:nvSpPr>
        <p:spPr>
          <a:xfrm>
            <a:off x="0" y="9144"/>
            <a:ext cx="7562088" cy="456899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itle 1"/>
          <p:cNvSpPr txBox="1">
            <a:spLocks/>
          </p:cNvSpPr>
          <p:nvPr/>
        </p:nvSpPr>
        <p:spPr>
          <a:xfrm>
            <a:off x="128016" y="73152"/>
            <a:ext cx="987552" cy="292608"/>
          </a:xfrm>
          <a:prstGeom prst="rect">
            <a:avLst/>
          </a:prstGeom>
          <a:solidFill>
            <a:schemeClr val="tx1"/>
          </a:solidFill>
          <a:ln>
            <a:solidFill>
              <a:schemeClr val="tx1"/>
            </a:solidFill>
          </a:ln>
        </p:spPr>
        <p:txBody>
          <a:bodyPr vert="horz" lIns="91440" tIns="45720" rIns="91440" bIns="45720" rtlCol="0" anchor="ctr">
            <a:noAutofit/>
          </a:bodyPr>
          <a:lstStyle>
            <a:lvl1pPr algn="l" defTabSz="755934" rtl="0" eaLnBrk="1" latinLnBrk="0" hangingPunct="1">
              <a:lnSpc>
                <a:spcPct val="90000"/>
              </a:lnSpc>
              <a:spcBef>
                <a:spcPct val="0"/>
              </a:spcBef>
              <a:buNone/>
              <a:defRPr sz="3637" kern="1200">
                <a:solidFill>
                  <a:schemeClr val="tx1"/>
                </a:solidFill>
                <a:latin typeface="+mj-lt"/>
                <a:ea typeface="+mj-ea"/>
                <a:cs typeface="+mj-cs"/>
              </a:defRPr>
            </a:lvl1pPr>
          </a:lstStyle>
          <a:p>
            <a:pPr algn="ctr"/>
            <a:r>
              <a:rPr lang="en-AU" sz="1700" dirty="0">
                <a:solidFill>
                  <a:schemeClr val="bg1"/>
                </a:solidFill>
                <a:latin typeface="Arial" panose="020B0604020202020204" pitchFamily="34" charset="0"/>
                <a:cs typeface="Arial" panose="020B0604020202020204" pitchFamily="34" charset="0"/>
              </a:rPr>
              <a:t>TEST 3</a:t>
            </a:r>
          </a:p>
        </p:txBody>
      </p:sp>
      <p:sp>
        <p:nvSpPr>
          <p:cNvPr id="4" name="Subtitle 2"/>
          <p:cNvSpPr txBox="1">
            <a:spLocks/>
          </p:cNvSpPr>
          <p:nvPr/>
        </p:nvSpPr>
        <p:spPr>
          <a:xfrm>
            <a:off x="82296" y="411480"/>
            <a:ext cx="2651760" cy="4130080"/>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supersede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liaison</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resuscitate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vacillate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sacrilegious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consensus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led by my grandfather (decoy: "rebuilding the old treehouse" is a gerund phrase – the subject of "occupied")</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rising faster than predicted (decoy: "were monitoring" is a past continuous verb)</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Trained in secret by a retired champion (decoy: "sparring with anyone in the gym" is a gerund phrase – the object of "loved")</a:t>
            </a:r>
          </a:p>
        </p:txBody>
      </p:sp>
      <p:sp>
        <p:nvSpPr>
          <p:cNvPr id="5" name="Subtitle 2"/>
          <p:cNvSpPr txBox="1">
            <a:spLocks/>
          </p:cNvSpPr>
          <p:nvPr/>
        </p:nvSpPr>
        <p:spPr>
          <a:xfrm>
            <a:off x="2734056" y="411480"/>
            <a:ext cx="4828031" cy="4130080"/>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Hoping to avoid a scandal (decoy: "posting the apology" is a gerund phrase – the object of "delayed")</a:t>
            </a:r>
          </a:p>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signed by their authors (decoy: "are now paying" is a present continuous verb)</a:t>
            </a:r>
          </a:p>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C (would have been spared – third conditional); B (would not be spending – mixed conditional: past condition, present result)</a:t>
            </a:r>
          </a:p>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B (will have travelled – future perfect); D (were – with "neither … nor", the verb agrees with the nearer subject, "teammates")</a:t>
            </a:r>
          </a:p>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E – "warned about the drought" ends each clause</a:t>
            </a:r>
          </a:p>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Z – "broke" applies literally to the lock and figuratively to the suspect's confidence</a:t>
            </a:r>
          </a:p>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A – "Not a single" begins each clause</a:t>
            </a:r>
          </a:p>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H – the writer asks a question and immediately answers it</a:t>
            </a:r>
          </a:p>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Z – "swallowed" applies figuratively to his pride and literally to the sprouts</a:t>
            </a:r>
          </a:p>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A – "Ask the" begins each clause</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startAt="10"/>
            </a:pPr>
            <a:r>
              <a:rPr lang="en-AU" sz="1200" dirty="0">
                <a:latin typeface="Arial" panose="020B0604020202020204" pitchFamily="34" charset="0"/>
                <a:cs typeface="Arial" panose="020B0604020202020204" pitchFamily="34" charset="0"/>
              </a:rPr>
              <a:t>E – "he felt invisible" ends each clause</a:t>
            </a:r>
          </a:p>
        </p:txBody>
      </p:sp>
      <p:sp>
        <p:nvSpPr>
          <p:cNvPr id="6" name="Rectangle 5"/>
          <p:cNvSpPr/>
          <p:nvPr/>
        </p:nvSpPr>
        <p:spPr>
          <a:xfrm>
            <a:off x="0" y="4596424"/>
            <a:ext cx="7562088" cy="608376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itle 1"/>
          <p:cNvSpPr txBox="1">
            <a:spLocks/>
          </p:cNvSpPr>
          <p:nvPr/>
        </p:nvSpPr>
        <p:spPr>
          <a:xfrm>
            <a:off x="128016" y="4660432"/>
            <a:ext cx="987552" cy="292608"/>
          </a:xfrm>
          <a:prstGeom prst="rect">
            <a:avLst/>
          </a:prstGeom>
          <a:solidFill>
            <a:schemeClr val="tx1"/>
          </a:solidFill>
          <a:ln>
            <a:solidFill>
              <a:schemeClr val="tx1"/>
            </a:solidFill>
          </a:ln>
        </p:spPr>
        <p:txBody>
          <a:bodyPr vert="horz" lIns="91440" tIns="45720" rIns="91440" bIns="45720" rtlCol="0" anchor="ctr">
            <a:noAutofit/>
          </a:bodyPr>
          <a:lstStyle>
            <a:lvl1pPr algn="l" defTabSz="755934" rtl="0" eaLnBrk="1" latinLnBrk="0" hangingPunct="1">
              <a:lnSpc>
                <a:spcPct val="90000"/>
              </a:lnSpc>
              <a:spcBef>
                <a:spcPct val="0"/>
              </a:spcBef>
              <a:buNone/>
              <a:defRPr sz="3637" kern="1200">
                <a:solidFill>
                  <a:schemeClr val="tx1"/>
                </a:solidFill>
                <a:latin typeface="+mj-lt"/>
                <a:ea typeface="+mj-ea"/>
                <a:cs typeface="+mj-cs"/>
              </a:defRPr>
            </a:lvl1pPr>
          </a:lstStyle>
          <a:p>
            <a:pPr algn="ctr"/>
            <a:r>
              <a:rPr lang="en-AU" sz="1700" dirty="0">
                <a:solidFill>
                  <a:schemeClr val="bg1"/>
                </a:solidFill>
                <a:latin typeface="Arial" panose="020B0604020202020204" pitchFamily="34" charset="0"/>
                <a:cs typeface="Arial" panose="020B0604020202020204" pitchFamily="34" charset="0"/>
              </a:rPr>
              <a:t>TEST 4</a:t>
            </a:r>
          </a:p>
        </p:txBody>
      </p:sp>
      <p:sp>
        <p:nvSpPr>
          <p:cNvPr id="8" name="Subtitle 2"/>
          <p:cNvSpPr txBox="1">
            <a:spLocks/>
          </p:cNvSpPr>
          <p:nvPr/>
        </p:nvSpPr>
        <p:spPr>
          <a:xfrm>
            <a:off x="82296" y="4998760"/>
            <a:ext cx="3017520" cy="5644855"/>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conscientious – option 2</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bureaucracy – option 1</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manoeuvre – option 3</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surreptitious – option 1</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mischievous – option 3</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fluorescent – option 2</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millennium – option 1</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acquiesce – option 3</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Noun clause (subject of "remains")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Adjective (relative) clause (describes "the violinist")</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Adverbial clause (concession: "although …")</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Independent clause (can stand alone as a sentence)</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Noun clause (object of "debate")</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The SRC's new plan aims to reduce waste, cut canteen queues and raise money for charity; some students say it is little more than a slogan.</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(Errors: faulty parallelism – "cutting canteen queues" and "to raise" do not match "reduce"; comma splice. Also accept "…for charity, but some students say…" or a full stop before "Some".)</a:t>
            </a:r>
            <a:endParaRPr lang="en-AU" sz="1200" dirty="0">
              <a:latin typeface="Arial" panose="020B0604020202020204" pitchFamily="34" charset="0"/>
              <a:cs typeface="Arial" panose="020B0604020202020204" pitchFamily="34" charset="0"/>
            </a:endParaRPr>
          </a:p>
        </p:txBody>
      </p:sp>
      <p:sp>
        <p:nvSpPr>
          <p:cNvPr id="9" name="Subtitle 2"/>
          <p:cNvSpPr txBox="1">
            <a:spLocks/>
          </p:cNvSpPr>
          <p:nvPr/>
        </p:nvSpPr>
        <p:spPr>
          <a:xfrm>
            <a:off x="3099815" y="4998760"/>
            <a:ext cx="4462272" cy="5644855"/>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The salvage diver told my brother and me that among the items recovered from the wreck were a compass and two silver pistols.</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(Errors: "myself" → "me"; "was" → "were" – inverted sentence with a plural subject.)</a:t>
            </a:r>
          </a:p>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Although the reef had survived three bleaching events, scientists warned that a fourth could destroy it, and they called for urgent action.</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(Errors: sentence fragment; tense shift "warn … called". Also accept consistent present tense: "…scientists warn that a fourth could destroy it and are calling for urgent action.")</a:t>
            </a:r>
          </a:p>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D – The audience knows the wine is poisoned, but the host does not; his claim that he has never felt healthier is ironic because we know he is about to die, creating dread and suspense.</a:t>
            </a:r>
          </a:p>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V – The captain says the opposite of what he means: a record defeat was obviously not the plan, so the sarcasm conveys his frustration or bitterness.</a:t>
            </a:r>
          </a:p>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S – A streamer who teaches account security is himself hacked, the opposite of what we would expect from an expert, which undermines his credibility.</a:t>
            </a:r>
          </a:p>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D – The audience knows the prince is plotting against the king, but the king does not; promoting him to most trusted adviser is ironic and builds tension because we expect betrayal.</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(Q17–20 marking: ½ for the correct letter + ½ for an explanation that states the gap between expectation/knowledge and reality.)</a:t>
            </a:r>
          </a:p>
        </p:txBody>
      </p:sp>
    </p:spTree>
    <p:extLst>
      <p:ext uri="{BB962C8B-B14F-4D97-AF65-F5344CB8AC3E}">
        <p14:creationId xmlns:p14="http://schemas.microsoft.com/office/powerpoint/2010/main" val="42941601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p:nvPr/>
        </p:nvSpPr>
        <p:spPr>
          <a:xfrm>
            <a:off x="0" y="9144"/>
            <a:ext cx="7562088" cy="530098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itle 1"/>
          <p:cNvSpPr txBox="1">
            <a:spLocks/>
          </p:cNvSpPr>
          <p:nvPr/>
        </p:nvSpPr>
        <p:spPr>
          <a:xfrm>
            <a:off x="128016" y="73152"/>
            <a:ext cx="987552" cy="292608"/>
          </a:xfrm>
          <a:prstGeom prst="rect">
            <a:avLst/>
          </a:prstGeom>
          <a:solidFill>
            <a:schemeClr val="tx1"/>
          </a:solidFill>
          <a:ln>
            <a:solidFill>
              <a:schemeClr val="tx1"/>
            </a:solidFill>
          </a:ln>
        </p:spPr>
        <p:txBody>
          <a:bodyPr vert="horz" lIns="91440" tIns="45720" rIns="91440" bIns="45720" rtlCol="0" anchor="ctr">
            <a:noAutofit/>
          </a:bodyPr>
          <a:lstStyle>
            <a:lvl1pPr algn="l" defTabSz="755934" rtl="0" eaLnBrk="1" latinLnBrk="0" hangingPunct="1">
              <a:lnSpc>
                <a:spcPct val="90000"/>
              </a:lnSpc>
              <a:spcBef>
                <a:spcPct val="0"/>
              </a:spcBef>
              <a:buNone/>
              <a:defRPr sz="3637" kern="1200">
                <a:solidFill>
                  <a:schemeClr val="tx1"/>
                </a:solidFill>
                <a:latin typeface="+mj-lt"/>
                <a:ea typeface="+mj-ea"/>
                <a:cs typeface="+mj-cs"/>
              </a:defRPr>
            </a:lvl1pPr>
          </a:lstStyle>
          <a:p>
            <a:pPr algn="ctr"/>
            <a:r>
              <a:rPr lang="en-AU" sz="1700" dirty="0">
                <a:solidFill>
                  <a:schemeClr val="bg1"/>
                </a:solidFill>
                <a:latin typeface="Arial" panose="020B0604020202020204" pitchFamily="34" charset="0"/>
                <a:cs typeface="Arial" panose="020B0604020202020204" pitchFamily="34" charset="0"/>
              </a:rPr>
              <a:t>TEST 5</a:t>
            </a:r>
          </a:p>
        </p:txBody>
      </p:sp>
      <p:sp>
        <p:nvSpPr>
          <p:cNvPr id="4" name="Subtitle 2"/>
          <p:cNvSpPr txBox="1">
            <a:spLocks/>
          </p:cNvSpPr>
          <p:nvPr/>
        </p:nvSpPr>
        <p:spPr>
          <a:xfrm>
            <a:off x="82296" y="411480"/>
            <a:ext cx="3383280" cy="4862068"/>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Done with minimal effort: Perfunctory</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Showy and designed to impress: Ostentatious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Harmful in a hidden, gradual way: Insidious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Optimistic in a bad situation: Sanguine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Shy and lacking confidence: Diffident</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Tirelessly persistent: Indefatigable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tantamount to</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indicative of</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predicated on</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privy to</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fraught with</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showed = demonstrated/established/confirmed; help = benefit/aid/assist; got worse = deteriorated/wilted/languished</a:t>
            </a:r>
            <a:endParaRPr lang="en-AU" sz="1200" dirty="0">
              <a:latin typeface="Arial" panose="020B0604020202020204" pitchFamily="34" charset="0"/>
              <a:cs typeface="Arial" panose="020B0604020202020204" pitchFamily="34" charset="0"/>
            </a:endParaRPr>
          </a:p>
        </p:txBody>
      </p:sp>
      <p:sp>
        <p:nvSpPr>
          <p:cNvPr id="5" name="Subtitle 2"/>
          <p:cNvSpPr txBox="1">
            <a:spLocks/>
          </p:cNvSpPr>
          <p:nvPr/>
        </p:nvSpPr>
        <p:spPr>
          <a:xfrm>
            <a:off x="3465576" y="411480"/>
            <a:ext cx="4096511" cy="4862068"/>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said = ruled/declared/determined; to blame = culpable/liable; made them pay = compelled them to pay / ordered them to pay / required them to pay / obliged them to pay</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liked = admired/lauded/commended; plain = austere/understated/restrained; fits = harmonises/blends/accords</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Hamartia: the tragic flaw or error of judgement in a protagonist that leads to their downfall.</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Hubris: excessive pride or self-confidence that leads a character to overreach and brings about their downfall (often the tragic hero's hamartia).</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well-known, well known (hyphenate a compound before the noun, not after it)</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highly anticipated, half-hearted (no hyphen after an -ly adverb; "half-hearted" is always hyphenated)</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resign, re-sign (resign = quit; re-sign = sign again)</a:t>
            </a:r>
          </a:p>
          <a:p>
            <a:pPr marL="457200" indent="-457200" algn="l">
              <a:spcBef>
                <a:spcPts val="400"/>
              </a:spcBef>
              <a:buFont typeface="Arial" panose="020B0604020202020204" pitchFamily="34" charset="0"/>
              <a:buAutoNum type="arabicPlain" startAt="13"/>
            </a:pPr>
            <a:r>
              <a:rPr lang="en-AU" sz="1200" dirty="0">
                <a:latin typeface="Arial" panose="020B0604020202020204" pitchFamily="34" charset="0"/>
                <a:cs typeface="Arial" panose="020B0604020202020204" pitchFamily="34" charset="0"/>
              </a:rPr>
              <a:t>16-year-old, 16 years old (hyphenate the compound before a noun, not after "at")</a:t>
            </a:r>
          </a:p>
        </p:txBody>
      </p:sp>
      <p:sp>
        <p:nvSpPr>
          <p:cNvPr id="6" name="Rectangle 5"/>
          <p:cNvSpPr/>
          <p:nvPr/>
        </p:nvSpPr>
        <p:spPr>
          <a:xfrm>
            <a:off x="0" y="5328412"/>
            <a:ext cx="7562088" cy="535178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itle 1"/>
          <p:cNvSpPr txBox="1">
            <a:spLocks/>
          </p:cNvSpPr>
          <p:nvPr/>
        </p:nvSpPr>
        <p:spPr>
          <a:xfrm>
            <a:off x="128016" y="5392420"/>
            <a:ext cx="987552" cy="292608"/>
          </a:xfrm>
          <a:prstGeom prst="rect">
            <a:avLst/>
          </a:prstGeom>
          <a:solidFill>
            <a:schemeClr val="tx1"/>
          </a:solidFill>
          <a:ln>
            <a:solidFill>
              <a:schemeClr val="tx1"/>
            </a:solidFill>
          </a:ln>
        </p:spPr>
        <p:txBody>
          <a:bodyPr vert="horz" lIns="91440" tIns="45720" rIns="91440" bIns="45720" rtlCol="0" anchor="ctr">
            <a:noAutofit/>
          </a:bodyPr>
          <a:lstStyle>
            <a:lvl1pPr algn="l" defTabSz="755934" rtl="0" eaLnBrk="1" latinLnBrk="0" hangingPunct="1">
              <a:lnSpc>
                <a:spcPct val="90000"/>
              </a:lnSpc>
              <a:spcBef>
                <a:spcPct val="0"/>
              </a:spcBef>
              <a:buNone/>
              <a:defRPr sz="3637" kern="1200">
                <a:solidFill>
                  <a:schemeClr val="tx1"/>
                </a:solidFill>
                <a:latin typeface="+mj-lt"/>
                <a:ea typeface="+mj-ea"/>
                <a:cs typeface="+mj-cs"/>
              </a:defRPr>
            </a:lvl1pPr>
          </a:lstStyle>
          <a:p>
            <a:pPr algn="ctr"/>
            <a:r>
              <a:rPr lang="en-AU" sz="1700" dirty="0">
                <a:solidFill>
                  <a:schemeClr val="bg1"/>
                </a:solidFill>
                <a:latin typeface="Arial" panose="020B0604020202020204" pitchFamily="34" charset="0"/>
                <a:cs typeface="Arial" panose="020B0604020202020204" pitchFamily="34" charset="0"/>
              </a:rPr>
              <a:t>TEST 6</a:t>
            </a:r>
          </a:p>
        </p:txBody>
      </p:sp>
      <p:sp>
        <p:nvSpPr>
          <p:cNvPr id="8" name="Subtitle 2"/>
          <p:cNvSpPr txBox="1">
            <a:spLocks/>
          </p:cNvSpPr>
          <p:nvPr/>
        </p:nvSpPr>
        <p:spPr>
          <a:xfrm>
            <a:off x="82296" y="5730748"/>
            <a:ext cx="3017520" cy="4912868"/>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To find a way around a rule or obstacle: Circumvent</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To shock or stir someone into action: Galvanise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To give up power or a claim willingly: Relinquish</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To increase rapidly in number: Proliferate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To adopt or publicly support a belief: Espouse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To replace someone or something, especially by becoming more successful or powerful: Supplant</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FD</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SM</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SM</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FD</a:t>
            </a:r>
          </a:p>
        </p:txBody>
      </p:sp>
      <p:sp>
        <p:nvSpPr>
          <p:cNvPr id="9" name="Subtitle 2"/>
          <p:cNvSpPr txBox="1">
            <a:spLocks/>
          </p:cNvSpPr>
          <p:nvPr/>
        </p:nvSpPr>
        <p:spPr>
          <a:xfrm>
            <a:off x="3099815" y="5730748"/>
            <a:ext cx="4462272" cy="4912868"/>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startAt="12"/>
            </a:pPr>
            <a:r>
              <a:rPr lang="en-AU" sz="1200" dirty="0">
                <a:latin typeface="Arial" panose="020B0604020202020204" pitchFamily="34" charset="0"/>
                <a:cs typeface="Arial" panose="020B0604020202020204" pitchFamily="34" charset="0"/>
              </a:rPr>
              <a:t>Underline: Having finished the marathon</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Rewrite: Having finished the marathon, she found the medal heavier than she had expected.</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(Also accept: "When she finished the marathon, the medal felt heavier than she had expected.")</a:t>
            </a:r>
          </a:p>
          <a:p>
            <a:pPr marL="457200" indent="-457200" algn="l">
              <a:spcBef>
                <a:spcPts val="400"/>
              </a:spcBef>
              <a:buFont typeface="Arial" panose="020B0604020202020204" pitchFamily="34" charset="0"/>
              <a:buAutoNum type="arabicPlain" startAt="12"/>
            </a:pPr>
            <a:r>
              <a:rPr lang="en-AU" sz="1200" dirty="0">
                <a:latin typeface="Arial" panose="020B0604020202020204" pitchFamily="34" charset="0"/>
                <a:cs typeface="Arial" panose="020B0604020202020204" pitchFamily="34" charset="0"/>
              </a:rPr>
              <a:t>Underline: written by the dying poet</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Rewrite: The museum guide showed our class the letters written by the dying poet.</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(Also accept: "The museum guide showed the letters written by the dying poet to our class.")</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(Q12–13 marking: ½ for the correct underline + ½ for a correct rewrite.)</a:t>
            </a:r>
          </a:p>
          <a:p>
            <a:pPr marL="457200" indent="-457200" algn="l">
              <a:spcBef>
                <a:spcPts val="400"/>
              </a:spcBef>
              <a:buFont typeface="Arial" panose="020B0604020202020204" pitchFamily="34" charset="0"/>
              <a:buAutoNum type="arabicPlain" startAt="12"/>
            </a:pPr>
            <a:r>
              <a:rPr lang="en-AU" sz="1200" dirty="0">
                <a:latin typeface="Arial" panose="020B0604020202020204" pitchFamily="34" charset="0"/>
                <a:cs typeface="Arial" panose="020B0604020202020204" pitchFamily="34" charset="0"/>
              </a:rPr>
              <a:t>cogent</a:t>
            </a:r>
          </a:p>
          <a:p>
            <a:pPr marL="457200" indent="-457200" algn="l">
              <a:spcBef>
                <a:spcPts val="400"/>
              </a:spcBef>
              <a:buFont typeface="Arial" panose="020B0604020202020204" pitchFamily="34" charset="0"/>
              <a:buAutoNum type="arabicPlain" startAt="12"/>
            </a:pPr>
            <a:r>
              <a:rPr lang="en-AU" sz="1200" dirty="0">
                <a:latin typeface="Arial" panose="020B0604020202020204" pitchFamily="34" charset="0"/>
                <a:cs typeface="Arial" panose="020B0604020202020204" pitchFamily="34" charset="0"/>
              </a:rPr>
              <a:t>prescient</a:t>
            </a:r>
          </a:p>
          <a:p>
            <a:pPr marL="457200" indent="-457200" algn="l">
              <a:spcBef>
                <a:spcPts val="400"/>
              </a:spcBef>
              <a:buFont typeface="Arial" panose="020B0604020202020204" pitchFamily="34" charset="0"/>
              <a:buAutoNum type="arabicPlain" startAt="12"/>
            </a:pPr>
            <a:r>
              <a:rPr lang="en-AU" sz="1200" dirty="0">
                <a:latin typeface="Arial" panose="020B0604020202020204" pitchFamily="34" charset="0"/>
                <a:cs typeface="Arial" panose="020B0604020202020204" pitchFamily="34" charset="0"/>
              </a:rPr>
              <a:t>clandestine</a:t>
            </a:r>
          </a:p>
          <a:p>
            <a:pPr marL="457200" indent="-457200" algn="l">
              <a:spcBef>
                <a:spcPts val="400"/>
              </a:spcBef>
              <a:buFont typeface="Arial" panose="020B0604020202020204" pitchFamily="34" charset="0"/>
              <a:buAutoNum type="arabicPlain" startAt="12"/>
            </a:pPr>
            <a:r>
              <a:rPr lang="en-AU" sz="1200" dirty="0">
                <a:latin typeface="Arial" panose="020B0604020202020204" pitchFamily="34" charset="0"/>
                <a:cs typeface="Arial" panose="020B0604020202020204" pitchFamily="34" charset="0"/>
              </a:rPr>
              <a:t>tenuous</a:t>
            </a:r>
          </a:p>
          <a:p>
            <a:pPr marL="457200" indent="-457200" algn="l">
              <a:spcBef>
                <a:spcPts val="400"/>
              </a:spcBef>
              <a:buFont typeface="Arial" panose="020B0604020202020204" pitchFamily="34" charset="0"/>
              <a:buAutoNum type="arabicPlain" startAt="12"/>
            </a:pPr>
            <a:r>
              <a:rPr lang="en-AU" sz="1200" dirty="0">
                <a:latin typeface="Arial" panose="020B0604020202020204" pitchFamily="34" charset="0"/>
                <a:cs typeface="Arial" panose="020B0604020202020204" pitchFamily="34" charset="0"/>
              </a:rPr>
              <a:t>Option 1</a:t>
            </a:r>
          </a:p>
          <a:p>
            <a:pPr marL="457200" indent="-457200" algn="l">
              <a:spcBef>
                <a:spcPts val="400"/>
              </a:spcBef>
              <a:buFont typeface="Arial" panose="020B0604020202020204" pitchFamily="34" charset="0"/>
              <a:buAutoNum type="arabicPlain" startAt="12"/>
            </a:pPr>
            <a:r>
              <a:rPr lang="en-AU" sz="1200" dirty="0">
                <a:latin typeface="Arial" panose="020B0604020202020204" pitchFamily="34" charset="0"/>
                <a:cs typeface="Arial" panose="020B0604020202020204" pitchFamily="34" charset="0"/>
              </a:rPr>
              <a:t>Option 2</a:t>
            </a:r>
          </a:p>
          <a:p>
            <a:pPr marL="457200" indent="-457200" algn="l">
              <a:spcBef>
                <a:spcPts val="400"/>
              </a:spcBef>
              <a:buFont typeface="Arial" panose="020B0604020202020204" pitchFamily="34" charset="0"/>
              <a:buAutoNum type="arabicPlain" startAt="12"/>
            </a:pPr>
            <a:r>
              <a:rPr lang="en-AU" sz="1200" dirty="0">
                <a:latin typeface="Arial" panose="020B0604020202020204" pitchFamily="34" charset="0"/>
                <a:cs typeface="Arial" panose="020B0604020202020204" pitchFamily="34" charset="0"/>
              </a:rPr>
              <a:t>Option 3</a:t>
            </a:r>
          </a:p>
        </p:txBody>
      </p:sp>
    </p:spTree>
    <p:extLst>
      <p:ext uri="{BB962C8B-B14F-4D97-AF65-F5344CB8AC3E}">
        <p14:creationId xmlns:p14="http://schemas.microsoft.com/office/powerpoint/2010/main" val="3537461914"/>
      </p:ext>
    </p:extLst>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5"/>
          <p:cNvSpPr/>
          <p:nvPr/>
        </p:nvSpPr>
        <p:spPr>
          <a:xfrm>
            <a:off x="0" y="9144"/>
            <a:ext cx="7562088" cy="486413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Title 1"/>
          <p:cNvSpPr txBox="1">
            <a:spLocks/>
          </p:cNvSpPr>
          <p:nvPr/>
        </p:nvSpPr>
        <p:spPr>
          <a:xfrm>
            <a:off x="128016" y="73152"/>
            <a:ext cx="1234440" cy="292608"/>
          </a:xfrm>
          <a:prstGeom prst="rect">
            <a:avLst/>
          </a:prstGeom>
          <a:solidFill>
            <a:schemeClr val="tx1"/>
          </a:solidFill>
          <a:ln>
            <a:solidFill>
              <a:schemeClr val="tx1"/>
            </a:solidFill>
          </a:ln>
        </p:spPr>
        <p:txBody>
          <a:bodyPr vert="horz" lIns="91440" tIns="45720" rIns="91440" bIns="45720" rtlCol="0" anchor="ctr">
            <a:noAutofit/>
          </a:bodyPr>
          <a:lstStyle>
            <a:lvl1pPr algn="l" defTabSz="755934" rtl="0" eaLnBrk="1" latinLnBrk="0" hangingPunct="1">
              <a:lnSpc>
                <a:spcPct val="90000"/>
              </a:lnSpc>
              <a:spcBef>
                <a:spcPct val="0"/>
              </a:spcBef>
              <a:buNone/>
              <a:defRPr sz="3637" kern="1200">
                <a:solidFill>
                  <a:schemeClr val="tx1"/>
                </a:solidFill>
                <a:latin typeface="+mj-lt"/>
                <a:ea typeface="+mj-ea"/>
                <a:cs typeface="+mj-cs"/>
              </a:defRPr>
            </a:lvl1pPr>
          </a:lstStyle>
          <a:p>
            <a:pPr algn="ctr"/>
            <a:r>
              <a:rPr lang="en-AU" sz="1700" dirty="0">
                <a:solidFill>
                  <a:schemeClr val="bg1"/>
                </a:solidFill>
                <a:latin typeface="Arial" panose="020B0604020202020204" pitchFamily="34" charset="0"/>
                <a:cs typeface="Arial" panose="020B0604020202020204" pitchFamily="34" charset="0"/>
              </a:rPr>
              <a:t>Term Test</a:t>
            </a:r>
          </a:p>
        </p:txBody>
      </p:sp>
      <p:sp>
        <p:nvSpPr>
          <p:cNvPr id="4" name="Subtitle 2"/>
          <p:cNvSpPr txBox="1">
            <a:spLocks/>
          </p:cNvSpPr>
          <p:nvPr/>
        </p:nvSpPr>
        <p:spPr>
          <a:xfrm>
            <a:off x="82296" y="411480"/>
            <a:ext cx="2651760" cy="4425218"/>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accommodate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indispensable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harass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exhilarating</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threshold</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apprise, canvass</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disinterested, to</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on, with</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sunk, hanged</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stronger, who</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False</a:t>
            </a: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True</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True</a:t>
            </a:r>
            <a:endParaRPr lang="en-AU" sz="1200" dirty="0">
              <a:latin typeface="Arial" panose="020B0604020202020204" pitchFamily="34" charset="0"/>
              <a:cs typeface="Arial" panose="020B0604020202020204" pitchFamily="34" charset="0"/>
            </a:endParaRPr>
          </a:p>
          <a:p>
            <a:pPr marL="457200" indent="-457200" algn="l">
              <a:spcBef>
                <a:spcPts val="400"/>
              </a:spcBef>
              <a:buFont typeface="Arial" panose="020B0604020202020204" pitchFamily="34" charset="0"/>
              <a:buAutoNum type="arabicPlain"/>
            </a:pPr>
            <a:r>
              <a:rPr lang="en-AU" sz="1200" dirty="0">
                <a:latin typeface="Arial" panose="020B0604020202020204" pitchFamily="34" charset="0"/>
                <a:cs typeface="Arial" panose="020B0604020202020204" pitchFamily="34" charset="0"/>
              </a:rPr>
              <a:t>SM – The parent distorts a moderate proposal (later start times) into an extreme one (sleeping all day, no discipline), making the principal easy to ridicule and swaying the audience through alarm rather than evidence.</a:t>
            </a:r>
            <a:endParaRPr lang="en-AU" sz="1200" dirty="0">
              <a:latin typeface="Arial" panose="020B0604020202020204" pitchFamily="34" charset="0"/>
              <a:cs typeface="Arial" panose="020B0604020202020204" pitchFamily="34" charset="0"/>
            </a:endParaRPr>
          </a:p>
        </p:txBody>
      </p:sp>
      <p:sp>
        <p:nvSpPr>
          <p:cNvPr id="5" name="Subtitle 2"/>
          <p:cNvSpPr txBox="1">
            <a:spLocks/>
          </p:cNvSpPr>
          <p:nvPr/>
        </p:nvSpPr>
        <p:spPr>
          <a:xfrm>
            <a:off x="2734056" y="411480"/>
            <a:ext cx="4828031" cy="4425218"/>
          </a:xfrm>
          <a:prstGeom prst="rect">
            <a:avLst/>
          </a:prstGeom>
        </p:spPr>
        <p:txBody>
          <a:bodyPr vert="horz" lIns="91440" tIns="45720" rIns="91440" bIns="4572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PF – The rain falling "listlessly", "too weary" even to storm, mirrors the flat, reluctant mood of the last day of the holidays, creating a dreary atmosphere.</a:t>
            </a:r>
          </a:p>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I (situational) – A billboard designed to prevent accidents causes them; the unexpected outcome creates dark humour and exposes how poorly the campaign was thought through.</a:t>
            </a:r>
          </a:p>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Z – "Opened" applies literally to the umbrella and figuratively to an old wound from the family's past (reviving an old hurt); pairing an ordinary action with a painful one creates wry humour and suggests how casually she stirs up the hurt.</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(Q14–17 marking: ½ for the correct technique + ½ for an accurate effect.)</a:t>
            </a:r>
          </a:p>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The detective reached one conclusion: the ferry's captain, who had been awake for thirty hours, was unfit to sail.</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(Also accept dashes instead of the commas.)</a:t>
            </a:r>
          </a:p>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The long-awaited sequel was finally released; its reviews, however, were brutally harsh.</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(Also accept a full stop instead of the semicolon.)</a:t>
            </a:r>
          </a:p>
          <a:p>
            <a:pPr marL="457200" indent="-457200" algn="l">
              <a:spcBef>
                <a:spcPts val="400"/>
              </a:spcBef>
              <a:buFont typeface="Arial" panose="020B0604020202020204" pitchFamily="34" charset="0"/>
              <a:buAutoNum type="arabicPlain" startAt="15"/>
            </a:pPr>
            <a:r>
              <a:rPr lang="en-AU" sz="1200" dirty="0">
                <a:latin typeface="Arial" panose="020B0604020202020204" pitchFamily="34" charset="0"/>
                <a:cs typeface="Arial" panose="020B0604020202020204" pitchFamily="34" charset="0"/>
              </a:rPr>
              <a:t>Three things saved the stranded climbers: a satellite phone, a well-stocked medical kit and the local women's knowledge of the terrain.</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(A serial comma before "and" is acceptable.)</a:t>
            </a:r>
            <a:br>
              <a:rPr lang="en-AU" sz="1200" dirty="0">
                <a:latin typeface="Arial" panose="020B0604020202020204" pitchFamily="34" charset="0"/>
                <a:cs typeface="Arial" panose="020B0604020202020204" pitchFamily="34" charset="0"/>
              </a:rPr>
            </a:br>
            <a:r>
              <a:rPr lang="en-AU" sz="1200" dirty="0">
                <a:latin typeface="Arial" panose="020B0604020202020204" pitchFamily="34" charset="0"/>
                <a:cs typeface="Arial" panose="020B0604020202020204" pitchFamily="34" charset="0"/>
              </a:rPr>
              <a:t>(Q18–20 suggested marking: 1 mark if every required mark is present; ½ if one is missing.)</a:t>
            </a: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25364</TotalTime>
  <Words>5000</Words>
  <Application>Microsoft Office PowerPoint</Application>
  <PresentationFormat>Custom</PresentationFormat>
  <Paragraphs>803</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Book Antiqua</vt:lpstr>
      <vt:lpstr>Calibri</vt:lpstr>
      <vt:lpstr>Calibri Light</vt:lpstr>
      <vt:lpstr>Candara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TEST 4</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Amelie Parker</dc:creator>
  <cp:lastModifiedBy>Amelie Parker</cp:lastModifiedBy>
  <cp:revision>1488</cp:revision>
  <cp:lastPrinted>2025-10-04T22:39:59Z</cp:lastPrinted>
  <dcterms:created xsi:type="dcterms:W3CDTF">2023-01-11T03:32:48Z</dcterms:created>
  <dcterms:modified xsi:type="dcterms:W3CDTF">2026-07-19T05:11:19Z</dcterms:modified>
</cp:coreProperties>
</file>